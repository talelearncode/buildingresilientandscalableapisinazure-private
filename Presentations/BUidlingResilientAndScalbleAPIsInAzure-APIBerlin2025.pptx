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media/image8.jpg" ContentType="image/jpg"/>
  <Override PartName="/ppt/media/image9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media/image40.jpg" ContentType="image/jpg"/>
  <Override PartName="/ppt/media/image41.jpg" ContentType="image/jpg"/>
  <Override PartName="/ppt/media/image42.jpg" ContentType="image/jpg"/>
  <Override PartName="/ppt/media/image47.jpg" ContentType="image/jpg"/>
  <Override PartName="/ppt/media/image58.jpg" ContentType="image/jpg"/>
  <Override PartName="/ppt/media/image60.jpg" ContentType="image/jpg"/>
  <Override PartName="/ppt/media/image62.jpg" ContentType="image/jpg"/>
  <Override PartName="/ppt/media/image72.jpg" ContentType="image/jpg"/>
  <Override PartName="/ppt/media/image79.jpg" ContentType="image/jpg"/>
  <Override PartName="/ppt/media/image80.jpg" ContentType="image/jpg"/>
  <Override PartName="/ppt/media/image81.jpg" ContentType="image/jpg"/>
  <Override PartName="/ppt/media/image8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306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05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307" r:id="rId24"/>
    <p:sldId id="279" r:id="rId25"/>
    <p:sldId id="280" r:id="rId26"/>
    <p:sldId id="281" r:id="rId27"/>
    <p:sldId id="282" r:id="rId28"/>
    <p:sldId id="283" r:id="rId29"/>
    <p:sldId id="308" r:id="rId30"/>
    <p:sldId id="285" r:id="rId31"/>
    <p:sldId id="286" r:id="rId32"/>
    <p:sldId id="287" r:id="rId33"/>
    <p:sldId id="288" r:id="rId34"/>
    <p:sldId id="289" r:id="rId35"/>
    <p:sldId id="290" r:id="rId36"/>
    <p:sldId id="309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10" r:id="rId46"/>
    <p:sldId id="301" r:id="rId47"/>
    <p:sldId id="302" r:id="rId48"/>
    <p:sldId id="303" r:id="rId49"/>
    <p:sldId id="304" r:id="rId50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A21007A8-136F-4288-A511-A1D6A84D6A49}">
          <p14:sldIdLst>
            <p14:sldId id="256"/>
            <p14:sldId id="257"/>
            <p14:sldId id="258"/>
            <p14:sldId id="259"/>
          </p14:sldIdLst>
        </p14:section>
        <p14:section name="Azure Toolset Overview" id="{BC8265BE-4158-4FAE-947C-2F06017451F8}">
          <p14:sldIdLst>
            <p14:sldId id="306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High Availability &amp; Disaster Recovery Design" id="{AE27CDD4-AD8D-4FCC-BAC5-E12B042AA49D}">
          <p14:sldIdLst>
            <p14:sldId id="305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Resilience Strategies" id="{43D519A6-DDC4-47ED-B9AC-03F970656750}">
          <p14:sldIdLst>
            <p14:sldId id="307"/>
            <p14:sldId id="279"/>
            <p14:sldId id="280"/>
            <p14:sldId id="281"/>
            <p14:sldId id="282"/>
            <p14:sldId id="283"/>
          </p14:sldIdLst>
        </p14:section>
        <p14:section name="Architecture Patterns" id="{9E8F8386-940D-4B4D-9442-02909706EAC4}">
          <p14:sldIdLst>
            <p14:sldId id="308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Monitoring &amp; Observability" id="{ED740132-6508-4C62-A9E4-31007A74CB2D}">
          <p14:sldIdLst>
            <p14:sldId id="309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Design Blueprint" id="{D5D01CF1-7D5C-481D-B16B-3E3D46EA57A8}">
          <p14:sldIdLst>
            <p14:sldId id="310"/>
            <p14:sldId id="301"/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68" y="5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253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78D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979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253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78D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979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253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979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253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979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ckground with text overlay&#10;&#10;AI-generated content may be incorrect.">
            <a:extLst>
              <a:ext uri="{FF2B5EF4-FFF2-40B4-BE49-F238E27FC236}">
                <a16:creationId xmlns:a16="http://schemas.microsoft.com/office/drawing/2014/main" id="{0678FBDE-C96B-A4DB-1298-2DFDAF5162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8EAEC-B95C-65BC-4502-7D97E3C0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342900"/>
            <a:ext cx="10515599" cy="2336800"/>
          </a:xfr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903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979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4F8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695443" y="6480403"/>
            <a:ext cx="2794000" cy="187960"/>
          </a:xfrm>
          <a:custGeom>
            <a:avLst/>
            <a:gdLst/>
            <a:ahLst/>
            <a:cxnLst/>
            <a:rect l="l" t="t" r="r" b="b"/>
            <a:pathLst>
              <a:path w="2794000" h="187959">
                <a:moveTo>
                  <a:pt x="2793492" y="0"/>
                </a:moveTo>
                <a:lnTo>
                  <a:pt x="0" y="0"/>
                </a:lnTo>
                <a:lnTo>
                  <a:pt x="0" y="187451"/>
                </a:lnTo>
                <a:lnTo>
                  <a:pt x="2793492" y="187451"/>
                </a:lnTo>
                <a:lnTo>
                  <a:pt x="27934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4443" y="216095"/>
            <a:ext cx="10383113" cy="124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253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66128" y="1880742"/>
            <a:ext cx="4911090" cy="4238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78D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83378" y="6500647"/>
            <a:ext cx="281749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7979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6" descr="A silhouette of a city&#10;&#10;AI-generated content may be incorrect.">
            <a:extLst>
              <a:ext uri="{FF2B5EF4-FFF2-40B4-BE49-F238E27FC236}">
                <a16:creationId xmlns:a16="http://schemas.microsoft.com/office/drawing/2014/main" id="{B420C8D7-52C2-7D15-22A6-2107DCCC27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4900"/>
            <a:ext cx="12192000" cy="67343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5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18.png"/><Relationship Id="rId5" Type="http://schemas.openxmlformats.org/officeDocument/2006/relationships/image" Target="../media/image22.png"/><Relationship Id="rId10" Type="http://schemas.openxmlformats.org/officeDocument/2006/relationships/image" Target="../media/image15.png"/><Relationship Id="rId4" Type="http://schemas.openxmlformats.org/officeDocument/2006/relationships/image" Target="../media/image21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8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11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0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12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21.png"/><Relationship Id="rId10" Type="http://schemas.openxmlformats.org/officeDocument/2006/relationships/image" Target="../media/image27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jp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hyperlink" Target="mailto:chadgreen@chadgreen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415" dirty="0"/>
              <a:t>Agenda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Building</a:t>
            </a:r>
            <a:r>
              <a:rPr sz="2600" spc="-5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Resilient</a:t>
            </a:r>
            <a:r>
              <a:rPr sz="2600" spc="-5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and</a:t>
            </a:r>
            <a:r>
              <a:rPr sz="2600" spc="-4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Scalable</a:t>
            </a:r>
            <a:r>
              <a:rPr sz="2600" spc="-4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APIs</a:t>
            </a:r>
            <a:r>
              <a:rPr sz="2600" spc="-6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in</a:t>
            </a:r>
            <a:r>
              <a:rPr sz="2600" spc="-4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Azure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49687" y="2696554"/>
            <a:ext cx="318135" cy="73660"/>
          </a:xfrm>
          <a:custGeom>
            <a:avLst/>
            <a:gdLst/>
            <a:ahLst/>
            <a:cxnLst/>
            <a:rect l="l" t="t" r="r" b="b"/>
            <a:pathLst>
              <a:path w="318135" h="73660">
                <a:moveTo>
                  <a:pt x="281190" y="0"/>
                </a:moveTo>
                <a:lnTo>
                  <a:pt x="36677" y="0"/>
                </a:lnTo>
                <a:lnTo>
                  <a:pt x="2808" y="22190"/>
                </a:lnTo>
                <a:lnTo>
                  <a:pt x="0" y="36697"/>
                </a:lnTo>
                <a:lnTo>
                  <a:pt x="2808" y="51204"/>
                </a:lnTo>
                <a:lnTo>
                  <a:pt x="10544" y="62843"/>
                </a:lnTo>
                <a:lnTo>
                  <a:pt x="22178" y="70584"/>
                </a:lnTo>
                <a:lnTo>
                  <a:pt x="36677" y="73394"/>
                </a:lnTo>
                <a:lnTo>
                  <a:pt x="281190" y="73394"/>
                </a:lnTo>
                <a:lnTo>
                  <a:pt x="295689" y="70584"/>
                </a:lnTo>
                <a:lnTo>
                  <a:pt x="307322" y="62844"/>
                </a:lnTo>
                <a:lnTo>
                  <a:pt x="315059" y="51204"/>
                </a:lnTo>
                <a:lnTo>
                  <a:pt x="317867" y="36697"/>
                </a:lnTo>
                <a:lnTo>
                  <a:pt x="315059" y="22190"/>
                </a:lnTo>
                <a:lnTo>
                  <a:pt x="307322" y="10550"/>
                </a:lnTo>
                <a:lnTo>
                  <a:pt x="295689" y="2809"/>
                </a:lnTo>
                <a:lnTo>
                  <a:pt x="281190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49687" y="2818878"/>
            <a:ext cx="318135" cy="73660"/>
          </a:xfrm>
          <a:custGeom>
            <a:avLst/>
            <a:gdLst/>
            <a:ahLst/>
            <a:cxnLst/>
            <a:rect l="l" t="t" r="r" b="b"/>
            <a:pathLst>
              <a:path w="318135" h="73660">
                <a:moveTo>
                  <a:pt x="281190" y="0"/>
                </a:moveTo>
                <a:lnTo>
                  <a:pt x="36677" y="0"/>
                </a:lnTo>
                <a:lnTo>
                  <a:pt x="2808" y="22190"/>
                </a:lnTo>
                <a:lnTo>
                  <a:pt x="0" y="36697"/>
                </a:lnTo>
                <a:lnTo>
                  <a:pt x="2808" y="51204"/>
                </a:lnTo>
                <a:lnTo>
                  <a:pt x="10544" y="62843"/>
                </a:lnTo>
                <a:lnTo>
                  <a:pt x="22178" y="70584"/>
                </a:lnTo>
                <a:lnTo>
                  <a:pt x="36677" y="73394"/>
                </a:lnTo>
                <a:lnTo>
                  <a:pt x="281190" y="73394"/>
                </a:lnTo>
                <a:lnTo>
                  <a:pt x="295689" y="70584"/>
                </a:lnTo>
                <a:lnTo>
                  <a:pt x="307322" y="62844"/>
                </a:lnTo>
                <a:lnTo>
                  <a:pt x="315059" y="51204"/>
                </a:lnTo>
                <a:lnTo>
                  <a:pt x="317867" y="36697"/>
                </a:lnTo>
                <a:lnTo>
                  <a:pt x="315059" y="22190"/>
                </a:lnTo>
                <a:lnTo>
                  <a:pt x="307322" y="10550"/>
                </a:lnTo>
                <a:lnTo>
                  <a:pt x="295689" y="2809"/>
                </a:lnTo>
                <a:lnTo>
                  <a:pt x="281190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9154" y="2941202"/>
            <a:ext cx="158933" cy="7339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690753" y="1987075"/>
            <a:ext cx="636270" cy="661035"/>
          </a:xfrm>
          <a:custGeom>
            <a:avLst/>
            <a:gdLst/>
            <a:ahLst/>
            <a:cxnLst/>
            <a:rect l="l" t="t" r="r" b="b"/>
            <a:pathLst>
              <a:path w="636269" h="661035">
                <a:moveTo>
                  <a:pt x="317867" y="0"/>
                </a:moveTo>
                <a:lnTo>
                  <a:pt x="271417" y="3682"/>
                </a:lnTo>
                <a:lnTo>
                  <a:pt x="227072" y="13750"/>
                </a:lnTo>
                <a:lnTo>
                  <a:pt x="185301" y="29735"/>
                </a:lnTo>
                <a:lnTo>
                  <a:pt x="146572" y="51168"/>
                </a:lnTo>
                <a:lnTo>
                  <a:pt x="111353" y="77580"/>
                </a:lnTo>
                <a:lnTo>
                  <a:pt x="80114" y="108503"/>
                </a:lnTo>
                <a:lnTo>
                  <a:pt x="53322" y="143468"/>
                </a:lnTo>
                <a:lnTo>
                  <a:pt x="31446" y="182006"/>
                </a:lnTo>
                <a:lnTo>
                  <a:pt x="14955" y="223648"/>
                </a:lnTo>
                <a:lnTo>
                  <a:pt x="4317" y="267927"/>
                </a:lnTo>
                <a:lnTo>
                  <a:pt x="0" y="314372"/>
                </a:lnTo>
                <a:lnTo>
                  <a:pt x="0" y="325381"/>
                </a:lnTo>
                <a:lnTo>
                  <a:pt x="6418" y="381345"/>
                </a:lnTo>
                <a:lnTo>
                  <a:pt x="22006" y="435473"/>
                </a:lnTo>
                <a:lnTo>
                  <a:pt x="45846" y="483026"/>
                </a:lnTo>
                <a:lnTo>
                  <a:pt x="77021" y="525993"/>
                </a:lnTo>
                <a:lnTo>
                  <a:pt x="99161" y="554548"/>
                </a:lnTo>
                <a:lnTo>
                  <a:pt x="120270" y="588378"/>
                </a:lnTo>
                <a:lnTo>
                  <a:pt x="138398" y="621291"/>
                </a:lnTo>
                <a:lnTo>
                  <a:pt x="151598" y="647094"/>
                </a:lnTo>
                <a:lnTo>
                  <a:pt x="155208" y="652808"/>
                </a:lnTo>
                <a:lnTo>
                  <a:pt x="160309" y="657032"/>
                </a:lnTo>
                <a:lnTo>
                  <a:pt x="166555" y="659651"/>
                </a:lnTo>
                <a:lnTo>
                  <a:pt x="173604" y="660549"/>
                </a:lnTo>
                <a:lnTo>
                  <a:pt x="462130" y="660549"/>
                </a:lnTo>
                <a:lnTo>
                  <a:pt x="469179" y="659651"/>
                </a:lnTo>
                <a:lnTo>
                  <a:pt x="475425" y="657033"/>
                </a:lnTo>
                <a:lnTo>
                  <a:pt x="480526" y="652809"/>
                </a:lnTo>
                <a:lnTo>
                  <a:pt x="484136" y="647094"/>
                </a:lnTo>
                <a:lnTo>
                  <a:pt x="497336" y="621291"/>
                </a:lnTo>
                <a:lnTo>
                  <a:pt x="515465" y="588378"/>
                </a:lnTo>
                <a:lnTo>
                  <a:pt x="516228" y="587155"/>
                </a:lnTo>
                <a:lnTo>
                  <a:pt x="204168" y="587155"/>
                </a:lnTo>
                <a:lnTo>
                  <a:pt x="188619" y="558256"/>
                </a:lnTo>
                <a:lnTo>
                  <a:pt x="171465" y="530274"/>
                </a:lnTo>
                <a:lnTo>
                  <a:pt x="152935" y="503210"/>
                </a:lnTo>
                <a:lnTo>
                  <a:pt x="133259" y="477063"/>
                </a:lnTo>
                <a:lnTo>
                  <a:pt x="120919" y="461734"/>
                </a:lnTo>
                <a:lnTo>
                  <a:pt x="109725" y="445259"/>
                </a:lnTo>
                <a:lnTo>
                  <a:pt x="91692" y="409785"/>
                </a:lnTo>
                <a:lnTo>
                  <a:pt x="79466" y="367889"/>
                </a:lnTo>
                <a:lnTo>
                  <a:pt x="74668" y="325381"/>
                </a:lnTo>
                <a:lnTo>
                  <a:pt x="74576" y="314372"/>
                </a:lnTo>
                <a:lnTo>
                  <a:pt x="80319" y="265734"/>
                </a:lnTo>
                <a:lnTo>
                  <a:pt x="95073" y="220450"/>
                </a:lnTo>
                <a:lnTo>
                  <a:pt x="117879" y="179467"/>
                </a:lnTo>
                <a:lnTo>
                  <a:pt x="147777" y="143730"/>
                </a:lnTo>
                <a:lnTo>
                  <a:pt x="183807" y="114186"/>
                </a:lnTo>
                <a:lnTo>
                  <a:pt x="225009" y="91781"/>
                </a:lnTo>
                <a:lnTo>
                  <a:pt x="270043" y="77580"/>
                </a:lnTo>
                <a:lnTo>
                  <a:pt x="269320" y="77580"/>
                </a:lnTo>
                <a:lnTo>
                  <a:pt x="319090" y="72171"/>
                </a:lnTo>
                <a:lnTo>
                  <a:pt x="517168" y="72171"/>
                </a:lnTo>
                <a:lnTo>
                  <a:pt x="489162" y="51168"/>
                </a:lnTo>
                <a:lnTo>
                  <a:pt x="450433" y="29735"/>
                </a:lnTo>
                <a:lnTo>
                  <a:pt x="408662" y="13750"/>
                </a:lnTo>
                <a:lnTo>
                  <a:pt x="364317" y="3682"/>
                </a:lnTo>
                <a:lnTo>
                  <a:pt x="317867" y="0"/>
                </a:lnTo>
                <a:close/>
              </a:path>
              <a:path w="636269" h="661035">
                <a:moveTo>
                  <a:pt x="517168" y="72171"/>
                </a:moveTo>
                <a:lnTo>
                  <a:pt x="319090" y="72171"/>
                </a:lnTo>
                <a:lnTo>
                  <a:pt x="369336" y="77580"/>
                </a:lnTo>
                <a:lnTo>
                  <a:pt x="368300" y="77580"/>
                </a:lnTo>
                <a:lnTo>
                  <a:pt x="413170" y="91609"/>
                </a:lnTo>
                <a:lnTo>
                  <a:pt x="454372" y="113864"/>
                </a:lnTo>
                <a:lnTo>
                  <a:pt x="490402" y="143272"/>
                </a:lnTo>
                <a:lnTo>
                  <a:pt x="520300" y="178930"/>
                </a:lnTo>
                <a:lnTo>
                  <a:pt x="543106" y="219934"/>
                </a:lnTo>
                <a:lnTo>
                  <a:pt x="557860" y="265383"/>
                </a:lnTo>
                <a:lnTo>
                  <a:pt x="563603" y="314372"/>
                </a:lnTo>
                <a:lnTo>
                  <a:pt x="563603" y="324158"/>
                </a:lnTo>
                <a:lnTo>
                  <a:pt x="562381" y="324158"/>
                </a:lnTo>
                <a:lnTo>
                  <a:pt x="560566" y="346138"/>
                </a:lnTo>
                <a:lnTo>
                  <a:pt x="551893" y="389181"/>
                </a:lnTo>
                <a:lnTo>
                  <a:pt x="537222" y="427866"/>
                </a:lnTo>
                <a:lnTo>
                  <a:pt x="516553" y="461735"/>
                </a:lnTo>
                <a:lnTo>
                  <a:pt x="503697" y="477063"/>
                </a:lnTo>
                <a:lnTo>
                  <a:pt x="483334" y="503210"/>
                </a:lnTo>
                <a:lnTo>
                  <a:pt x="464575" y="530274"/>
                </a:lnTo>
                <a:lnTo>
                  <a:pt x="447650" y="558256"/>
                </a:lnTo>
                <a:lnTo>
                  <a:pt x="432788" y="587155"/>
                </a:lnTo>
                <a:lnTo>
                  <a:pt x="516228" y="587155"/>
                </a:lnTo>
                <a:lnTo>
                  <a:pt x="536573" y="554548"/>
                </a:lnTo>
                <a:lnTo>
                  <a:pt x="558713" y="525993"/>
                </a:lnTo>
                <a:lnTo>
                  <a:pt x="590347" y="483027"/>
                </a:lnTo>
                <a:lnTo>
                  <a:pt x="613728" y="435473"/>
                </a:lnTo>
                <a:lnTo>
                  <a:pt x="629316" y="381345"/>
                </a:lnTo>
                <a:lnTo>
                  <a:pt x="635735" y="325382"/>
                </a:lnTo>
                <a:lnTo>
                  <a:pt x="635735" y="314372"/>
                </a:lnTo>
                <a:lnTo>
                  <a:pt x="631418" y="267927"/>
                </a:lnTo>
                <a:lnTo>
                  <a:pt x="620779" y="223649"/>
                </a:lnTo>
                <a:lnTo>
                  <a:pt x="604288" y="182006"/>
                </a:lnTo>
                <a:lnTo>
                  <a:pt x="582412" y="143468"/>
                </a:lnTo>
                <a:lnTo>
                  <a:pt x="555620" y="108503"/>
                </a:lnTo>
                <a:lnTo>
                  <a:pt x="524381" y="77580"/>
                </a:lnTo>
                <a:lnTo>
                  <a:pt x="517168" y="72171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7854" y="3240404"/>
            <a:ext cx="2158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Intro</a:t>
            </a:r>
            <a:r>
              <a:rPr sz="1800" b="1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&amp;</a:t>
            </a:r>
            <a:r>
              <a:rPr sz="1800" b="1" spc="-2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Problem</a:t>
            </a:r>
            <a:r>
              <a:rPr sz="1800" b="1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2539"/>
                </a:solidFill>
                <a:latin typeface="Calibri"/>
                <a:cs typeface="Calibri"/>
              </a:rPr>
              <a:t>Space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70371" y="2269942"/>
            <a:ext cx="1371600" cy="781050"/>
          </a:xfrm>
          <a:custGeom>
            <a:avLst/>
            <a:gdLst/>
            <a:ahLst/>
            <a:cxnLst/>
            <a:rect l="l" t="t" r="r" b="b"/>
            <a:pathLst>
              <a:path w="1371600" h="781050">
                <a:moveTo>
                  <a:pt x="229347" y="291117"/>
                </a:moveTo>
                <a:lnTo>
                  <a:pt x="177574" y="300076"/>
                </a:lnTo>
                <a:lnTo>
                  <a:pt x="129081" y="319817"/>
                </a:lnTo>
                <a:lnTo>
                  <a:pt x="85507" y="349481"/>
                </a:lnTo>
                <a:lnTo>
                  <a:pt x="48493" y="388209"/>
                </a:lnTo>
                <a:lnTo>
                  <a:pt x="21578" y="434593"/>
                </a:lnTo>
                <a:lnTo>
                  <a:pt x="5362" y="484650"/>
                </a:lnTo>
                <a:lnTo>
                  <a:pt x="0" y="536582"/>
                </a:lnTo>
                <a:lnTo>
                  <a:pt x="5648" y="588591"/>
                </a:lnTo>
                <a:lnTo>
                  <a:pt x="22463" y="638882"/>
                </a:lnTo>
                <a:lnTo>
                  <a:pt x="50692" y="684225"/>
                </a:lnTo>
                <a:lnTo>
                  <a:pt x="87433" y="721911"/>
                </a:lnTo>
                <a:lnTo>
                  <a:pt x="131046" y="750924"/>
                </a:lnTo>
                <a:lnTo>
                  <a:pt x="179891" y="770249"/>
                </a:lnTo>
                <a:lnTo>
                  <a:pt x="232328" y="778869"/>
                </a:lnTo>
                <a:lnTo>
                  <a:pt x="232328" y="780497"/>
                </a:lnTo>
                <a:lnTo>
                  <a:pt x="1175905" y="780497"/>
                </a:lnTo>
                <a:lnTo>
                  <a:pt x="1220527" y="775315"/>
                </a:lnTo>
                <a:lnTo>
                  <a:pt x="1261564" y="760566"/>
                </a:lnTo>
                <a:lnTo>
                  <a:pt x="1297819" y="737445"/>
                </a:lnTo>
                <a:lnTo>
                  <a:pt x="1328099" y="707149"/>
                </a:lnTo>
                <a:lnTo>
                  <a:pt x="1351207" y="670873"/>
                </a:lnTo>
                <a:lnTo>
                  <a:pt x="1365948" y="629814"/>
                </a:lnTo>
                <a:lnTo>
                  <a:pt x="1371127" y="585167"/>
                </a:lnTo>
                <a:lnTo>
                  <a:pt x="1366038" y="540430"/>
                </a:lnTo>
                <a:lnTo>
                  <a:pt x="1351529" y="499138"/>
                </a:lnTo>
                <a:lnTo>
                  <a:pt x="1328739" y="462545"/>
                </a:lnTo>
                <a:lnTo>
                  <a:pt x="1298806" y="431902"/>
                </a:lnTo>
                <a:lnTo>
                  <a:pt x="1262868" y="408463"/>
                </a:lnTo>
                <a:lnTo>
                  <a:pt x="1222064" y="393481"/>
                </a:lnTo>
                <a:lnTo>
                  <a:pt x="1177531" y="388209"/>
                </a:lnTo>
                <a:lnTo>
                  <a:pt x="1161263" y="388209"/>
                </a:lnTo>
                <a:lnTo>
                  <a:pt x="1156695" y="341304"/>
                </a:lnTo>
                <a:lnTo>
                  <a:pt x="1143459" y="296977"/>
                </a:lnTo>
                <a:lnTo>
                  <a:pt x="1141805" y="293799"/>
                </a:lnTo>
                <a:lnTo>
                  <a:pt x="282760" y="293799"/>
                </a:lnTo>
                <a:lnTo>
                  <a:pt x="229347" y="291117"/>
                </a:lnTo>
                <a:close/>
              </a:path>
              <a:path w="1371600" h="781050">
                <a:moveTo>
                  <a:pt x="556218" y="0"/>
                </a:moveTo>
                <a:lnTo>
                  <a:pt x="507266" y="7315"/>
                </a:lnTo>
                <a:lnTo>
                  <a:pt x="460253" y="22823"/>
                </a:lnTo>
                <a:lnTo>
                  <a:pt x="417281" y="45618"/>
                </a:lnTo>
                <a:lnTo>
                  <a:pt x="379037" y="74898"/>
                </a:lnTo>
                <a:lnTo>
                  <a:pt x="346208" y="109863"/>
                </a:lnTo>
                <a:lnTo>
                  <a:pt x="319479" y="149711"/>
                </a:lnTo>
                <a:lnTo>
                  <a:pt x="299537" y="193642"/>
                </a:lnTo>
                <a:lnTo>
                  <a:pt x="287069" y="240853"/>
                </a:lnTo>
                <a:lnTo>
                  <a:pt x="282760" y="290544"/>
                </a:lnTo>
                <a:lnTo>
                  <a:pt x="282760" y="293799"/>
                </a:lnTo>
                <a:lnTo>
                  <a:pt x="1141805" y="293799"/>
                </a:lnTo>
                <a:lnTo>
                  <a:pt x="1122257" y="256244"/>
                </a:lnTo>
                <a:lnTo>
                  <a:pt x="1093794" y="220121"/>
                </a:lnTo>
                <a:lnTo>
                  <a:pt x="1058771" y="189623"/>
                </a:lnTo>
                <a:lnTo>
                  <a:pt x="1017787" y="166405"/>
                </a:lnTo>
                <a:lnTo>
                  <a:pt x="835891" y="158696"/>
                </a:lnTo>
                <a:lnTo>
                  <a:pt x="809360" y="116339"/>
                </a:lnTo>
                <a:lnTo>
                  <a:pt x="776765" y="79877"/>
                </a:lnTo>
                <a:lnTo>
                  <a:pt x="739062" y="49710"/>
                </a:lnTo>
                <a:lnTo>
                  <a:pt x="697202" y="26237"/>
                </a:lnTo>
                <a:lnTo>
                  <a:pt x="652139" y="9861"/>
                </a:lnTo>
                <a:lnTo>
                  <a:pt x="604827" y="982"/>
                </a:lnTo>
                <a:lnTo>
                  <a:pt x="556218" y="0"/>
                </a:lnTo>
                <a:close/>
              </a:path>
              <a:path w="1371600" h="781050">
                <a:moveTo>
                  <a:pt x="927932" y="145205"/>
                </a:moveTo>
                <a:lnTo>
                  <a:pt x="881561" y="147536"/>
                </a:lnTo>
                <a:lnTo>
                  <a:pt x="835891" y="158696"/>
                </a:lnTo>
                <a:lnTo>
                  <a:pt x="994943" y="158696"/>
                </a:lnTo>
                <a:lnTo>
                  <a:pt x="973758" y="151547"/>
                </a:lnTo>
                <a:lnTo>
                  <a:pt x="927932" y="145205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68826" y="3240404"/>
            <a:ext cx="1298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b="1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30" dirty="0">
                <a:solidFill>
                  <a:srgbClr val="002539"/>
                </a:solidFill>
                <a:latin typeface="Calibri"/>
                <a:cs typeface="Calibri"/>
              </a:rPr>
              <a:t>Toolset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Overview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34542" y="1982050"/>
            <a:ext cx="833119" cy="993775"/>
          </a:xfrm>
          <a:custGeom>
            <a:avLst/>
            <a:gdLst/>
            <a:ahLst/>
            <a:cxnLst/>
            <a:rect l="l" t="t" r="r" b="b"/>
            <a:pathLst>
              <a:path w="833120" h="993775">
                <a:moveTo>
                  <a:pt x="716305" y="289458"/>
                </a:moveTo>
                <a:lnTo>
                  <a:pt x="669137" y="278892"/>
                </a:lnTo>
                <a:lnTo>
                  <a:pt x="623100" y="264795"/>
                </a:lnTo>
                <a:lnTo>
                  <a:pt x="594601" y="253619"/>
                </a:lnTo>
                <a:lnTo>
                  <a:pt x="594601" y="413486"/>
                </a:lnTo>
                <a:lnTo>
                  <a:pt x="384898" y="623316"/>
                </a:lnTo>
                <a:lnTo>
                  <a:pt x="260946" y="499275"/>
                </a:lnTo>
                <a:lnTo>
                  <a:pt x="303060" y="457136"/>
                </a:lnTo>
                <a:lnTo>
                  <a:pt x="384898" y="539013"/>
                </a:lnTo>
                <a:lnTo>
                  <a:pt x="466725" y="457136"/>
                </a:lnTo>
                <a:lnTo>
                  <a:pt x="552475" y="371335"/>
                </a:lnTo>
                <a:lnTo>
                  <a:pt x="594601" y="413486"/>
                </a:lnTo>
                <a:lnTo>
                  <a:pt x="594601" y="253619"/>
                </a:lnTo>
                <a:lnTo>
                  <a:pt x="535139" y="226352"/>
                </a:lnTo>
                <a:lnTo>
                  <a:pt x="493598" y="202184"/>
                </a:lnTo>
                <a:lnTo>
                  <a:pt x="453948" y="174853"/>
                </a:lnTo>
                <a:lnTo>
                  <a:pt x="416369" y="144449"/>
                </a:lnTo>
                <a:lnTo>
                  <a:pt x="378790" y="174853"/>
                </a:lnTo>
                <a:lnTo>
                  <a:pt x="339140" y="202184"/>
                </a:lnTo>
                <a:lnTo>
                  <a:pt x="297599" y="226352"/>
                </a:lnTo>
                <a:lnTo>
                  <a:pt x="254368" y="247243"/>
                </a:lnTo>
                <a:lnTo>
                  <a:pt x="209638" y="264795"/>
                </a:lnTo>
                <a:lnTo>
                  <a:pt x="163601" y="278892"/>
                </a:lnTo>
                <a:lnTo>
                  <a:pt x="116433" y="289458"/>
                </a:lnTo>
                <a:lnTo>
                  <a:pt x="116433" y="347192"/>
                </a:lnTo>
                <a:lnTo>
                  <a:pt x="118402" y="390880"/>
                </a:lnTo>
                <a:lnTo>
                  <a:pt x="124244" y="434492"/>
                </a:lnTo>
                <a:lnTo>
                  <a:pt x="133870" y="477862"/>
                </a:lnTo>
                <a:lnTo>
                  <a:pt x="147180" y="520839"/>
                </a:lnTo>
                <a:lnTo>
                  <a:pt x="164058" y="563245"/>
                </a:lnTo>
                <a:lnTo>
                  <a:pt x="184429" y="604913"/>
                </a:lnTo>
                <a:lnTo>
                  <a:pt x="208191" y="645706"/>
                </a:lnTo>
                <a:lnTo>
                  <a:pt x="235229" y="685419"/>
                </a:lnTo>
                <a:lnTo>
                  <a:pt x="265468" y="723925"/>
                </a:lnTo>
                <a:lnTo>
                  <a:pt x="298805" y="761034"/>
                </a:lnTo>
                <a:lnTo>
                  <a:pt x="335127" y="796607"/>
                </a:lnTo>
                <a:lnTo>
                  <a:pt x="374357" y="830453"/>
                </a:lnTo>
                <a:lnTo>
                  <a:pt x="416382" y="862431"/>
                </a:lnTo>
                <a:lnTo>
                  <a:pt x="458406" y="830453"/>
                </a:lnTo>
                <a:lnTo>
                  <a:pt x="497636" y="796607"/>
                </a:lnTo>
                <a:lnTo>
                  <a:pt x="533958" y="761034"/>
                </a:lnTo>
                <a:lnTo>
                  <a:pt x="567296" y="723925"/>
                </a:lnTo>
                <a:lnTo>
                  <a:pt x="597522" y="685419"/>
                </a:lnTo>
                <a:lnTo>
                  <a:pt x="624573" y="645706"/>
                </a:lnTo>
                <a:lnTo>
                  <a:pt x="637603" y="623316"/>
                </a:lnTo>
                <a:lnTo>
                  <a:pt x="648322" y="604913"/>
                </a:lnTo>
                <a:lnTo>
                  <a:pt x="668693" y="563245"/>
                </a:lnTo>
                <a:lnTo>
                  <a:pt x="685571" y="520839"/>
                </a:lnTo>
                <a:lnTo>
                  <a:pt x="698868" y="477862"/>
                </a:lnTo>
                <a:lnTo>
                  <a:pt x="708494" y="434492"/>
                </a:lnTo>
                <a:lnTo>
                  <a:pt x="714336" y="390880"/>
                </a:lnTo>
                <a:lnTo>
                  <a:pt x="715213" y="371335"/>
                </a:lnTo>
                <a:lnTo>
                  <a:pt x="716305" y="347192"/>
                </a:lnTo>
                <a:lnTo>
                  <a:pt x="716305" y="289458"/>
                </a:lnTo>
                <a:close/>
              </a:path>
              <a:path w="833120" h="993775">
                <a:moveTo>
                  <a:pt x="832751" y="228803"/>
                </a:moveTo>
                <a:lnTo>
                  <a:pt x="807199" y="186753"/>
                </a:lnTo>
                <a:lnTo>
                  <a:pt x="753084" y="177139"/>
                </a:lnTo>
                <a:lnTo>
                  <a:pt x="753084" y="258267"/>
                </a:lnTo>
                <a:lnTo>
                  <a:pt x="753084" y="347192"/>
                </a:lnTo>
                <a:lnTo>
                  <a:pt x="751230" y="391083"/>
                </a:lnTo>
                <a:lnTo>
                  <a:pt x="745731" y="434886"/>
                </a:lnTo>
                <a:lnTo>
                  <a:pt x="736663" y="478459"/>
                </a:lnTo>
                <a:lnTo>
                  <a:pt x="724141" y="521627"/>
                </a:lnTo>
                <a:lnTo>
                  <a:pt x="708215" y="564273"/>
                </a:lnTo>
                <a:lnTo>
                  <a:pt x="689000" y="606247"/>
                </a:lnTo>
                <a:lnTo>
                  <a:pt x="666572" y="647395"/>
                </a:lnTo>
                <a:lnTo>
                  <a:pt x="641007" y="687565"/>
                </a:lnTo>
                <a:lnTo>
                  <a:pt x="612406" y="726630"/>
                </a:lnTo>
                <a:lnTo>
                  <a:pt x="580859" y="764425"/>
                </a:lnTo>
                <a:lnTo>
                  <a:pt x="546442" y="800798"/>
                </a:lnTo>
                <a:lnTo>
                  <a:pt x="509244" y="835634"/>
                </a:lnTo>
                <a:lnTo>
                  <a:pt x="469353" y="868756"/>
                </a:lnTo>
                <a:lnTo>
                  <a:pt x="426847" y="900023"/>
                </a:lnTo>
                <a:lnTo>
                  <a:pt x="416382" y="907275"/>
                </a:lnTo>
                <a:lnTo>
                  <a:pt x="405930" y="900023"/>
                </a:lnTo>
                <a:lnTo>
                  <a:pt x="363435" y="868756"/>
                </a:lnTo>
                <a:lnTo>
                  <a:pt x="323545" y="835634"/>
                </a:lnTo>
                <a:lnTo>
                  <a:pt x="286346" y="800798"/>
                </a:lnTo>
                <a:lnTo>
                  <a:pt x="251929" y="764425"/>
                </a:lnTo>
                <a:lnTo>
                  <a:pt x="220370" y="726630"/>
                </a:lnTo>
                <a:lnTo>
                  <a:pt x="191770" y="687565"/>
                </a:lnTo>
                <a:lnTo>
                  <a:pt x="166204" y="647395"/>
                </a:lnTo>
                <a:lnTo>
                  <a:pt x="143764" y="606247"/>
                </a:lnTo>
                <a:lnTo>
                  <a:pt x="124548" y="564273"/>
                </a:lnTo>
                <a:lnTo>
                  <a:pt x="108623" y="521627"/>
                </a:lnTo>
                <a:lnTo>
                  <a:pt x="96088" y="478459"/>
                </a:lnTo>
                <a:lnTo>
                  <a:pt x="87020" y="434886"/>
                </a:lnTo>
                <a:lnTo>
                  <a:pt x="81521" y="391083"/>
                </a:lnTo>
                <a:lnTo>
                  <a:pt x="79667" y="347192"/>
                </a:lnTo>
                <a:lnTo>
                  <a:pt x="79667" y="258267"/>
                </a:lnTo>
                <a:lnTo>
                  <a:pt x="95161" y="255816"/>
                </a:lnTo>
                <a:lnTo>
                  <a:pt x="144094" y="245935"/>
                </a:lnTo>
                <a:lnTo>
                  <a:pt x="191833" y="232041"/>
                </a:lnTo>
                <a:lnTo>
                  <a:pt x="238099" y="214223"/>
                </a:lnTo>
                <a:lnTo>
                  <a:pt x="282689" y="192620"/>
                </a:lnTo>
                <a:lnTo>
                  <a:pt x="325335" y="167335"/>
                </a:lnTo>
                <a:lnTo>
                  <a:pt x="365823" y="138493"/>
                </a:lnTo>
                <a:lnTo>
                  <a:pt x="403923" y="106197"/>
                </a:lnTo>
                <a:lnTo>
                  <a:pt x="416369" y="94716"/>
                </a:lnTo>
                <a:lnTo>
                  <a:pt x="428840" y="106197"/>
                </a:lnTo>
                <a:lnTo>
                  <a:pt x="466928" y="138493"/>
                </a:lnTo>
                <a:lnTo>
                  <a:pt x="507415" y="167335"/>
                </a:lnTo>
                <a:lnTo>
                  <a:pt x="550062" y="192620"/>
                </a:lnTo>
                <a:lnTo>
                  <a:pt x="594652" y="214223"/>
                </a:lnTo>
                <a:lnTo>
                  <a:pt x="640918" y="232041"/>
                </a:lnTo>
                <a:lnTo>
                  <a:pt x="688644" y="245935"/>
                </a:lnTo>
                <a:lnTo>
                  <a:pt x="737577" y="255816"/>
                </a:lnTo>
                <a:lnTo>
                  <a:pt x="753084" y="258267"/>
                </a:lnTo>
                <a:lnTo>
                  <a:pt x="753084" y="177139"/>
                </a:lnTo>
                <a:lnTo>
                  <a:pt x="742073" y="175729"/>
                </a:lnTo>
                <a:lnTo>
                  <a:pt x="694880" y="165112"/>
                </a:lnTo>
                <a:lnTo>
                  <a:pt x="649097" y="150190"/>
                </a:lnTo>
                <a:lnTo>
                  <a:pt x="605002" y="131089"/>
                </a:lnTo>
                <a:lnTo>
                  <a:pt x="562864" y="107975"/>
                </a:lnTo>
                <a:lnTo>
                  <a:pt x="522986" y="80949"/>
                </a:lnTo>
                <a:lnTo>
                  <a:pt x="485660" y="50190"/>
                </a:lnTo>
                <a:lnTo>
                  <a:pt x="451167" y="15811"/>
                </a:lnTo>
                <a:lnTo>
                  <a:pt x="436753" y="4622"/>
                </a:lnTo>
                <a:lnTo>
                  <a:pt x="419747" y="0"/>
                </a:lnTo>
                <a:lnTo>
                  <a:pt x="402259" y="2070"/>
                </a:lnTo>
                <a:lnTo>
                  <a:pt x="386359" y="11010"/>
                </a:lnTo>
                <a:lnTo>
                  <a:pt x="384657" y="12547"/>
                </a:lnTo>
                <a:lnTo>
                  <a:pt x="383057" y="14071"/>
                </a:lnTo>
                <a:lnTo>
                  <a:pt x="381584" y="15811"/>
                </a:lnTo>
                <a:lnTo>
                  <a:pt x="347091" y="50190"/>
                </a:lnTo>
                <a:lnTo>
                  <a:pt x="309765" y="80949"/>
                </a:lnTo>
                <a:lnTo>
                  <a:pt x="269887" y="107975"/>
                </a:lnTo>
                <a:lnTo>
                  <a:pt x="227761" y="131089"/>
                </a:lnTo>
                <a:lnTo>
                  <a:pt x="183654" y="150190"/>
                </a:lnTo>
                <a:lnTo>
                  <a:pt x="137871" y="165112"/>
                </a:lnTo>
                <a:lnTo>
                  <a:pt x="90678" y="175729"/>
                </a:lnTo>
                <a:lnTo>
                  <a:pt x="42392" y="181889"/>
                </a:lnTo>
                <a:lnTo>
                  <a:pt x="25552" y="186753"/>
                </a:lnTo>
                <a:lnTo>
                  <a:pt x="12065" y="197091"/>
                </a:lnTo>
                <a:lnTo>
                  <a:pt x="3149" y="211556"/>
                </a:lnTo>
                <a:lnTo>
                  <a:pt x="0" y="228803"/>
                </a:lnTo>
                <a:lnTo>
                  <a:pt x="12" y="347192"/>
                </a:lnTo>
                <a:lnTo>
                  <a:pt x="1905" y="395185"/>
                </a:lnTo>
                <a:lnTo>
                  <a:pt x="7480" y="442556"/>
                </a:lnTo>
                <a:lnTo>
                  <a:pt x="16598" y="489216"/>
                </a:lnTo>
                <a:lnTo>
                  <a:pt x="29121" y="535063"/>
                </a:lnTo>
                <a:lnTo>
                  <a:pt x="44881" y="579996"/>
                </a:lnTo>
                <a:lnTo>
                  <a:pt x="63754" y="623925"/>
                </a:lnTo>
                <a:lnTo>
                  <a:pt x="85572" y="666737"/>
                </a:lnTo>
                <a:lnTo>
                  <a:pt x="110197" y="708342"/>
                </a:lnTo>
                <a:lnTo>
                  <a:pt x="137490" y="748639"/>
                </a:lnTo>
                <a:lnTo>
                  <a:pt x="167297" y="787527"/>
                </a:lnTo>
                <a:lnTo>
                  <a:pt x="199478" y="824903"/>
                </a:lnTo>
                <a:lnTo>
                  <a:pt x="233870" y="860679"/>
                </a:lnTo>
                <a:lnTo>
                  <a:pt x="270344" y="894740"/>
                </a:lnTo>
                <a:lnTo>
                  <a:pt x="308749" y="926998"/>
                </a:lnTo>
                <a:lnTo>
                  <a:pt x="348945" y="957351"/>
                </a:lnTo>
                <a:lnTo>
                  <a:pt x="390766" y="985710"/>
                </a:lnTo>
                <a:lnTo>
                  <a:pt x="416382" y="993228"/>
                </a:lnTo>
                <a:lnTo>
                  <a:pt x="429602" y="991349"/>
                </a:lnTo>
                <a:lnTo>
                  <a:pt x="483806" y="957351"/>
                </a:lnTo>
                <a:lnTo>
                  <a:pt x="523989" y="926998"/>
                </a:lnTo>
                <a:lnTo>
                  <a:pt x="562381" y="894740"/>
                </a:lnTo>
                <a:lnTo>
                  <a:pt x="598868" y="860679"/>
                </a:lnTo>
                <a:lnTo>
                  <a:pt x="633260" y="824903"/>
                </a:lnTo>
                <a:lnTo>
                  <a:pt x="665441" y="787527"/>
                </a:lnTo>
                <a:lnTo>
                  <a:pt x="695248" y="748639"/>
                </a:lnTo>
                <a:lnTo>
                  <a:pt x="722553" y="708342"/>
                </a:lnTo>
                <a:lnTo>
                  <a:pt x="747179" y="666737"/>
                </a:lnTo>
                <a:lnTo>
                  <a:pt x="769010" y="623925"/>
                </a:lnTo>
                <a:lnTo>
                  <a:pt x="787869" y="579996"/>
                </a:lnTo>
                <a:lnTo>
                  <a:pt x="803643" y="535063"/>
                </a:lnTo>
                <a:lnTo>
                  <a:pt x="816152" y="489216"/>
                </a:lnTo>
                <a:lnTo>
                  <a:pt x="825284" y="442556"/>
                </a:lnTo>
                <a:lnTo>
                  <a:pt x="830859" y="395185"/>
                </a:lnTo>
                <a:lnTo>
                  <a:pt x="832751" y="347192"/>
                </a:lnTo>
                <a:lnTo>
                  <a:pt x="832751" y="228803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57009" y="3217290"/>
            <a:ext cx="1771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 marR="5080" indent="-304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High</a:t>
            </a:r>
            <a:r>
              <a:rPr sz="1800" b="1" spc="1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Availability</a:t>
            </a:r>
            <a:r>
              <a:rPr sz="1800" b="1" spc="-2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002539"/>
                </a:solidFill>
                <a:latin typeface="Calibri"/>
                <a:cs typeface="Calibri"/>
              </a:rPr>
              <a:t>&amp;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Disaster</a:t>
            </a:r>
            <a:r>
              <a:rPr sz="1800" b="1" spc="-9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Recovery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8180" y="2098401"/>
            <a:ext cx="799465" cy="798830"/>
          </a:xfrm>
          <a:custGeom>
            <a:avLst/>
            <a:gdLst/>
            <a:ahLst/>
            <a:cxnLst/>
            <a:rect l="l" t="t" r="r" b="b"/>
            <a:pathLst>
              <a:path w="799465" h="798830">
                <a:moveTo>
                  <a:pt x="561024" y="685812"/>
                </a:moveTo>
                <a:lnTo>
                  <a:pt x="238259" y="685812"/>
                </a:lnTo>
                <a:lnTo>
                  <a:pt x="256084" y="695042"/>
                </a:lnTo>
                <a:lnTo>
                  <a:pt x="274350" y="703281"/>
                </a:lnTo>
                <a:lnTo>
                  <a:pt x="293056" y="710418"/>
                </a:lnTo>
                <a:lnTo>
                  <a:pt x="312202" y="716345"/>
                </a:lnTo>
                <a:lnTo>
                  <a:pt x="353281" y="798549"/>
                </a:lnTo>
                <a:lnTo>
                  <a:pt x="447176" y="798549"/>
                </a:lnTo>
                <a:lnTo>
                  <a:pt x="488255" y="716345"/>
                </a:lnTo>
                <a:lnTo>
                  <a:pt x="507383" y="710418"/>
                </a:lnTo>
                <a:lnTo>
                  <a:pt x="525960" y="703281"/>
                </a:lnTo>
                <a:lnTo>
                  <a:pt x="543877" y="695042"/>
                </a:lnTo>
                <a:lnTo>
                  <a:pt x="561024" y="685812"/>
                </a:lnTo>
                <a:close/>
              </a:path>
              <a:path w="799465" h="798830">
                <a:moveTo>
                  <a:pt x="150232" y="83377"/>
                </a:moveTo>
                <a:lnTo>
                  <a:pt x="83331" y="150315"/>
                </a:lnTo>
                <a:lnTo>
                  <a:pt x="112674" y="238390"/>
                </a:lnTo>
                <a:lnTo>
                  <a:pt x="103449" y="256225"/>
                </a:lnTo>
                <a:lnTo>
                  <a:pt x="95215" y="274501"/>
                </a:lnTo>
                <a:lnTo>
                  <a:pt x="88081" y="293217"/>
                </a:lnTo>
                <a:lnTo>
                  <a:pt x="82158" y="312373"/>
                </a:lnTo>
                <a:lnTo>
                  <a:pt x="0" y="352300"/>
                </a:lnTo>
                <a:lnTo>
                  <a:pt x="0" y="446247"/>
                </a:lnTo>
                <a:lnTo>
                  <a:pt x="82158" y="487349"/>
                </a:lnTo>
                <a:lnTo>
                  <a:pt x="88081" y="506487"/>
                </a:lnTo>
                <a:lnTo>
                  <a:pt x="95215" y="525075"/>
                </a:lnTo>
                <a:lnTo>
                  <a:pt x="103449" y="543002"/>
                </a:lnTo>
                <a:lnTo>
                  <a:pt x="112674" y="560158"/>
                </a:lnTo>
                <a:lnTo>
                  <a:pt x="83332" y="648233"/>
                </a:lnTo>
                <a:lnTo>
                  <a:pt x="150232" y="715171"/>
                </a:lnTo>
                <a:lnTo>
                  <a:pt x="238259" y="685812"/>
                </a:lnTo>
                <a:lnTo>
                  <a:pt x="678393" y="685812"/>
                </a:lnTo>
                <a:lnTo>
                  <a:pt x="715951" y="648234"/>
                </a:lnTo>
                <a:lnTo>
                  <a:pt x="686609" y="560158"/>
                </a:lnTo>
                <a:lnTo>
                  <a:pt x="695833" y="542323"/>
                </a:lnTo>
                <a:lnTo>
                  <a:pt x="696792" y="540195"/>
                </a:lnTo>
                <a:lnTo>
                  <a:pt x="399055" y="540195"/>
                </a:lnTo>
                <a:lnTo>
                  <a:pt x="354661" y="532979"/>
                </a:lnTo>
                <a:lnTo>
                  <a:pt x="316014" y="512912"/>
                </a:lnTo>
                <a:lnTo>
                  <a:pt x="285479" y="482361"/>
                </a:lnTo>
                <a:lnTo>
                  <a:pt x="265423" y="443692"/>
                </a:lnTo>
                <a:lnTo>
                  <a:pt x="258212" y="399274"/>
                </a:lnTo>
                <a:lnTo>
                  <a:pt x="265423" y="354856"/>
                </a:lnTo>
                <a:lnTo>
                  <a:pt x="285479" y="316187"/>
                </a:lnTo>
                <a:lnTo>
                  <a:pt x="316013" y="285636"/>
                </a:lnTo>
                <a:lnTo>
                  <a:pt x="354661" y="265569"/>
                </a:lnTo>
                <a:lnTo>
                  <a:pt x="399054" y="258354"/>
                </a:lnTo>
                <a:lnTo>
                  <a:pt x="695949" y="258354"/>
                </a:lnTo>
                <a:lnTo>
                  <a:pt x="694660" y="255546"/>
                </a:lnTo>
                <a:lnTo>
                  <a:pt x="685435" y="238390"/>
                </a:lnTo>
                <a:lnTo>
                  <a:pt x="714777" y="150315"/>
                </a:lnTo>
                <a:lnTo>
                  <a:pt x="677219" y="112736"/>
                </a:lnTo>
                <a:lnTo>
                  <a:pt x="238259" y="112736"/>
                </a:lnTo>
                <a:lnTo>
                  <a:pt x="150232" y="83377"/>
                </a:lnTo>
                <a:close/>
              </a:path>
              <a:path w="799465" h="798830">
                <a:moveTo>
                  <a:pt x="678393" y="685812"/>
                </a:moveTo>
                <a:lnTo>
                  <a:pt x="561024" y="685812"/>
                </a:lnTo>
                <a:lnTo>
                  <a:pt x="649051" y="715171"/>
                </a:lnTo>
                <a:lnTo>
                  <a:pt x="678393" y="685812"/>
                </a:lnTo>
                <a:close/>
              </a:path>
              <a:path w="799465" h="798830">
                <a:moveTo>
                  <a:pt x="695949" y="258354"/>
                </a:moveTo>
                <a:lnTo>
                  <a:pt x="399054" y="258354"/>
                </a:lnTo>
                <a:lnTo>
                  <a:pt x="443448" y="265569"/>
                </a:lnTo>
                <a:lnTo>
                  <a:pt x="482095" y="285636"/>
                </a:lnTo>
                <a:lnTo>
                  <a:pt x="512630" y="316187"/>
                </a:lnTo>
                <a:lnTo>
                  <a:pt x="532686" y="354856"/>
                </a:lnTo>
                <a:lnTo>
                  <a:pt x="539897" y="399274"/>
                </a:lnTo>
                <a:lnTo>
                  <a:pt x="532686" y="443692"/>
                </a:lnTo>
                <a:lnTo>
                  <a:pt x="512630" y="482361"/>
                </a:lnTo>
                <a:lnTo>
                  <a:pt x="482096" y="512912"/>
                </a:lnTo>
                <a:lnTo>
                  <a:pt x="443448" y="532979"/>
                </a:lnTo>
                <a:lnTo>
                  <a:pt x="399055" y="540195"/>
                </a:lnTo>
                <a:lnTo>
                  <a:pt x="696792" y="540195"/>
                </a:lnTo>
                <a:lnTo>
                  <a:pt x="704068" y="524047"/>
                </a:lnTo>
                <a:lnTo>
                  <a:pt x="711201" y="505331"/>
                </a:lnTo>
                <a:lnTo>
                  <a:pt x="717125" y="486175"/>
                </a:lnTo>
                <a:lnTo>
                  <a:pt x="799283" y="445073"/>
                </a:lnTo>
                <a:lnTo>
                  <a:pt x="799283" y="351126"/>
                </a:lnTo>
                <a:lnTo>
                  <a:pt x="715951" y="311199"/>
                </a:lnTo>
                <a:lnTo>
                  <a:pt x="710028" y="292061"/>
                </a:lnTo>
                <a:lnTo>
                  <a:pt x="702894" y="273473"/>
                </a:lnTo>
                <a:lnTo>
                  <a:pt x="695949" y="258354"/>
                </a:lnTo>
                <a:close/>
              </a:path>
              <a:path w="799465" h="798830">
                <a:moveTo>
                  <a:pt x="446002" y="0"/>
                </a:moveTo>
                <a:lnTo>
                  <a:pt x="352107" y="0"/>
                </a:lnTo>
                <a:lnTo>
                  <a:pt x="311027" y="82203"/>
                </a:lnTo>
                <a:lnTo>
                  <a:pt x="291900" y="88130"/>
                </a:lnTo>
                <a:lnTo>
                  <a:pt x="273323" y="95268"/>
                </a:lnTo>
                <a:lnTo>
                  <a:pt x="255406" y="103506"/>
                </a:lnTo>
                <a:lnTo>
                  <a:pt x="238259" y="112736"/>
                </a:lnTo>
                <a:lnTo>
                  <a:pt x="559850" y="112736"/>
                </a:lnTo>
                <a:lnTo>
                  <a:pt x="542025" y="103506"/>
                </a:lnTo>
                <a:lnTo>
                  <a:pt x="523759" y="95268"/>
                </a:lnTo>
                <a:lnTo>
                  <a:pt x="505053" y="88130"/>
                </a:lnTo>
                <a:lnTo>
                  <a:pt x="485907" y="82203"/>
                </a:lnTo>
                <a:lnTo>
                  <a:pt x="446002" y="0"/>
                </a:lnTo>
                <a:close/>
              </a:path>
              <a:path w="799465" h="798830">
                <a:moveTo>
                  <a:pt x="647877" y="83378"/>
                </a:moveTo>
                <a:lnTo>
                  <a:pt x="559850" y="112736"/>
                </a:lnTo>
                <a:lnTo>
                  <a:pt x="677219" y="112736"/>
                </a:lnTo>
                <a:lnTo>
                  <a:pt x="647877" y="83378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218803" y="3217290"/>
            <a:ext cx="19583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Resilience</a:t>
            </a:r>
            <a:r>
              <a:rPr sz="1800" b="1" spc="-9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Strategies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40216" y="4442838"/>
            <a:ext cx="826135" cy="784225"/>
          </a:xfrm>
          <a:custGeom>
            <a:avLst/>
            <a:gdLst/>
            <a:ahLst/>
            <a:cxnLst/>
            <a:rect l="l" t="t" r="r" b="b"/>
            <a:pathLst>
              <a:path w="826135" h="784225">
                <a:moveTo>
                  <a:pt x="215851" y="0"/>
                </a:moveTo>
                <a:lnTo>
                  <a:pt x="167119" y="4147"/>
                </a:lnTo>
                <a:lnTo>
                  <a:pt x="121476" y="21148"/>
                </a:lnTo>
                <a:lnTo>
                  <a:pt x="80639" y="48635"/>
                </a:lnTo>
                <a:lnTo>
                  <a:pt x="46323" y="84243"/>
                </a:lnTo>
                <a:lnTo>
                  <a:pt x="20247" y="125606"/>
                </a:lnTo>
                <a:lnTo>
                  <a:pt x="4350" y="171861"/>
                </a:lnTo>
                <a:lnTo>
                  <a:pt x="0" y="219116"/>
                </a:lnTo>
                <a:lnTo>
                  <a:pt x="5239" y="266487"/>
                </a:lnTo>
                <a:lnTo>
                  <a:pt x="18111" y="313087"/>
                </a:lnTo>
                <a:lnTo>
                  <a:pt x="36660" y="358030"/>
                </a:lnTo>
                <a:lnTo>
                  <a:pt x="58930" y="400431"/>
                </a:lnTo>
                <a:lnTo>
                  <a:pt x="84539" y="442189"/>
                </a:lnTo>
                <a:lnTo>
                  <a:pt x="112480" y="482356"/>
                </a:lnTo>
                <a:lnTo>
                  <a:pt x="142408" y="521062"/>
                </a:lnTo>
                <a:lnTo>
                  <a:pt x="173978" y="558439"/>
                </a:lnTo>
                <a:lnTo>
                  <a:pt x="206846" y="594620"/>
                </a:lnTo>
                <a:lnTo>
                  <a:pt x="240667" y="629735"/>
                </a:lnTo>
                <a:lnTo>
                  <a:pt x="273431" y="662394"/>
                </a:lnTo>
                <a:lnTo>
                  <a:pt x="307045" y="694160"/>
                </a:lnTo>
                <a:lnTo>
                  <a:pt x="341489" y="725018"/>
                </a:lnTo>
                <a:lnTo>
                  <a:pt x="376745" y="754951"/>
                </a:lnTo>
                <a:lnTo>
                  <a:pt x="412794" y="783944"/>
                </a:lnTo>
                <a:lnTo>
                  <a:pt x="416200" y="781266"/>
                </a:lnTo>
                <a:lnTo>
                  <a:pt x="455742" y="749105"/>
                </a:lnTo>
                <a:lnTo>
                  <a:pt x="494341" y="715835"/>
                </a:lnTo>
                <a:lnTo>
                  <a:pt x="531975" y="681474"/>
                </a:lnTo>
                <a:lnTo>
                  <a:pt x="568621" y="646044"/>
                </a:lnTo>
                <a:lnTo>
                  <a:pt x="591845" y="623017"/>
                </a:lnTo>
                <a:lnTo>
                  <a:pt x="377424" y="623017"/>
                </a:lnTo>
                <a:lnTo>
                  <a:pt x="368749" y="619593"/>
                </a:lnTo>
                <a:lnTo>
                  <a:pt x="361815" y="612868"/>
                </a:lnTo>
                <a:lnTo>
                  <a:pt x="359868" y="610038"/>
                </a:lnTo>
                <a:lnTo>
                  <a:pt x="358550" y="606823"/>
                </a:lnTo>
                <a:lnTo>
                  <a:pt x="357932" y="603445"/>
                </a:lnTo>
                <a:lnTo>
                  <a:pt x="356052" y="594971"/>
                </a:lnTo>
                <a:lnTo>
                  <a:pt x="354480" y="586406"/>
                </a:lnTo>
                <a:lnTo>
                  <a:pt x="353023" y="577840"/>
                </a:lnTo>
                <a:lnTo>
                  <a:pt x="351485" y="569366"/>
                </a:lnTo>
                <a:lnTo>
                  <a:pt x="322948" y="416978"/>
                </a:lnTo>
                <a:lnTo>
                  <a:pt x="210156" y="416978"/>
                </a:lnTo>
                <a:lnTo>
                  <a:pt x="194056" y="416738"/>
                </a:lnTo>
                <a:lnTo>
                  <a:pt x="126034" y="416738"/>
                </a:lnTo>
                <a:lnTo>
                  <a:pt x="118049" y="404458"/>
                </a:lnTo>
                <a:lnTo>
                  <a:pt x="110416" y="392276"/>
                </a:lnTo>
                <a:lnTo>
                  <a:pt x="103102" y="380093"/>
                </a:lnTo>
                <a:lnTo>
                  <a:pt x="96153" y="367934"/>
                </a:lnTo>
                <a:lnTo>
                  <a:pt x="218159" y="367458"/>
                </a:lnTo>
                <a:lnTo>
                  <a:pt x="254656" y="257906"/>
                </a:lnTo>
                <a:lnTo>
                  <a:pt x="276309" y="192791"/>
                </a:lnTo>
                <a:lnTo>
                  <a:pt x="281258" y="179625"/>
                </a:lnTo>
                <a:lnTo>
                  <a:pt x="288443" y="167885"/>
                </a:lnTo>
                <a:lnTo>
                  <a:pt x="298957" y="161144"/>
                </a:lnTo>
                <a:lnTo>
                  <a:pt x="411698" y="161144"/>
                </a:lnTo>
                <a:lnTo>
                  <a:pt x="391126" y="124540"/>
                </a:lnTo>
                <a:lnTo>
                  <a:pt x="365114" y="87704"/>
                </a:lnTo>
                <a:lnTo>
                  <a:pt x="334667" y="54709"/>
                </a:lnTo>
                <a:lnTo>
                  <a:pt x="299700" y="27678"/>
                </a:lnTo>
                <a:lnTo>
                  <a:pt x="260124" y="8733"/>
                </a:lnTo>
                <a:lnTo>
                  <a:pt x="215851" y="0"/>
                </a:lnTo>
                <a:close/>
              </a:path>
              <a:path w="826135" h="784225">
                <a:moveTo>
                  <a:pt x="499526" y="356858"/>
                </a:moveTo>
                <a:lnTo>
                  <a:pt x="481028" y="406029"/>
                </a:lnTo>
                <a:lnTo>
                  <a:pt x="468960" y="438332"/>
                </a:lnTo>
                <a:lnTo>
                  <a:pt x="444330" y="504139"/>
                </a:lnTo>
                <a:lnTo>
                  <a:pt x="425672" y="553368"/>
                </a:lnTo>
                <a:lnTo>
                  <a:pt x="406712" y="602350"/>
                </a:lnTo>
                <a:lnTo>
                  <a:pt x="404917" y="608993"/>
                </a:lnTo>
                <a:lnTo>
                  <a:pt x="401045" y="614886"/>
                </a:lnTo>
                <a:lnTo>
                  <a:pt x="395642" y="619146"/>
                </a:lnTo>
                <a:lnTo>
                  <a:pt x="386562" y="623017"/>
                </a:lnTo>
                <a:lnTo>
                  <a:pt x="591845" y="623017"/>
                </a:lnTo>
                <a:lnTo>
                  <a:pt x="602869" y="612087"/>
                </a:lnTo>
                <a:lnTo>
                  <a:pt x="635735" y="576840"/>
                </a:lnTo>
                <a:lnTo>
                  <a:pt x="667183" y="540346"/>
                </a:lnTo>
                <a:lnTo>
                  <a:pt x="690200" y="511416"/>
                </a:lnTo>
                <a:lnTo>
                  <a:pt x="565009" y="511416"/>
                </a:lnTo>
                <a:lnTo>
                  <a:pt x="555733" y="510449"/>
                </a:lnTo>
                <a:lnTo>
                  <a:pt x="536385" y="483316"/>
                </a:lnTo>
                <a:lnTo>
                  <a:pt x="513914" y="406394"/>
                </a:lnTo>
                <a:lnTo>
                  <a:pt x="499526" y="356858"/>
                </a:lnTo>
                <a:close/>
              </a:path>
              <a:path w="826135" h="784225">
                <a:moveTo>
                  <a:pt x="784093" y="367051"/>
                </a:moveTo>
                <a:lnTo>
                  <a:pt x="658805" y="367051"/>
                </a:lnTo>
                <a:lnTo>
                  <a:pt x="683818" y="367934"/>
                </a:lnTo>
                <a:lnTo>
                  <a:pt x="729070" y="367934"/>
                </a:lnTo>
                <a:lnTo>
                  <a:pt x="722138" y="380093"/>
                </a:lnTo>
                <a:lnTo>
                  <a:pt x="714853" y="392276"/>
                </a:lnTo>
                <a:lnTo>
                  <a:pt x="707225" y="404458"/>
                </a:lnTo>
                <a:lnTo>
                  <a:pt x="699188" y="416738"/>
                </a:lnTo>
                <a:lnTo>
                  <a:pt x="659626" y="416738"/>
                </a:lnTo>
                <a:lnTo>
                  <a:pt x="640446" y="438332"/>
                </a:lnTo>
                <a:lnTo>
                  <a:pt x="601691" y="481897"/>
                </a:lnTo>
                <a:lnTo>
                  <a:pt x="573970" y="508831"/>
                </a:lnTo>
                <a:lnTo>
                  <a:pt x="565009" y="511416"/>
                </a:lnTo>
                <a:lnTo>
                  <a:pt x="690200" y="511416"/>
                </a:lnTo>
                <a:lnTo>
                  <a:pt x="697064" y="502790"/>
                </a:lnTo>
                <a:lnTo>
                  <a:pt x="725686" y="463783"/>
                </a:lnTo>
                <a:lnTo>
                  <a:pt x="752669" y="423799"/>
                </a:lnTo>
                <a:lnTo>
                  <a:pt x="776461" y="382809"/>
                </a:lnTo>
                <a:lnTo>
                  <a:pt x="784093" y="367051"/>
                </a:lnTo>
                <a:close/>
              </a:path>
              <a:path w="826135" h="784225">
                <a:moveTo>
                  <a:pt x="635403" y="486"/>
                </a:moveTo>
                <a:lnTo>
                  <a:pt x="585639" y="3065"/>
                </a:lnTo>
                <a:lnTo>
                  <a:pt x="540791" y="19248"/>
                </a:lnTo>
                <a:lnTo>
                  <a:pt x="500971" y="46189"/>
                </a:lnTo>
                <a:lnTo>
                  <a:pt x="466290" y="81041"/>
                </a:lnTo>
                <a:lnTo>
                  <a:pt x="436861" y="120958"/>
                </a:lnTo>
                <a:lnTo>
                  <a:pt x="412794" y="163093"/>
                </a:lnTo>
                <a:lnTo>
                  <a:pt x="314068" y="163093"/>
                </a:lnTo>
                <a:lnTo>
                  <a:pt x="322226" y="168901"/>
                </a:lnTo>
                <a:lnTo>
                  <a:pt x="326973" y="177090"/>
                </a:lnTo>
                <a:lnTo>
                  <a:pt x="329532" y="186557"/>
                </a:lnTo>
                <a:lnTo>
                  <a:pt x="331292" y="196320"/>
                </a:lnTo>
                <a:lnTo>
                  <a:pt x="376622" y="438332"/>
                </a:lnTo>
                <a:lnTo>
                  <a:pt x="389803" y="508831"/>
                </a:lnTo>
                <a:lnTo>
                  <a:pt x="389925" y="509484"/>
                </a:lnTo>
                <a:lnTo>
                  <a:pt x="443299" y="368242"/>
                </a:lnTo>
                <a:lnTo>
                  <a:pt x="476049" y="281640"/>
                </a:lnTo>
                <a:lnTo>
                  <a:pt x="500378" y="255959"/>
                </a:lnTo>
                <a:lnTo>
                  <a:pt x="822228" y="255959"/>
                </a:lnTo>
                <a:lnTo>
                  <a:pt x="824457" y="245397"/>
                </a:lnTo>
                <a:lnTo>
                  <a:pt x="825606" y="197754"/>
                </a:lnTo>
                <a:lnTo>
                  <a:pt x="815802" y="150678"/>
                </a:lnTo>
                <a:lnTo>
                  <a:pt x="795021" y="106280"/>
                </a:lnTo>
                <a:lnTo>
                  <a:pt x="764897" y="66859"/>
                </a:lnTo>
                <a:lnTo>
                  <a:pt x="727123" y="34618"/>
                </a:lnTo>
                <a:lnTo>
                  <a:pt x="683395" y="11760"/>
                </a:lnTo>
                <a:lnTo>
                  <a:pt x="635403" y="486"/>
                </a:lnTo>
                <a:close/>
              </a:path>
              <a:path w="826135" h="784225">
                <a:moveTo>
                  <a:pt x="822228" y="255959"/>
                </a:moveTo>
                <a:lnTo>
                  <a:pt x="500378" y="255959"/>
                </a:lnTo>
                <a:lnTo>
                  <a:pt x="512520" y="257648"/>
                </a:lnTo>
                <a:lnTo>
                  <a:pt x="520693" y="264357"/>
                </a:lnTo>
                <a:lnTo>
                  <a:pt x="526037" y="274170"/>
                </a:lnTo>
                <a:lnTo>
                  <a:pt x="529694" y="285170"/>
                </a:lnTo>
                <a:lnTo>
                  <a:pt x="574246" y="438332"/>
                </a:lnTo>
                <a:lnTo>
                  <a:pt x="574338" y="438648"/>
                </a:lnTo>
                <a:lnTo>
                  <a:pt x="603654" y="406394"/>
                </a:lnTo>
                <a:lnTo>
                  <a:pt x="635160" y="372559"/>
                </a:lnTo>
                <a:lnTo>
                  <a:pt x="658805" y="367051"/>
                </a:lnTo>
                <a:lnTo>
                  <a:pt x="784093" y="367051"/>
                </a:lnTo>
                <a:lnTo>
                  <a:pt x="797768" y="338817"/>
                </a:lnTo>
                <a:lnTo>
                  <a:pt x="814472" y="292716"/>
                </a:lnTo>
                <a:lnTo>
                  <a:pt x="822228" y="255959"/>
                </a:lnTo>
                <a:close/>
              </a:path>
              <a:path w="826135" h="784225">
                <a:moveTo>
                  <a:pt x="297718" y="282249"/>
                </a:moveTo>
                <a:lnTo>
                  <a:pt x="263414" y="385338"/>
                </a:lnTo>
                <a:lnTo>
                  <a:pt x="233879" y="416738"/>
                </a:lnTo>
                <a:lnTo>
                  <a:pt x="229865" y="416738"/>
                </a:lnTo>
                <a:lnTo>
                  <a:pt x="220913" y="416978"/>
                </a:lnTo>
                <a:lnTo>
                  <a:pt x="322948" y="416978"/>
                </a:lnTo>
                <a:lnTo>
                  <a:pt x="297718" y="282249"/>
                </a:lnTo>
                <a:close/>
              </a:path>
              <a:path w="826135" h="784225">
                <a:moveTo>
                  <a:pt x="411698" y="161144"/>
                </a:moveTo>
                <a:lnTo>
                  <a:pt x="298957" y="161144"/>
                </a:lnTo>
                <a:lnTo>
                  <a:pt x="314892" y="163093"/>
                </a:lnTo>
                <a:lnTo>
                  <a:pt x="412794" y="163093"/>
                </a:lnTo>
                <a:lnTo>
                  <a:pt x="411698" y="161144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53692" y="5544718"/>
            <a:ext cx="13049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Monitoring</a:t>
            </a:r>
            <a:r>
              <a:rPr sz="1800" b="1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002539"/>
                </a:solidFill>
                <a:latin typeface="Calibri"/>
                <a:cs typeface="Calibri"/>
              </a:rPr>
              <a:t>&amp;</a:t>
            </a:r>
            <a:endParaRPr sz="180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</a:pP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Observability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7919" y="4263415"/>
            <a:ext cx="1159484" cy="11594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40403" y="5633364"/>
            <a:ext cx="970788" cy="154152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6972532" y="4397382"/>
            <a:ext cx="969010" cy="862965"/>
            <a:chOff x="6972532" y="4397382"/>
            <a:chExt cx="969010" cy="86296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46564" y="4397382"/>
              <a:ext cx="123434" cy="12277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972528" y="4421022"/>
              <a:ext cx="969010" cy="839469"/>
            </a:xfrm>
            <a:custGeom>
              <a:avLst/>
              <a:gdLst/>
              <a:ahLst/>
              <a:cxnLst/>
              <a:rect l="l" t="t" r="r" b="b"/>
              <a:pathLst>
                <a:path w="969009" h="839470">
                  <a:moveTo>
                    <a:pt x="519671" y="655840"/>
                  </a:moveTo>
                  <a:lnTo>
                    <a:pt x="501954" y="655840"/>
                  </a:lnTo>
                  <a:lnTo>
                    <a:pt x="501954" y="525856"/>
                  </a:lnTo>
                  <a:lnTo>
                    <a:pt x="413385" y="525856"/>
                  </a:lnTo>
                  <a:lnTo>
                    <a:pt x="413385" y="561301"/>
                  </a:lnTo>
                  <a:lnTo>
                    <a:pt x="466521" y="561301"/>
                  </a:lnTo>
                  <a:lnTo>
                    <a:pt x="466521" y="655840"/>
                  </a:lnTo>
                  <a:lnTo>
                    <a:pt x="324777" y="655840"/>
                  </a:lnTo>
                  <a:lnTo>
                    <a:pt x="324777" y="561301"/>
                  </a:lnTo>
                  <a:lnTo>
                    <a:pt x="354330" y="561301"/>
                  </a:lnTo>
                  <a:lnTo>
                    <a:pt x="354330" y="525856"/>
                  </a:lnTo>
                  <a:lnTo>
                    <a:pt x="324777" y="525856"/>
                  </a:lnTo>
                  <a:lnTo>
                    <a:pt x="324777" y="454952"/>
                  </a:lnTo>
                  <a:lnTo>
                    <a:pt x="389864" y="454952"/>
                  </a:lnTo>
                  <a:lnTo>
                    <a:pt x="401624" y="419493"/>
                  </a:lnTo>
                  <a:lnTo>
                    <a:pt x="324777" y="419493"/>
                  </a:lnTo>
                  <a:lnTo>
                    <a:pt x="324777" y="313143"/>
                  </a:lnTo>
                  <a:lnTo>
                    <a:pt x="436994" y="313143"/>
                  </a:lnTo>
                  <a:lnTo>
                    <a:pt x="472351" y="277698"/>
                  </a:lnTo>
                  <a:lnTo>
                    <a:pt x="289356" y="277698"/>
                  </a:lnTo>
                  <a:lnTo>
                    <a:pt x="289356" y="691286"/>
                  </a:lnTo>
                  <a:lnTo>
                    <a:pt x="519671" y="691286"/>
                  </a:lnTo>
                  <a:lnTo>
                    <a:pt x="519671" y="655840"/>
                  </a:lnTo>
                  <a:close/>
                </a:path>
                <a:path w="969009" h="839470">
                  <a:moveTo>
                    <a:pt x="820839" y="277698"/>
                  </a:moveTo>
                  <a:lnTo>
                    <a:pt x="721144" y="277698"/>
                  </a:lnTo>
                  <a:lnTo>
                    <a:pt x="685723" y="313143"/>
                  </a:lnTo>
                  <a:lnTo>
                    <a:pt x="785406" y="313143"/>
                  </a:lnTo>
                  <a:lnTo>
                    <a:pt x="785406" y="419493"/>
                  </a:lnTo>
                  <a:lnTo>
                    <a:pt x="602322" y="419493"/>
                  </a:lnTo>
                  <a:lnTo>
                    <a:pt x="602322" y="454952"/>
                  </a:lnTo>
                  <a:lnTo>
                    <a:pt x="785406" y="454952"/>
                  </a:lnTo>
                  <a:lnTo>
                    <a:pt x="785406" y="525856"/>
                  </a:lnTo>
                  <a:lnTo>
                    <a:pt x="755878" y="525856"/>
                  </a:lnTo>
                  <a:lnTo>
                    <a:pt x="755878" y="561301"/>
                  </a:lnTo>
                  <a:lnTo>
                    <a:pt x="785406" y="561301"/>
                  </a:lnTo>
                  <a:lnTo>
                    <a:pt x="785406" y="655840"/>
                  </a:lnTo>
                  <a:lnTo>
                    <a:pt x="643686" y="655840"/>
                  </a:lnTo>
                  <a:lnTo>
                    <a:pt x="643686" y="561301"/>
                  </a:lnTo>
                  <a:lnTo>
                    <a:pt x="696823" y="561301"/>
                  </a:lnTo>
                  <a:lnTo>
                    <a:pt x="696823" y="525856"/>
                  </a:lnTo>
                  <a:lnTo>
                    <a:pt x="608253" y="525856"/>
                  </a:lnTo>
                  <a:lnTo>
                    <a:pt x="608253" y="655840"/>
                  </a:lnTo>
                  <a:lnTo>
                    <a:pt x="590537" y="655840"/>
                  </a:lnTo>
                  <a:lnTo>
                    <a:pt x="590537" y="691286"/>
                  </a:lnTo>
                  <a:lnTo>
                    <a:pt x="820839" y="691286"/>
                  </a:lnTo>
                  <a:lnTo>
                    <a:pt x="820839" y="277698"/>
                  </a:lnTo>
                  <a:close/>
                </a:path>
                <a:path w="969009" h="839470">
                  <a:moveTo>
                    <a:pt x="832040" y="116535"/>
                  </a:moveTo>
                  <a:lnTo>
                    <a:pt x="757516" y="41998"/>
                  </a:lnTo>
                  <a:lnTo>
                    <a:pt x="538861" y="261213"/>
                  </a:lnTo>
                  <a:lnTo>
                    <a:pt x="538861" y="364947"/>
                  </a:lnTo>
                  <a:lnTo>
                    <a:pt x="536905" y="375831"/>
                  </a:lnTo>
                  <a:lnTo>
                    <a:pt x="530720" y="385457"/>
                  </a:lnTo>
                  <a:lnTo>
                    <a:pt x="530110" y="386054"/>
                  </a:lnTo>
                  <a:lnTo>
                    <a:pt x="480606" y="402386"/>
                  </a:lnTo>
                  <a:lnTo>
                    <a:pt x="471881" y="393636"/>
                  </a:lnTo>
                  <a:lnTo>
                    <a:pt x="488175" y="344106"/>
                  </a:lnTo>
                  <a:lnTo>
                    <a:pt x="498106" y="337845"/>
                  </a:lnTo>
                  <a:lnTo>
                    <a:pt x="509270" y="335876"/>
                  </a:lnTo>
                  <a:lnTo>
                    <a:pt x="520369" y="338162"/>
                  </a:lnTo>
                  <a:lnTo>
                    <a:pt x="530110" y="344690"/>
                  </a:lnTo>
                  <a:lnTo>
                    <a:pt x="536587" y="354126"/>
                  </a:lnTo>
                  <a:lnTo>
                    <a:pt x="538861" y="364947"/>
                  </a:lnTo>
                  <a:lnTo>
                    <a:pt x="538861" y="261213"/>
                  </a:lnTo>
                  <a:lnTo>
                    <a:pt x="467791" y="332447"/>
                  </a:lnTo>
                  <a:lnTo>
                    <a:pt x="431076" y="443128"/>
                  </a:lnTo>
                  <a:lnTo>
                    <a:pt x="542328" y="406425"/>
                  </a:lnTo>
                  <a:lnTo>
                    <a:pt x="546366" y="402386"/>
                  </a:lnTo>
                  <a:lnTo>
                    <a:pt x="612838" y="335876"/>
                  </a:lnTo>
                  <a:lnTo>
                    <a:pt x="832040" y="116535"/>
                  </a:lnTo>
                  <a:close/>
                </a:path>
                <a:path w="969009" h="839470">
                  <a:moveTo>
                    <a:pt x="968451" y="118173"/>
                  </a:moveTo>
                  <a:lnTo>
                    <a:pt x="880592" y="118173"/>
                  </a:lnTo>
                  <a:lnTo>
                    <a:pt x="809726" y="189064"/>
                  </a:lnTo>
                  <a:lnTo>
                    <a:pt x="897585" y="189064"/>
                  </a:lnTo>
                  <a:lnTo>
                    <a:pt x="897585" y="768096"/>
                  </a:lnTo>
                  <a:lnTo>
                    <a:pt x="206387" y="768096"/>
                  </a:lnTo>
                  <a:lnTo>
                    <a:pt x="209118" y="760450"/>
                  </a:lnTo>
                  <a:lnTo>
                    <a:pt x="210972" y="752525"/>
                  </a:lnTo>
                  <a:lnTo>
                    <a:pt x="211886" y="744461"/>
                  </a:lnTo>
                  <a:lnTo>
                    <a:pt x="212585" y="732650"/>
                  </a:lnTo>
                  <a:lnTo>
                    <a:pt x="212585" y="697191"/>
                  </a:lnTo>
                  <a:lnTo>
                    <a:pt x="212585" y="632498"/>
                  </a:lnTo>
                  <a:lnTo>
                    <a:pt x="212585" y="189064"/>
                  </a:lnTo>
                  <a:lnTo>
                    <a:pt x="560755" y="189064"/>
                  </a:lnTo>
                  <a:lnTo>
                    <a:pt x="631482" y="118173"/>
                  </a:lnTo>
                  <a:lnTo>
                    <a:pt x="212585" y="118173"/>
                  </a:lnTo>
                  <a:lnTo>
                    <a:pt x="212585" y="106349"/>
                  </a:lnTo>
                  <a:lnTo>
                    <a:pt x="205435" y="70904"/>
                  </a:lnTo>
                  <a:lnTo>
                    <a:pt x="204228" y="64947"/>
                  </a:lnTo>
                  <a:lnTo>
                    <a:pt x="181457" y="31153"/>
                  </a:lnTo>
                  <a:lnTo>
                    <a:pt x="147662" y="8356"/>
                  </a:lnTo>
                  <a:lnTo>
                    <a:pt x="141719" y="7162"/>
                  </a:lnTo>
                  <a:lnTo>
                    <a:pt x="141719" y="106349"/>
                  </a:lnTo>
                  <a:lnTo>
                    <a:pt x="141719" y="632498"/>
                  </a:lnTo>
                  <a:lnTo>
                    <a:pt x="141719" y="732650"/>
                  </a:lnTo>
                  <a:lnTo>
                    <a:pt x="138938" y="746442"/>
                  </a:lnTo>
                  <a:lnTo>
                    <a:pt x="131343" y="757707"/>
                  </a:lnTo>
                  <a:lnTo>
                    <a:pt x="120078" y="765314"/>
                  </a:lnTo>
                  <a:lnTo>
                    <a:pt x="106286" y="768096"/>
                  </a:lnTo>
                  <a:lnTo>
                    <a:pt x="92506" y="765314"/>
                  </a:lnTo>
                  <a:lnTo>
                    <a:pt x="81241" y="757707"/>
                  </a:lnTo>
                  <a:lnTo>
                    <a:pt x="73647" y="746442"/>
                  </a:lnTo>
                  <a:lnTo>
                    <a:pt x="70866" y="732650"/>
                  </a:lnTo>
                  <a:lnTo>
                    <a:pt x="73647" y="718845"/>
                  </a:lnTo>
                  <a:lnTo>
                    <a:pt x="106286" y="697191"/>
                  </a:lnTo>
                  <a:lnTo>
                    <a:pt x="138938" y="718845"/>
                  </a:lnTo>
                  <a:lnTo>
                    <a:pt x="141719" y="732650"/>
                  </a:lnTo>
                  <a:lnTo>
                    <a:pt x="141719" y="632498"/>
                  </a:lnTo>
                  <a:lnTo>
                    <a:pt x="124206" y="627849"/>
                  </a:lnTo>
                  <a:lnTo>
                    <a:pt x="106286" y="626287"/>
                  </a:lnTo>
                  <a:lnTo>
                    <a:pt x="88379" y="627849"/>
                  </a:lnTo>
                  <a:lnTo>
                    <a:pt x="70866" y="632498"/>
                  </a:lnTo>
                  <a:lnTo>
                    <a:pt x="70866" y="106349"/>
                  </a:lnTo>
                  <a:lnTo>
                    <a:pt x="73647" y="92557"/>
                  </a:lnTo>
                  <a:lnTo>
                    <a:pt x="81241" y="81280"/>
                  </a:lnTo>
                  <a:lnTo>
                    <a:pt x="92506" y="73685"/>
                  </a:lnTo>
                  <a:lnTo>
                    <a:pt x="106286" y="70904"/>
                  </a:lnTo>
                  <a:lnTo>
                    <a:pt x="120078" y="73685"/>
                  </a:lnTo>
                  <a:lnTo>
                    <a:pt x="131343" y="81280"/>
                  </a:lnTo>
                  <a:lnTo>
                    <a:pt x="138938" y="92557"/>
                  </a:lnTo>
                  <a:lnTo>
                    <a:pt x="141719" y="106349"/>
                  </a:lnTo>
                  <a:lnTo>
                    <a:pt x="141719" y="7162"/>
                  </a:lnTo>
                  <a:lnTo>
                    <a:pt x="64909" y="8356"/>
                  </a:lnTo>
                  <a:lnTo>
                    <a:pt x="31127" y="31153"/>
                  </a:lnTo>
                  <a:lnTo>
                    <a:pt x="8356" y="64947"/>
                  </a:lnTo>
                  <a:lnTo>
                    <a:pt x="0" y="106349"/>
                  </a:lnTo>
                  <a:lnTo>
                    <a:pt x="0" y="732650"/>
                  </a:lnTo>
                  <a:lnTo>
                    <a:pt x="11544" y="780669"/>
                  </a:lnTo>
                  <a:lnTo>
                    <a:pt x="64274" y="830199"/>
                  </a:lnTo>
                  <a:lnTo>
                    <a:pt x="101079" y="838746"/>
                  </a:lnTo>
                  <a:lnTo>
                    <a:pt x="101079" y="839000"/>
                  </a:lnTo>
                  <a:lnTo>
                    <a:pt x="968451" y="839000"/>
                  </a:lnTo>
                  <a:lnTo>
                    <a:pt x="968451" y="768096"/>
                  </a:lnTo>
                  <a:lnTo>
                    <a:pt x="968451" y="118173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51472" y="5498693"/>
            <a:ext cx="2005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Blueprint</a:t>
            </a:r>
            <a:r>
              <a:rPr sz="1800" b="1" spc="-7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&amp;</a:t>
            </a:r>
            <a:r>
              <a:rPr sz="1800" b="1" spc="-3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Wrap</a:t>
            </a:r>
            <a:r>
              <a:rPr sz="1800" b="1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002539"/>
                </a:solidFill>
                <a:latin typeface="Calibri"/>
                <a:cs typeface="Calibri"/>
              </a:rPr>
              <a:t>Up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718395" y="4503737"/>
            <a:ext cx="944880" cy="662305"/>
          </a:xfrm>
          <a:custGeom>
            <a:avLst/>
            <a:gdLst/>
            <a:ahLst/>
            <a:cxnLst/>
            <a:rect l="l" t="t" r="r" b="b"/>
            <a:pathLst>
              <a:path w="944879" h="662304">
                <a:moveTo>
                  <a:pt x="590511" y="47269"/>
                </a:moveTo>
                <a:lnTo>
                  <a:pt x="586790" y="28917"/>
                </a:lnTo>
                <a:lnTo>
                  <a:pt x="576643" y="13893"/>
                </a:lnTo>
                <a:lnTo>
                  <a:pt x="561619" y="3733"/>
                </a:lnTo>
                <a:lnTo>
                  <a:pt x="543267" y="0"/>
                </a:lnTo>
                <a:lnTo>
                  <a:pt x="47244" y="0"/>
                </a:lnTo>
                <a:lnTo>
                  <a:pt x="28892" y="3733"/>
                </a:lnTo>
                <a:lnTo>
                  <a:pt x="13868" y="13893"/>
                </a:lnTo>
                <a:lnTo>
                  <a:pt x="3721" y="28917"/>
                </a:lnTo>
                <a:lnTo>
                  <a:pt x="0" y="47269"/>
                </a:lnTo>
                <a:lnTo>
                  <a:pt x="0" y="366331"/>
                </a:lnTo>
                <a:lnTo>
                  <a:pt x="3721" y="384683"/>
                </a:lnTo>
                <a:lnTo>
                  <a:pt x="13868" y="399707"/>
                </a:lnTo>
                <a:lnTo>
                  <a:pt x="28892" y="409867"/>
                </a:lnTo>
                <a:lnTo>
                  <a:pt x="47244" y="413588"/>
                </a:lnTo>
                <a:lnTo>
                  <a:pt x="118097" y="413588"/>
                </a:lnTo>
                <a:lnTo>
                  <a:pt x="118097" y="531761"/>
                </a:lnTo>
                <a:lnTo>
                  <a:pt x="236207" y="413588"/>
                </a:lnTo>
                <a:lnTo>
                  <a:pt x="307073" y="413588"/>
                </a:lnTo>
                <a:lnTo>
                  <a:pt x="307060" y="177253"/>
                </a:lnTo>
                <a:lnTo>
                  <a:pt x="314528" y="140550"/>
                </a:lnTo>
                <a:lnTo>
                  <a:pt x="334822" y="110490"/>
                </a:lnTo>
                <a:lnTo>
                  <a:pt x="364858" y="90182"/>
                </a:lnTo>
                <a:lnTo>
                  <a:pt x="401548" y="82715"/>
                </a:lnTo>
                <a:lnTo>
                  <a:pt x="590511" y="82715"/>
                </a:lnTo>
                <a:lnTo>
                  <a:pt x="590511" y="47269"/>
                </a:lnTo>
                <a:close/>
              </a:path>
              <a:path w="944879" h="662304">
                <a:moveTo>
                  <a:pt x="944829" y="177253"/>
                </a:moveTo>
                <a:lnTo>
                  <a:pt x="941095" y="158902"/>
                </a:lnTo>
                <a:lnTo>
                  <a:pt x="930948" y="143878"/>
                </a:lnTo>
                <a:lnTo>
                  <a:pt x="915924" y="133718"/>
                </a:lnTo>
                <a:lnTo>
                  <a:pt x="897585" y="129984"/>
                </a:lnTo>
                <a:lnTo>
                  <a:pt x="401548" y="129984"/>
                </a:lnTo>
                <a:lnTo>
                  <a:pt x="383209" y="133718"/>
                </a:lnTo>
                <a:lnTo>
                  <a:pt x="368185" y="143878"/>
                </a:lnTo>
                <a:lnTo>
                  <a:pt x="358038" y="158902"/>
                </a:lnTo>
                <a:lnTo>
                  <a:pt x="354304" y="177253"/>
                </a:lnTo>
                <a:lnTo>
                  <a:pt x="354304" y="496316"/>
                </a:lnTo>
                <a:lnTo>
                  <a:pt x="358038" y="514667"/>
                </a:lnTo>
                <a:lnTo>
                  <a:pt x="368185" y="529691"/>
                </a:lnTo>
                <a:lnTo>
                  <a:pt x="383209" y="539851"/>
                </a:lnTo>
                <a:lnTo>
                  <a:pt x="401548" y="543572"/>
                </a:lnTo>
                <a:lnTo>
                  <a:pt x="708621" y="543572"/>
                </a:lnTo>
                <a:lnTo>
                  <a:pt x="826719" y="661746"/>
                </a:lnTo>
                <a:lnTo>
                  <a:pt x="826719" y="543585"/>
                </a:lnTo>
                <a:lnTo>
                  <a:pt x="897585" y="543585"/>
                </a:lnTo>
                <a:lnTo>
                  <a:pt x="915924" y="539851"/>
                </a:lnTo>
                <a:lnTo>
                  <a:pt x="930948" y="529691"/>
                </a:lnTo>
                <a:lnTo>
                  <a:pt x="941095" y="514667"/>
                </a:lnTo>
                <a:lnTo>
                  <a:pt x="944829" y="496316"/>
                </a:lnTo>
                <a:lnTo>
                  <a:pt x="944829" y="177253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945116" y="5498693"/>
            <a:ext cx="481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02539"/>
                </a:solidFill>
                <a:latin typeface="Calibri"/>
                <a:cs typeface="Calibri"/>
              </a:rPr>
              <a:t>Q&amp;A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898294"/>
            <a:ext cx="12192000" cy="4959985"/>
            <a:chOff x="0" y="1898294"/>
            <a:chExt cx="12192000" cy="49599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1849" y="1901469"/>
              <a:ext cx="5080000" cy="42790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0150" y="1898294"/>
              <a:ext cx="5080000" cy="427901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50" dirty="0"/>
              <a:t>The</a:t>
            </a:r>
            <a:r>
              <a:rPr sz="4400" spc="-15" dirty="0"/>
              <a:t> </a:t>
            </a:r>
            <a:r>
              <a:rPr sz="4400" spc="390" dirty="0"/>
              <a:t>Resilience</a:t>
            </a:r>
            <a:r>
              <a:rPr sz="4400" spc="-35" dirty="0"/>
              <a:t> </a:t>
            </a:r>
            <a:r>
              <a:rPr sz="4400" spc="400" dirty="0"/>
              <a:t>Challenge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Building</a:t>
            </a:r>
            <a:r>
              <a:rPr sz="2600" spc="-5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Resilient</a:t>
            </a:r>
            <a:r>
              <a:rPr sz="2600" spc="-5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and</a:t>
            </a:r>
            <a:r>
              <a:rPr sz="2600" spc="-4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Scalable</a:t>
            </a:r>
            <a:r>
              <a:rPr sz="2600" spc="-4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APIs</a:t>
            </a:r>
            <a:r>
              <a:rPr sz="2600" spc="-6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in</a:t>
            </a:r>
            <a:r>
              <a:rPr sz="2600" spc="-4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Azure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898650"/>
            <a:ext cx="12192000" cy="4959350"/>
            <a:chOff x="0" y="1898650"/>
            <a:chExt cx="12192000" cy="4959350"/>
          </a:xfrm>
        </p:grpSpPr>
        <p:sp>
          <p:nvSpPr>
            <p:cNvPr id="3" name="object 3"/>
            <p:cNvSpPr/>
            <p:nvPr/>
          </p:nvSpPr>
          <p:spPr>
            <a:xfrm>
              <a:off x="6300850" y="1905000"/>
              <a:ext cx="5066030" cy="4279900"/>
            </a:xfrm>
            <a:custGeom>
              <a:avLst/>
              <a:gdLst/>
              <a:ahLst/>
              <a:cxnLst/>
              <a:rect l="l" t="t" r="r" b="b"/>
              <a:pathLst>
                <a:path w="5066030" h="4279900">
                  <a:moveTo>
                    <a:pt x="0" y="4279900"/>
                  </a:moveTo>
                  <a:lnTo>
                    <a:pt x="5065649" y="4279900"/>
                  </a:lnTo>
                  <a:lnTo>
                    <a:pt x="5065649" y="0"/>
                  </a:lnTo>
                  <a:lnTo>
                    <a:pt x="0" y="0"/>
                  </a:lnTo>
                  <a:lnTo>
                    <a:pt x="0" y="4279900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300724" y="2323337"/>
              <a:ext cx="5080000" cy="3862070"/>
            </a:xfrm>
            <a:custGeom>
              <a:avLst/>
              <a:gdLst/>
              <a:ahLst/>
              <a:cxnLst/>
              <a:rect l="l" t="t" r="r" b="b"/>
              <a:pathLst>
                <a:path w="5080000" h="3862070">
                  <a:moveTo>
                    <a:pt x="5080000" y="0"/>
                  </a:moveTo>
                  <a:lnTo>
                    <a:pt x="0" y="0"/>
                  </a:lnTo>
                  <a:lnTo>
                    <a:pt x="0" y="3861562"/>
                  </a:lnTo>
                  <a:lnTo>
                    <a:pt x="5080000" y="3861562"/>
                  </a:lnTo>
                  <a:lnTo>
                    <a:pt x="5080000" y="0"/>
                  </a:lnTo>
                  <a:close/>
                </a:path>
              </a:pathLst>
            </a:custGeom>
            <a:solidFill>
              <a:srgbClr val="DCEA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5499" y="1905000"/>
              <a:ext cx="10555605" cy="4279900"/>
            </a:xfrm>
            <a:custGeom>
              <a:avLst/>
              <a:gdLst/>
              <a:ahLst/>
              <a:cxnLst/>
              <a:rect l="l" t="t" r="r" b="b"/>
              <a:pathLst>
                <a:path w="10555605" h="4279900">
                  <a:moveTo>
                    <a:pt x="5475224" y="4279900"/>
                  </a:moveTo>
                  <a:lnTo>
                    <a:pt x="10555224" y="4279900"/>
                  </a:lnTo>
                  <a:lnTo>
                    <a:pt x="10555224" y="418338"/>
                  </a:lnTo>
                  <a:lnTo>
                    <a:pt x="5475224" y="418338"/>
                  </a:lnTo>
                  <a:lnTo>
                    <a:pt x="5475224" y="4279900"/>
                  </a:lnTo>
                  <a:close/>
                </a:path>
                <a:path w="10555605" h="4279900">
                  <a:moveTo>
                    <a:pt x="0" y="4279900"/>
                  </a:moveTo>
                  <a:lnTo>
                    <a:pt x="5065776" y="4279900"/>
                  </a:lnTo>
                  <a:lnTo>
                    <a:pt x="5065776" y="0"/>
                  </a:lnTo>
                  <a:lnTo>
                    <a:pt x="0" y="0"/>
                  </a:lnTo>
                  <a:lnTo>
                    <a:pt x="0" y="4279900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6612" y="2328544"/>
              <a:ext cx="5054600" cy="3856354"/>
            </a:xfrm>
            <a:custGeom>
              <a:avLst/>
              <a:gdLst/>
              <a:ahLst/>
              <a:cxnLst/>
              <a:rect l="l" t="t" r="r" b="b"/>
              <a:pathLst>
                <a:path w="5054600" h="3856354">
                  <a:moveTo>
                    <a:pt x="5054600" y="0"/>
                  </a:moveTo>
                  <a:lnTo>
                    <a:pt x="0" y="0"/>
                  </a:lnTo>
                  <a:lnTo>
                    <a:pt x="0" y="3856354"/>
                  </a:lnTo>
                  <a:lnTo>
                    <a:pt x="5054600" y="3856354"/>
                  </a:lnTo>
                  <a:lnTo>
                    <a:pt x="5054600" y="0"/>
                  </a:lnTo>
                  <a:close/>
                </a:path>
              </a:pathLst>
            </a:custGeom>
            <a:solidFill>
              <a:srgbClr val="DCEA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6612" y="2328544"/>
              <a:ext cx="5054600" cy="3856354"/>
            </a:xfrm>
            <a:custGeom>
              <a:avLst/>
              <a:gdLst/>
              <a:ahLst/>
              <a:cxnLst/>
              <a:rect l="l" t="t" r="r" b="b"/>
              <a:pathLst>
                <a:path w="5054600" h="3856354">
                  <a:moveTo>
                    <a:pt x="0" y="3856354"/>
                  </a:moveTo>
                  <a:lnTo>
                    <a:pt x="5054600" y="3856354"/>
                  </a:lnTo>
                  <a:lnTo>
                    <a:pt x="5054600" y="0"/>
                  </a:lnTo>
                  <a:lnTo>
                    <a:pt x="0" y="0"/>
                  </a:lnTo>
                  <a:lnTo>
                    <a:pt x="0" y="3856354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5"/>
              </a:spcBef>
            </a:pPr>
            <a:r>
              <a:rPr sz="4400" spc="380" dirty="0"/>
              <a:t>Resilience</a:t>
            </a:r>
            <a:r>
              <a:rPr sz="4400" spc="-45" dirty="0"/>
              <a:t> </a:t>
            </a:r>
            <a:r>
              <a:rPr sz="4400" spc="350" dirty="0"/>
              <a:t>Turnaround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From</a:t>
            </a:r>
            <a:r>
              <a:rPr sz="2600" spc="-5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Fragile</a:t>
            </a:r>
            <a:r>
              <a:rPr sz="2600" spc="-5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to</a:t>
            </a:r>
            <a:r>
              <a:rPr sz="2600" spc="-4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30" dirty="0">
                <a:solidFill>
                  <a:srgbClr val="797979"/>
                </a:solidFill>
                <a:latin typeface="Calibri"/>
                <a:cs typeface="Calibri"/>
              </a:rPr>
              <a:t>Fault-Tolerant:</a:t>
            </a:r>
            <a:r>
              <a:rPr sz="2600" spc="-4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An</a:t>
            </a:r>
            <a:r>
              <a:rPr sz="2600" spc="-4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API</a:t>
            </a:r>
            <a:r>
              <a:rPr sz="2600" spc="-7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Resilience</a:t>
            </a:r>
            <a:r>
              <a:rPr sz="2600" spc="-6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Transformation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1056" y="1905000"/>
            <a:ext cx="5060315" cy="423545"/>
          </a:xfrm>
          <a:prstGeom prst="rect">
            <a:avLst/>
          </a:prstGeom>
          <a:solidFill>
            <a:srgbClr val="FFB800"/>
          </a:solidFill>
          <a:ln w="12700">
            <a:solidFill>
              <a:srgbClr val="002E5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320" algn="ctr">
              <a:lnSpc>
                <a:spcPts val="2690"/>
              </a:lnSpc>
            </a:pPr>
            <a:r>
              <a:rPr sz="2400" b="1" spc="-10" dirty="0">
                <a:solidFill>
                  <a:srgbClr val="1A1A1A"/>
                </a:solidFill>
                <a:latin typeface="Calibri"/>
                <a:cs typeface="Calibri"/>
              </a:rPr>
              <a:t>Before</a:t>
            </a:r>
            <a:r>
              <a:rPr sz="2400" b="1" spc="-9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A1A1A"/>
                </a:solidFill>
                <a:latin typeface="Calibri"/>
                <a:cs typeface="Calibri"/>
              </a:rPr>
              <a:t>(Challenges)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00787" y="1905000"/>
            <a:ext cx="5080000" cy="418465"/>
          </a:xfrm>
          <a:prstGeom prst="rect">
            <a:avLst/>
          </a:prstGeom>
          <a:solidFill>
            <a:srgbClr val="FFB800"/>
          </a:solidFill>
          <a:ln w="12700">
            <a:solidFill>
              <a:srgbClr val="002E58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315"/>
              </a:spcBef>
            </a:pPr>
            <a:r>
              <a:rPr sz="2000" b="1" dirty="0">
                <a:solidFill>
                  <a:srgbClr val="1A1A1A"/>
                </a:solidFill>
                <a:latin typeface="Calibri"/>
                <a:cs typeface="Calibri"/>
              </a:rPr>
              <a:t>After</a:t>
            </a:r>
            <a:r>
              <a:rPr sz="2000" b="1" spc="-6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A1A1A"/>
                </a:solidFill>
                <a:latin typeface="Calibri"/>
                <a:cs typeface="Calibri"/>
              </a:rPr>
              <a:t>(Results</a:t>
            </a:r>
            <a:r>
              <a:rPr sz="2000" b="1" spc="-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A1A1A"/>
                </a:solidFill>
                <a:latin typeface="Calibri"/>
                <a:cs typeface="Calibri"/>
              </a:rPr>
              <a:t>from</a:t>
            </a:r>
            <a:r>
              <a:rPr sz="2000" b="1" spc="-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A1A1A"/>
                </a:solidFill>
                <a:latin typeface="Calibri"/>
                <a:cs typeface="Calibri"/>
              </a:rPr>
              <a:t>Azure</a:t>
            </a:r>
            <a:r>
              <a:rPr sz="2000" b="1" spc="-4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1A1A1A"/>
                </a:solidFill>
                <a:latin typeface="Calibri"/>
                <a:cs typeface="Calibri"/>
              </a:rPr>
              <a:t>Patterns</a:t>
            </a:r>
            <a:r>
              <a:rPr sz="2000" b="1" spc="-7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A1A1A"/>
                </a:solidFill>
                <a:latin typeface="Calibri"/>
                <a:cs typeface="Calibri"/>
              </a:rPr>
              <a:t>&amp;</a:t>
            </a:r>
            <a:r>
              <a:rPr sz="2000" b="1" spc="-5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1A1A1A"/>
                </a:solidFill>
                <a:latin typeface="Calibri"/>
                <a:cs typeface="Calibri"/>
              </a:rPr>
              <a:t>Services)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22012" y="2415190"/>
            <a:ext cx="9909810" cy="2879090"/>
            <a:chOff x="1122012" y="2415190"/>
            <a:chExt cx="9909810" cy="2879090"/>
          </a:xfrm>
        </p:grpSpPr>
        <p:sp>
          <p:nvSpPr>
            <p:cNvPr id="12" name="object 12"/>
            <p:cNvSpPr/>
            <p:nvPr/>
          </p:nvSpPr>
          <p:spPr>
            <a:xfrm>
              <a:off x="1122006" y="2446921"/>
              <a:ext cx="857250" cy="881380"/>
            </a:xfrm>
            <a:custGeom>
              <a:avLst/>
              <a:gdLst/>
              <a:ahLst/>
              <a:cxnLst/>
              <a:rect l="l" t="t" r="r" b="b"/>
              <a:pathLst>
                <a:path w="857250" h="881379">
                  <a:moveTo>
                    <a:pt x="345173" y="809815"/>
                  </a:moveTo>
                  <a:lnTo>
                    <a:pt x="0" y="809815"/>
                  </a:lnTo>
                  <a:lnTo>
                    <a:pt x="0" y="881278"/>
                  </a:lnTo>
                  <a:lnTo>
                    <a:pt x="345173" y="881278"/>
                  </a:lnTo>
                  <a:lnTo>
                    <a:pt x="345173" y="809815"/>
                  </a:lnTo>
                  <a:close/>
                </a:path>
                <a:path w="857250" h="881379">
                  <a:moveTo>
                    <a:pt x="464197" y="809815"/>
                  </a:moveTo>
                  <a:lnTo>
                    <a:pt x="392785" y="809815"/>
                  </a:lnTo>
                  <a:lnTo>
                    <a:pt x="392785" y="881278"/>
                  </a:lnTo>
                  <a:lnTo>
                    <a:pt x="464197" y="881278"/>
                  </a:lnTo>
                  <a:lnTo>
                    <a:pt x="464197" y="809815"/>
                  </a:lnTo>
                  <a:close/>
                </a:path>
                <a:path w="857250" h="881379">
                  <a:moveTo>
                    <a:pt x="809383" y="518998"/>
                  </a:moveTo>
                  <a:lnTo>
                    <a:pt x="806030" y="502399"/>
                  </a:lnTo>
                  <a:lnTo>
                    <a:pt x="796899" y="488848"/>
                  </a:lnTo>
                  <a:lnTo>
                    <a:pt x="783361" y="479717"/>
                  </a:lnTo>
                  <a:lnTo>
                    <a:pt x="766762" y="476364"/>
                  </a:lnTo>
                  <a:lnTo>
                    <a:pt x="428498" y="476364"/>
                  </a:lnTo>
                  <a:lnTo>
                    <a:pt x="428498" y="571639"/>
                  </a:lnTo>
                  <a:lnTo>
                    <a:pt x="426631" y="580910"/>
                  </a:lnTo>
                  <a:lnTo>
                    <a:pt x="421525" y="588479"/>
                  </a:lnTo>
                  <a:lnTo>
                    <a:pt x="413956" y="593585"/>
                  </a:lnTo>
                  <a:lnTo>
                    <a:pt x="404685" y="595452"/>
                  </a:lnTo>
                  <a:lnTo>
                    <a:pt x="395427" y="593585"/>
                  </a:lnTo>
                  <a:lnTo>
                    <a:pt x="387858" y="588479"/>
                  </a:lnTo>
                  <a:lnTo>
                    <a:pt x="382752" y="580910"/>
                  </a:lnTo>
                  <a:lnTo>
                    <a:pt x="380885" y="571639"/>
                  </a:lnTo>
                  <a:lnTo>
                    <a:pt x="382752" y="562368"/>
                  </a:lnTo>
                  <a:lnTo>
                    <a:pt x="387858" y="554799"/>
                  </a:lnTo>
                  <a:lnTo>
                    <a:pt x="395427" y="549694"/>
                  </a:lnTo>
                  <a:lnTo>
                    <a:pt x="404685" y="547814"/>
                  </a:lnTo>
                  <a:lnTo>
                    <a:pt x="413956" y="549694"/>
                  </a:lnTo>
                  <a:lnTo>
                    <a:pt x="421525" y="554799"/>
                  </a:lnTo>
                  <a:lnTo>
                    <a:pt x="426631" y="562368"/>
                  </a:lnTo>
                  <a:lnTo>
                    <a:pt x="428498" y="571639"/>
                  </a:lnTo>
                  <a:lnTo>
                    <a:pt x="428498" y="476364"/>
                  </a:lnTo>
                  <a:lnTo>
                    <a:pt x="309473" y="476364"/>
                  </a:lnTo>
                  <a:lnTo>
                    <a:pt x="309473" y="571639"/>
                  </a:lnTo>
                  <a:lnTo>
                    <a:pt x="307594" y="580910"/>
                  </a:lnTo>
                  <a:lnTo>
                    <a:pt x="302501" y="588479"/>
                  </a:lnTo>
                  <a:lnTo>
                    <a:pt x="294932" y="593585"/>
                  </a:lnTo>
                  <a:lnTo>
                    <a:pt x="285661" y="595452"/>
                  </a:lnTo>
                  <a:lnTo>
                    <a:pt x="276390" y="593585"/>
                  </a:lnTo>
                  <a:lnTo>
                    <a:pt x="268833" y="588479"/>
                  </a:lnTo>
                  <a:lnTo>
                    <a:pt x="263728" y="580910"/>
                  </a:lnTo>
                  <a:lnTo>
                    <a:pt x="261861" y="571639"/>
                  </a:lnTo>
                  <a:lnTo>
                    <a:pt x="263728" y="562368"/>
                  </a:lnTo>
                  <a:lnTo>
                    <a:pt x="268833" y="554799"/>
                  </a:lnTo>
                  <a:lnTo>
                    <a:pt x="276390" y="549694"/>
                  </a:lnTo>
                  <a:lnTo>
                    <a:pt x="285661" y="547814"/>
                  </a:lnTo>
                  <a:lnTo>
                    <a:pt x="294932" y="549694"/>
                  </a:lnTo>
                  <a:lnTo>
                    <a:pt x="302501" y="554799"/>
                  </a:lnTo>
                  <a:lnTo>
                    <a:pt x="307594" y="562368"/>
                  </a:lnTo>
                  <a:lnTo>
                    <a:pt x="309473" y="571639"/>
                  </a:lnTo>
                  <a:lnTo>
                    <a:pt x="309473" y="476364"/>
                  </a:lnTo>
                  <a:lnTo>
                    <a:pt x="190436" y="476364"/>
                  </a:lnTo>
                  <a:lnTo>
                    <a:pt x="190436" y="571639"/>
                  </a:lnTo>
                  <a:lnTo>
                    <a:pt x="188569" y="580910"/>
                  </a:lnTo>
                  <a:lnTo>
                    <a:pt x="183476" y="588479"/>
                  </a:lnTo>
                  <a:lnTo>
                    <a:pt x="175907" y="593585"/>
                  </a:lnTo>
                  <a:lnTo>
                    <a:pt x="166636" y="595452"/>
                  </a:lnTo>
                  <a:lnTo>
                    <a:pt x="157365" y="593585"/>
                  </a:lnTo>
                  <a:lnTo>
                    <a:pt x="149796" y="588479"/>
                  </a:lnTo>
                  <a:lnTo>
                    <a:pt x="144703" y="580910"/>
                  </a:lnTo>
                  <a:lnTo>
                    <a:pt x="142836" y="571639"/>
                  </a:lnTo>
                  <a:lnTo>
                    <a:pt x="144703" y="562368"/>
                  </a:lnTo>
                  <a:lnTo>
                    <a:pt x="149796" y="554799"/>
                  </a:lnTo>
                  <a:lnTo>
                    <a:pt x="157365" y="549694"/>
                  </a:lnTo>
                  <a:lnTo>
                    <a:pt x="166636" y="547814"/>
                  </a:lnTo>
                  <a:lnTo>
                    <a:pt x="175907" y="549694"/>
                  </a:lnTo>
                  <a:lnTo>
                    <a:pt x="183476" y="554799"/>
                  </a:lnTo>
                  <a:lnTo>
                    <a:pt x="188569" y="562368"/>
                  </a:lnTo>
                  <a:lnTo>
                    <a:pt x="190436" y="571639"/>
                  </a:lnTo>
                  <a:lnTo>
                    <a:pt x="190436" y="476364"/>
                  </a:lnTo>
                  <a:lnTo>
                    <a:pt x="90220" y="476364"/>
                  </a:lnTo>
                  <a:lnTo>
                    <a:pt x="73634" y="479717"/>
                  </a:lnTo>
                  <a:lnTo>
                    <a:pt x="60083" y="488848"/>
                  </a:lnTo>
                  <a:lnTo>
                    <a:pt x="50952" y="502399"/>
                  </a:lnTo>
                  <a:lnTo>
                    <a:pt x="47612" y="518998"/>
                  </a:lnTo>
                  <a:lnTo>
                    <a:pt x="47612" y="624281"/>
                  </a:lnTo>
                  <a:lnTo>
                    <a:pt x="50952" y="640867"/>
                  </a:lnTo>
                  <a:lnTo>
                    <a:pt x="60083" y="654431"/>
                  </a:lnTo>
                  <a:lnTo>
                    <a:pt x="73634" y="663562"/>
                  </a:lnTo>
                  <a:lnTo>
                    <a:pt x="90220" y="666915"/>
                  </a:lnTo>
                  <a:lnTo>
                    <a:pt x="392785" y="666915"/>
                  </a:lnTo>
                  <a:lnTo>
                    <a:pt x="392785" y="762190"/>
                  </a:lnTo>
                  <a:lnTo>
                    <a:pt x="464197" y="762190"/>
                  </a:lnTo>
                  <a:lnTo>
                    <a:pt x="464197" y="666915"/>
                  </a:lnTo>
                  <a:lnTo>
                    <a:pt x="766762" y="666915"/>
                  </a:lnTo>
                  <a:lnTo>
                    <a:pt x="783361" y="663562"/>
                  </a:lnTo>
                  <a:lnTo>
                    <a:pt x="796899" y="654431"/>
                  </a:lnTo>
                  <a:lnTo>
                    <a:pt x="806030" y="640867"/>
                  </a:lnTo>
                  <a:lnTo>
                    <a:pt x="809383" y="624281"/>
                  </a:lnTo>
                  <a:lnTo>
                    <a:pt x="809383" y="595452"/>
                  </a:lnTo>
                  <a:lnTo>
                    <a:pt x="809383" y="547814"/>
                  </a:lnTo>
                  <a:lnTo>
                    <a:pt x="809383" y="518998"/>
                  </a:lnTo>
                  <a:close/>
                </a:path>
                <a:path w="857250" h="881379">
                  <a:moveTo>
                    <a:pt x="809383" y="280809"/>
                  </a:moveTo>
                  <a:lnTo>
                    <a:pt x="806030" y="264223"/>
                  </a:lnTo>
                  <a:lnTo>
                    <a:pt x="796899" y="250659"/>
                  </a:lnTo>
                  <a:lnTo>
                    <a:pt x="783361" y="241528"/>
                  </a:lnTo>
                  <a:lnTo>
                    <a:pt x="766762" y="238175"/>
                  </a:lnTo>
                  <a:lnTo>
                    <a:pt x="428498" y="238175"/>
                  </a:lnTo>
                  <a:lnTo>
                    <a:pt x="428498" y="333451"/>
                  </a:lnTo>
                  <a:lnTo>
                    <a:pt x="426631" y="342722"/>
                  </a:lnTo>
                  <a:lnTo>
                    <a:pt x="421525" y="350291"/>
                  </a:lnTo>
                  <a:lnTo>
                    <a:pt x="413956" y="355396"/>
                  </a:lnTo>
                  <a:lnTo>
                    <a:pt x="404685" y="357276"/>
                  </a:lnTo>
                  <a:lnTo>
                    <a:pt x="395427" y="355396"/>
                  </a:lnTo>
                  <a:lnTo>
                    <a:pt x="387858" y="350291"/>
                  </a:lnTo>
                  <a:lnTo>
                    <a:pt x="382752" y="342722"/>
                  </a:lnTo>
                  <a:lnTo>
                    <a:pt x="380885" y="333451"/>
                  </a:lnTo>
                  <a:lnTo>
                    <a:pt x="382752" y="324180"/>
                  </a:lnTo>
                  <a:lnTo>
                    <a:pt x="387858" y="316611"/>
                  </a:lnTo>
                  <a:lnTo>
                    <a:pt x="395427" y="311505"/>
                  </a:lnTo>
                  <a:lnTo>
                    <a:pt x="404685" y="309638"/>
                  </a:lnTo>
                  <a:lnTo>
                    <a:pt x="413956" y="311505"/>
                  </a:lnTo>
                  <a:lnTo>
                    <a:pt x="421525" y="316611"/>
                  </a:lnTo>
                  <a:lnTo>
                    <a:pt x="426631" y="324180"/>
                  </a:lnTo>
                  <a:lnTo>
                    <a:pt x="428498" y="333451"/>
                  </a:lnTo>
                  <a:lnTo>
                    <a:pt x="428498" y="238175"/>
                  </a:lnTo>
                  <a:lnTo>
                    <a:pt x="309473" y="238175"/>
                  </a:lnTo>
                  <a:lnTo>
                    <a:pt x="309473" y="333451"/>
                  </a:lnTo>
                  <a:lnTo>
                    <a:pt x="307594" y="342722"/>
                  </a:lnTo>
                  <a:lnTo>
                    <a:pt x="302501" y="350291"/>
                  </a:lnTo>
                  <a:lnTo>
                    <a:pt x="294932" y="355396"/>
                  </a:lnTo>
                  <a:lnTo>
                    <a:pt x="285661" y="357276"/>
                  </a:lnTo>
                  <a:lnTo>
                    <a:pt x="276390" y="355396"/>
                  </a:lnTo>
                  <a:lnTo>
                    <a:pt x="268833" y="350291"/>
                  </a:lnTo>
                  <a:lnTo>
                    <a:pt x="263728" y="342722"/>
                  </a:lnTo>
                  <a:lnTo>
                    <a:pt x="261861" y="333451"/>
                  </a:lnTo>
                  <a:lnTo>
                    <a:pt x="263728" y="324180"/>
                  </a:lnTo>
                  <a:lnTo>
                    <a:pt x="268833" y="316611"/>
                  </a:lnTo>
                  <a:lnTo>
                    <a:pt x="276390" y="311505"/>
                  </a:lnTo>
                  <a:lnTo>
                    <a:pt x="285661" y="309638"/>
                  </a:lnTo>
                  <a:lnTo>
                    <a:pt x="294932" y="311505"/>
                  </a:lnTo>
                  <a:lnTo>
                    <a:pt x="302501" y="316611"/>
                  </a:lnTo>
                  <a:lnTo>
                    <a:pt x="307594" y="324180"/>
                  </a:lnTo>
                  <a:lnTo>
                    <a:pt x="309473" y="333451"/>
                  </a:lnTo>
                  <a:lnTo>
                    <a:pt x="309473" y="238175"/>
                  </a:lnTo>
                  <a:lnTo>
                    <a:pt x="190436" y="238175"/>
                  </a:lnTo>
                  <a:lnTo>
                    <a:pt x="190436" y="333451"/>
                  </a:lnTo>
                  <a:lnTo>
                    <a:pt x="188569" y="342722"/>
                  </a:lnTo>
                  <a:lnTo>
                    <a:pt x="183476" y="350291"/>
                  </a:lnTo>
                  <a:lnTo>
                    <a:pt x="175907" y="355396"/>
                  </a:lnTo>
                  <a:lnTo>
                    <a:pt x="166636" y="357276"/>
                  </a:lnTo>
                  <a:lnTo>
                    <a:pt x="157365" y="355396"/>
                  </a:lnTo>
                  <a:lnTo>
                    <a:pt x="149796" y="350291"/>
                  </a:lnTo>
                  <a:lnTo>
                    <a:pt x="144703" y="342722"/>
                  </a:lnTo>
                  <a:lnTo>
                    <a:pt x="142836" y="333451"/>
                  </a:lnTo>
                  <a:lnTo>
                    <a:pt x="144703" y="324180"/>
                  </a:lnTo>
                  <a:lnTo>
                    <a:pt x="149796" y="316611"/>
                  </a:lnTo>
                  <a:lnTo>
                    <a:pt x="157365" y="311505"/>
                  </a:lnTo>
                  <a:lnTo>
                    <a:pt x="166636" y="309638"/>
                  </a:lnTo>
                  <a:lnTo>
                    <a:pt x="175907" y="311505"/>
                  </a:lnTo>
                  <a:lnTo>
                    <a:pt x="183476" y="316611"/>
                  </a:lnTo>
                  <a:lnTo>
                    <a:pt x="188569" y="324180"/>
                  </a:lnTo>
                  <a:lnTo>
                    <a:pt x="190436" y="333451"/>
                  </a:lnTo>
                  <a:lnTo>
                    <a:pt x="190436" y="238175"/>
                  </a:lnTo>
                  <a:lnTo>
                    <a:pt x="90220" y="238175"/>
                  </a:lnTo>
                  <a:lnTo>
                    <a:pt x="73634" y="241528"/>
                  </a:lnTo>
                  <a:lnTo>
                    <a:pt x="60083" y="250659"/>
                  </a:lnTo>
                  <a:lnTo>
                    <a:pt x="50952" y="264223"/>
                  </a:lnTo>
                  <a:lnTo>
                    <a:pt x="47612" y="280809"/>
                  </a:lnTo>
                  <a:lnTo>
                    <a:pt x="47612" y="386092"/>
                  </a:lnTo>
                  <a:lnTo>
                    <a:pt x="50952" y="402691"/>
                  </a:lnTo>
                  <a:lnTo>
                    <a:pt x="60083" y="416242"/>
                  </a:lnTo>
                  <a:lnTo>
                    <a:pt x="73634" y="425373"/>
                  </a:lnTo>
                  <a:lnTo>
                    <a:pt x="90220" y="428726"/>
                  </a:lnTo>
                  <a:lnTo>
                    <a:pt x="766762" y="428726"/>
                  </a:lnTo>
                  <a:lnTo>
                    <a:pt x="783361" y="425373"/>
                  </a:lnTo>
                  <a:lnTo>
                    <a:pt x="796899" y="416242"/>
                  </a:lnTo>
                  <a:lnTo>
                    <a:pt x="806030" y="402691"/>
                  </a:lnTo>
                  <a:lnTo>
                    <a:pt x="809383" y="386092"/>
                  </a:lnTo>
                  <a:lnTo>
                    <a:pt x="809383" y="357276"/>
                  </a:lnTo>
                  <a:lnTo>
                    <a:pt x="809383" y="309638"/>
                  </a:lnTo>
                  <a:lnTo>
                    <a:pt x="809383" y="280809"/>
                  </a:lnTo>
                  <a:close/>
                </a:path>
                <a:path w="857250" h="881379">
                  <a:moveTo>
                    <a:pt x="809383" y="42633"/>
                  </a:moveTo>
                  <a:lnTo>
                    <a:pt x="806030" y="26022"/>
                  </a:lnTo>
                  <a:lnTo>
                    <a:pt x="796899" y="12471"/>
                  </a:lnTo>
                  <a:lnTo>
                    <a:pt x="783361" y="3340"/>
                  </a:lnTo>
                  <a:lnTo>
                    <a:pt x="766762" y="0"/>
                  </a:lnTo>
                  <a:lnTo>
                    <a:pt x="428498" y="0"/>
                  </a:lnTo>
                  <a:lnTo>
                    <a:pt x="428498" y="95262"/>
                  </a:lnTo>
                  <a:lnTo>
                    <a:pt x="426631" y="104546"/>
                  </a:lnTo>
                  <a:lnTo>
                    <a:pt x="421525" y="112115"/>
                  </a:lnTo>
                  <a:lnTo>
                    <a:pt x="413956" y="117221"/>
                  </a:lnTo>
                  <a:lnTo>
                    <a:pt x="404685" y="119087"/>
                  </a:lnTo>
                  <a:lnTo>
                    <a:pt x="395427" y="117221"/>
                  </a:lnTo>
                  <a:lnTo>
                    <a:pt x="387858" y="112115"/>
                  </a:lnTo>
                  <a:lnTo>
                    <a:pt x="382752" y="104546"/>
                  </a:lnTo>
                  <a:lnTo>
                    <a:pt x="380885" y="95262"/>
                  </a:lnTo>
                  <a:lnTo>
                    <a:pt x="382752" y="86004"/>
                  </a:lnTo>
                  <a:lnTo>
                    <a:pt x="387858" y="78422"/>
                  </a:lnTo>
                  <a:lnTo>
                    <a:pt x="395427" y="73317"/>
                  </a:lnTo>
                  <a:lnTo>
                    <a:pt x="404685" y="71450"/>
                  </a:lnTo>
                  <a:lnTo>
                    <a:pt x="413956" y="73317"/>
                  </a:lnTo>
                  <a:lnTo>
                    <a:pt x="421525" y="78422"/>
                  </a:lnTo>
                  <a:lnTo>
                    <a:pt x="426631" y="86004"/>
                  </a:lnTo>
                  <a:lnTo>
                    <a:pt x="428498" y="95262"/>
                  </a:lnTo>
                  <a:lnTo>
                    <a:pt x="428498" y="0"/>
                  </a:lnTo>
                  <a:lnTo>
                    <a:pt x="309473" y="0"/>
                  </a:lnTo>
                  <a:lnTo>
                    <a:pt x="309473" y="95262"/>
                  </a:lnTo>
                  <a:lnTo>
                    <a:pt x="307594" y="104546"/>
                  </a:lnTo>
                  <a:lnTo>
                    <a:pt x="302501" y="112115"/>
                  </a:lnTo>
                  <a:lnTo>
                    <a:pt x="294932" y="117221"/>
                  </a:lnTo>
                  <a:lnTo>
                    <a:pt x="285661" y="119087"/>
                  </a:lnTo>
                  <a:lnTo>
                    <a:pt x="276390" y="117221"/>
                  </a:lnTo>
                  <a:lnTo>
                    <a:pt x="268833" y="112115"/>
                  </a:lnTo>
                  <a:lnTo>
                    <a:pt x="263728" y="104546"/>
                  </a:lnTo>
                  <a:lnTo>
                    <a:pt x="261861" y="95262"/>
                  </a:lnTo>
                  <a:lnTo>
                    <a:pt x="263728" y="86004"/>
                  </a:lnTo>
                  <a:lnTo>
                    <a:pt x="268833" y="78422"/>
                  </a:lnTo>
                  <a:lnTo>
                    <a:pt x="276390" y="73317"/>
                  </a:lnTo>
                  <a:lnTo>
                    <a:pt x="285661" y="71450"/>
                  </a:lnTo>
                  <a:lnTo>
                    <a:pt x="294932" y="73317"/>
                  </a:lnTo>
                  <a:lnTo>
                    <a:pt x="302501" y="78422"/>
                  </a:lnTo>
                  <a:lnTo>
                    <a:pt x="307594" y="86004"/>
                  </a:lnTo>
                  <a:lnTo>
                    <a:pt x="309473" y="95262"/>
                  </a:lnTo>
                  <a:lnTo>
                    <a:pt x="309473" y="0"/>
                  </a:lnTo>
                  <a:lnTo>
                    <a:pt x="190436" y="0"/>
                  </a:lnTo>
                  <a:lnTo>
                    <a:pt x="190436" y="95262"/>
                  </a:lnTo>
                  <a:lnTo>
                    <a:pt x="188569" y="104546"/>
                  </a:lnTo>
                  <a:lnTo>
                    <a:pt x="183476" y="112115"/>
                  </a:lnTo>
                  <a:lnTo>
                    <a:pt x="175907" y="117221"/>
                  </a:lnTo>
                  <a:lnTo>
                    <a:pt x="166636" y="119087"/>
                  </a:lnTo>
                  <a:lnTo>
                    <a:pt x="157365" y="117221"/>
                  </a:lnTo>
                  <a:lnTo>
                    <a:pt x="149796" y="112115"/>
                  </a:lnTo>
                  <a:lnTo>
                    <a:pt x="144703" y="104546"/>
                  </a:lnTo>
                  <a:lnTo>
                    <a:pt x="142836" y="95262"/>
                  </a:lnTo>
                  <a:lnTo>
                    <a:pt x="144703" y="86004"/>
                  </a:lnTo>
                  <a:lnTo>
                    <a:pt x="149796" y="78422"/>
                  </a:lnTo>
                  <a:lnTo>
                    <a:pt x="157365" y="73317"/>
                  </a:lnTo>
                  <a:lnTo>
                    <a:pt x="166636" y="71450"/>
                  </a:lnTo>
                  <a:lnTo>
                    <a:pt x="175907" y="73317"/>
                  </a:lnTo>
                  <a:lnTo>
                    <a:pt x="183476" y="78422"/>
                  </a:lnTo>
                  <a:lnTo>
                    <a:pt x="188569" y="86004"/>
                  </a:lnTo>
                  <a:lnTo>
                    <a:pt x="190436" y="95262"/>
                  </a:lnTo>
                  <a:lnTo>
                    <a:pt x="190436" y="0"/>
                  </a:lnTo>
                  <a:lnTo>
                    <a:pt x="90220" y="0"/>
                  </a:lnTo>
                  <a:lnTo>
                    <a:pt x="73634" y="3340"/>
                  </a:lnTo>
                  <a:lnTo>
                    <a:pt x="60083" y="12471"/>
                  </a:lnTo>
                  <a:lnTo>
                    <a:pt x="50952" y="26022"/>
                  </a:lnTo>
                  <a:lnTo>
                    <a:pt x="47612" y="42633"/>
                  </a:lnTo>
                  <a:lnTo>
                    <a:pt x="47612" y="147904"/>
                  </a:lnTo>
                  <a:lnTo>
                    <a:pt x="50952" y="164503"/>
                  </a:lnTo>
                  <a:lnTo>
                    <a:pt x="60083" y="178054"/>
                  </a:lnTo>
                  <a:lnTo>
                    <a:pt x="73634" y="187198"/>
                  </a:lnTo>
                  <a:lnTo>
                    <a:pt x="90220" y="190538"/>
                  </a:lnTo>
                  <a:lnTo>
                    <a:pt x="766762" y="190538"/>
                  </a:lnTo>
                  <a:lnTo>
                    <a:pt x="783361" y="187198"/>
                  </a:lnTo>
                  <a:lnTo>
                    <a:pt x="796899" y="178054"/>
                  </a:lnTo>
                  <a:lnTo>
                    <a:pt x="806030" y="164503"/>
                  </a:lnTo>
                  <a:lnTo>
                    <a:pt x="809383" y="147904"/>
                  </a:lnTo>
                  <a:lnTo>
                    <a:pt x="809383" y="119087"/>
                  </a:lnTo>
                  <a:lnTo>
                    <a:pt x="809383" y="71450"/>
                  </a:lnTo>
                  <a:lnTo>
                    <a:pt x="809383" y="42633"/>
                  </a:lnTo>
                  <a:close/>
                </a:path>
                <a:path w="857250" h="881379">
                  <a:moveTo>
                    <a:pt x="856996" y="809815"/>
                  </a:moveTo>
                  <a:lnTo>
                    <a:pt x="511810" y="809815"/>
                  </a:lnTo>
                  <a:lnTo>
                    <a:pt x="511810" y="881278"/>
                  </a:lnTo>
                  <a:lnTo>
                    <a:pt x="856996" y="881278"/>
                  </a:lnTo>
                  <a:lnTo>
                    <a:pt x="856996" y="809815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49983" y="2426258"/>
              <a:ext cx="3594100" cy="2678430"/>
            </a:xfrm>
            <a:custGeom>
              <a:avLst/>
              <a:gdLst/>
              <a:ahLst/>
              <a:cxnLst/>
              <a:rect l="l" t="t" r="r" b="b"/>
              <a:pathLst>
                <a:path w="3594100" h="2678429">
                  <a:moveTo>
                    <a:pt x="961936" y="2405862"/>
                  </a:moveTo>
                  <a:lnTo>
                    <a:pt x="949007" y="2368842"/>
                  </a:lnTo>
                  <a:lnTo>
                    <a:pt x="905052" y="2320518"/>
                  </a:lnTo>
                  <a:lnTo>
                    <a:pt x="876795" y="2292439"/>
                  </a:lnTo>
                  <a:lnTo>
                    <a:pt x="876795" y="2402548"/>
                  </a:lnTo>
                  <a:lnTo>
                    <a:pt x="849998" y="2427706"/>
                  </a:lnTo>
                  <a:lnTo>
                    <a:pt x="818057" y="2455303"/>
                  </a:lnTo>
                  <a:lnTo>
                    <a:pt x="781431" y="2483967"/>
                  </a:lnTo>
                  <a:lnTo>
                    <a:pt x="740600" y="2512339"/>
                  </a:lnTo>
                  <a:lnTo>
                    <a:pt x="696023" y="2539034"/>
                  </a:lnTo>
                  <a:lnTo>
                    <a:pt x="648157" y="2562682"/>
                  </a:lnTo>
                  <a:lnTo>
                    <a:pt x="679132" y="2526322"/>
                  </a:lnTo>
                  <a:lnTo>
                    <a:pt x="701687" y="2485834"/>
                  </a:lnTo>
                  <a:lnTo>
                    <a:pt x="701789" y="2485644"/>
                  </a:lnTo>
                  <a:lnTo>
                    <a:pt x="715810" y="2442489"/>
                  </a:lnTo>
                  <a:lnTo>
                    <a:pt x="715937" y="2442108"/>
                  </a:lnTo>
                  <a:lnTo>
                    <a:pt x="721487" y="2397582"/>
                  </a:lnTo>
                  <a:lnTo>
                    <a:pt x="721563" y="2396985"/>
                  </a:lnTo>
                  <a:lnTo>
                    <a:pt x="718680" y="2352395"/>
                  </a:lnTo>
                  <a:lnTo>
                    <a:pt x="718629" y="2351570"/>
                  </a:lnTo>
                  <a:lnTo>
                    <a:pt x="707047" y="2307183"/>
                  </a:lnTo>
                  <a:lnTo>
                    <a:pt x="686790" y="2265146"/>
                  </a:lnTo>
                  <a:lnTo>
                    <a:pt x="673430" y="2247481"/>
                  </a:lnTo>
                  <a:lnTo>
                    <a:pt x="673430" y="2389301"/>
                  </a:lnTo>
                  <a:lnTo>
                    <a:pt x="668324" y="2433332"/>
                  </a:lnTo>
                  <a:lnTo>
                    <a:pt x="653783" y="2473833"/>
                  </a:lnTo>
                  <a:lnTo>
                    <a:pt x="630999" y="2509609"/>
                  </a:lnTo>
                  <a:lnTo>
                    <a:pt x="601129" y="2539492"/>
                  </a:lnTo>
                  <a:lnTo>
                    <a:pt x="565378" y="2562288"/>
                  </a:lnTo>
                  <a:lnTo>
                    <a:pt x="524903" y="2576842"/>
                  </a:lnTo>
                  <a:lnTo>
                    <a:pt x="480898" y="2581948"/>
                  </a:lnTo>
                  <a:lnTo>
                    <a:pt x="436892" y="2576842"/>
                  </a:lnTo>
                  <a:lnTo>
                    <a:pt x="397510" y="2562682"/>
                  </a:lnTo>
                  <a:lnTo>
                    <a:pt x="360654" y="2539492"/>
                  </a:lnTo>
                  <a:lnTo>
                    <a:pt x="330796" y="2509609"/>
                  </a:lnTo>
                  <a:lnTo>
                    <a:pt x="313626" y="2482672"/>
                  </a:lnTo>
                  <a:lnTo>
                    <a:pt x="313626" y="2562682"/>
                  </a:lnTo>
                  <a:lnTo>
                    <a:pt x="265684" y="2539034"/>
                  </a:lnTo>
                  <a:lnTo>
                    <a:pt x="220929" y="2512339"/>
                  </a:lnTo>
                  <a:lnTo>
                    <a:pt x="179908" y="2483967"/>
                  </a:lnTo>
                  <a:lnTo>
                    <a:pt x="143192" y="2455303"/>
                  </a:lnTo>
                  <a:lnTo>
                    <a:pt x="111366" y="2427706"/>
                  </a:lnTo>
                  <a:lnTo>
                    <a:pt x="84988" y="2402548"/>
                  </a:lnTo>
                  <a:lnTo>
                    <a:pt x="106197" y="2379510"/>
                  </a:lnTo>
                  <a:lnTo>
                    <a:pt x="151333" y="2335669"/>
                  </a:lnTo>
                  <a:lnTo>
                    <a:pt x="205498" y="2290280"/>
                  </a:lnTo>
                  <a:lnTo>
                    <a:pt x="236766" y="2267699"/>
                  </a:lnTo>
                  <a:lnTo>
                    <a:pt x="269163" y="2246934"/>
                  </a:lnTo>
                  <a:lnTo>
                    <a:pt x="302793" y="2227961"/>
                  </a:lnTo>
                  <a:lnTo>
                    <a:pt x="274193" y="2266302"/>
                  </a:lnTo>
                  <a:lnTo>
                    <a:pt x="254228" y="2308199"/>
                  </a:lnTo>
                  <a:lnTo>
                    <a:pt x="242874" y="2352395"/>
                  </a:lnTo>
                  <a:lnTo>
                    <a:pt x="240106" y="2396985"/>
                  </a:lnTo>
                  <a:lnTo>
                    <a:pt x="240068" y="2397582"/>
                  </a:lnTo>
                  <a:lnTo>
                    <a:pt x="245745" y="2442108"/>
                  </a:lnTo>
                  <a:lnTo>
                    <a:pt x="245795" y="2442489"/>
                  </a:lnTo>
                  <a:lnTo>
                    <a:pt x="259930" y="2485644"/>
                  </a:lnTo>
                  <a:lnTo>
                    <a:pt x="259981" y="2485834"/>
                  </a:lnTo>
                  <a:lnTo>
                    <a:pt x="282613" y="2526322"/>
                  </a:lnTo>
                  <a:lnTo>
                    <a:pt x="313626" y="2562682"/>
                  </a:lnTo>
                  <a:lnTo>
                    <a:pt x="313626" y="2482672"/>
                  </a:lnTo>
                  <a:lnTo>
                    <a:pt x="308000" y="2473833"/>
                  </a:lnTo>
                  <a:lnTo>
                    <a:pt x="293471" y="2433332"/>
                  </a:lnTo>
                  <a:lnTo>
                    <a:pt x="288353" y="2389301"/>
                  </a:lnTo>
                  <a:lnTo>
                    <a:pt x="293344" y="2346350"/>
                  </a:lnTo>
                  <a:lnTo>
                    <a:pt x="293471" y="2345271"/>
                  </a:lnTo>
                  <a:lnTo>
                    <a:pt x="308000" y="2304783"/>
                  </a:lnTo>
                  <a:lnTo>
                    <a:pt x="330796" y="2269007"/>
                  </a:lnTo>
                  <a:lnTo>
                    <a:pt x="360654" y="2239124"/>
                  </a:lnTo>
                  <a:lnTo>
                    <a:pt x="396417" y="2216315"/>
                  </a:lnTo>
                  <a:lnTo>
                    <a:pt x="436892" y="2201773"/>
                  </a:lnTo>
                  <a:lnTo>
                    <a:pt x="480898" y="2196668"/>
                  </a:lnTo>
                  <a:lnTo>
                    <a:pt x="524903" y="2201773"/>
                  </a:lnTo>
                  <a:lnTo>
                    <a:pt x="565378" y="2216315"/>
                  </a:lnTo>
                  <a:lnTo>
                    <a:pt x="601129" y="2239124"/>
                  </a:lnTo>
                  <a:lnTo>
                    <a:pt x="630999" y="2269007"/>
                  </a:lnTo>
                  <a:lnTo>
                    <a:pt x="653783" y="2304783"/>
                  </a:lnTo>
                  <a:lnTo>
                    <a:pt x="668324" y="2345271"/>
                  </a:lnTo>
                  <a:lnTo>
                    <a:pt x="673430" y="2389301"/>
                  </a:lnTo>
                  <a:lnTo>
                    <a:pt x="673430" y="2247481"/>
                  </a:lnTo>
                  <a:lnTo>
                    <a:pt x="746658" y="2283041"/>
                  </a:lnTo>
                  <a:lnTo>
                    <a:pt x="785799" y="2314206"/>
                  </a:lnTo>
                  <a:lnTo>
                    <a:pt x="820826" y="2345474"/>
                  </a:lnTo>
                  <a:lnTo>
                    <a:pt x="851306" y="2375395"/>
                  </a:lnTo>
                  <a:lnTo>
                    <a:pt x="876795" y="2402548"/>
                  </a:lnTo>
                  <a:lnTo>
                    <a:pt x="876795" y="2292439"/>
                  </a:lnTo>
                  <a:lnTo>
                    <a:pt x="844486" y="2262835"/>
                  </a:lnTo>
                  <a:lnTo>
                    <a:pt x="808672" y="2233015"/>
                  </a:lnTo>
                  <a:lnTo>
                    <a:pt x="800277" y="2226767"/>
                  </a:lnTo>
                  <a:lnTo>
                    <a:pt x="769556" y="2203881"/>
                  </a:lnTo>
                  <a:lnTo>
                    <a:pt x="758444" y="2196668"/>
                  </a:lnTo>
                  <a:lnTo>
                    <a:pt x="727392" y="2176462"/>
                  </a:lnTo>
                  <a:lnTo>
                    <a:pt x="682485" y="2151761"/>
                  </a:lnTo>
                  <a:lnTo>
                    <a:pt x="635088" y="2130780"/>
                  </a:lnTo>
                  <a:lnTo>
                    <a:pt x="585520" y="2114550"/>
                  </a:lnTo>
                  <a:lnTo>
                    <a:pt x="534022" y="2104059"/>
                  </a:lnTo>
                  <a:lnTo>
                    <a:pt x="480898" y="2100338"/>
                  </a:lnTo>
                  <a:lnTo>
                    <a:pt x="427774" y="2104059"/>
                  </a:lnTo>
                  <a:lnTo>
                    <a:pt x="376275" y="2114550"/>
                  </a:lnTo>
                  <a:lnTo>
                    <a:pt x="326694" y="2130780"/>
                  </a:lnTo>
                  <a:lnTo>
                    <a:pt x="279311" y="2151761"/>
                  </a:lnTo>
                  <a:lnTo>
                    <a:pt x="234403" y="2176462"/>
                  </a:lnTo>
                  <a:lnTo>
                    <a:pt x="192239" y="2203881"/>
                  </a:lnTo>
                  <a:lnTo>
                    <a:pt x="153111" y="2233015"/>
                  </a:lnTo>
                  <a:lnTo>
                    <a:pt x="117309" y="2262835"/>
                  </a:lnTo>
                  <a:lnTo>
                    <a:pt x="85090" y="2292350"/>
                  </a:lnTo>
                  <a:lnTo>
                    <a:pt x="56743" y="2320518"/>
                  </a:lnTo>
                  <a:lnTo>
                    <a:pt x="12788" y="2368842"/>
                  </a:lnTo>
                  <a:lnTo>
                    <a:pt x="0" y="2405405"/>
                  </a:lnTo>
                  <a:lnTo>
                    <a:pt x="4165" y="2424201"/>
                  </a:lnTo>
                  <a:lnTo>
                    <a:pt x="37249" y="2463431"/>
                  </a:lnTo>
                  <a:lnTo>
                    <a:pt x="96380" y="2516682"/>
                  </a:lnTo>
                  <a:lnTo>
                    <a:pt x="132753" y="2545334"/>
                  </a:lnTo>
                  <a:lnTo>
                    <a:pt x="173177" y="2573832"/>
                  </a:lnTo>
                  <a:lnTo>
                    <a:pt x="217297" y="2601036"/>
                  </a:lnTo>
                  <a:lnTo>
                    <a:pt x="264769" y="2625826"/>
                  </a:lnTo>
                  <a:lnTo>
                    <a:pt x="315226" y="2647086"/>
                  </a:lnTo>
                  <a:lnTo>
                    <a:pt x="368300" y="2663660"/>
                  </a:lnTo>
                  <a:lnTo>
                    <a:pt x="423646" y="2674429"/>
                  </a:lnTo>
                  <a:lnTo>
                    <a:pt x="480898" y="2678265"/>
                  </a:lnTo>
                  <a:lnTo>
                    <a:pt x="538149" y="2674429"/>
                  </a:lnTo>
                  <a:lnTo>
                    <a:pt x="593496" y="2663660"/>
                  </a:lnTo>
                  <a:lnTo>
                    <a:pt x="646595" y="2647086"/>
                  </a:lnTo>
                  <a:lnTo>
                    <a:pt x="697077" y="2625826"/>
                  </a:lnTo>
                  <a:lnTo>
                    <a:pt x="744601" y="2601036"/>
                  </a:lnTo>
                  <a:lnTo>
                    <a:pt x="788809" y="2573832"/>
                  </a:lnTo>
                  <a:lnTo>
                    <a:pt x="829348" y="2545334"/>
                  </a:lnTo>
                  <a:lnTo>
                    <a:pt x="865873" y="2516682"/>
                  </a:lnTo>
                  <a:lnTo>
                    <a:pt x="898029" y="2489009"/>
                  </a:lnTo>
                  <a:lnTo>
                    <a:pt x="947801" y="2441079"/>
                  </a:lnTo>
                  <a:lnTo>
                    <a:pt x="958138" y="2424709"/>
                  </a:lnTo>
                  <a:lnTo>
                    <a:pt x="961936" y="2405862"/>
                  </a:lnTo>
                  <a:close/>
                </a:path>
                <a:path w="3594100" h="2678429">
                  <a:moveTo>
                    <a:pt x="1825790" y="870292"/>
                  </a:moveTo>
                  <a:lnTo>
                    <a:pt x="1819490" y="845223"/>
                  </a:lnTo>
                  <a:lnTo>
                    <a:pt x="1798675" y="809015"/>
                  </a:lnTo>
                  <a:lnTo>
                    <a:pt x="1729320" y="688314"/>
                  </a:lnTo>
                  <a:lnTo>
                    <a:pt x="1701571" y="640029"/>
                  </a:lnTo>
                  <a:lnTo>
                    <a:pt x="1458785" y="217563"/>
                  </a:lnTo>
                  <a:lnTo>
                    <a:pt x="1365897" y="55930"/>
                  </a:lnTo>
                  <a:lnTo>
                    <a:pt x="1365897" y="748665"/>
                  </a:lnTo>
                  <a:lnTo>
                    <a:pt x="1361224" y="772350"/>
                  </a:lnTo>
                  <a:lnTo>
                    <a:pt x="1348409" y="791514"/>
                  </a:lnTo>
                  <a:lnTo>
                    <a:pt x="1329258" y="804329"/>
                  </a:lnTo>
                  <a:lnTo>
                    <a:pt x="1305572" y="809015"/>
                  </a:lnTo>
                  <a:lnTo>
                    <a:pt x="1281899" y="804329"/>
                  </a:lnTo>
                  <a:lnTo>
                    <a:pt x="1262748" y="791514"/>
                  </a:lnTo>
                  <a:lnTo>
                    <a:pt x="1249934" y="772350"/>
                  </a:lnTo>
                  <a:lnTo>
                    <a:pt x="1245260" y="748665"/>
                  </a:lnTo>
                  <a:lnTo>
                    <a:pt x="1249934" y="724966"/>
                  </a:lnTo>
                  <a:lnTo>
                    <a:pt x="1262748" y="705815"/>
                  </a:lnTo>
                  <a:lnTo>
                    <a:pt x="1281899" y="692988"/>
                  </a:lnTo>
                  <a:lnTo>
                    <a:pt x="1305572" y="688314"/>
                  </a:lnTo>
                  <a:lnTo>
                    <a:pt x="1329258" y="692988"/>
                  </a:lnTo>
                  <a:lnTo>
                    <a:pt x="1348409" y="705815"/>
                  </a:lnTo>
                  <a:lnTo>
                    <a:pt x="1361224" y="724966"/>
                  </a:lnTo>
                  <a:lnTo>
                    <a:pt x="1365897" y="748665"/>
                  </a:lnTo>
                  <a:lnTo>
                    <a:pt x="1365897" y="55930"/>
                  </a:lnTo>
                  <a:lnTo>
                    <a:pt x="1347800" y="24434"/>
                  </a:lnTo>
                  <a:lnTo>
                    <a:pt x="1341767" y="18326"/>
                  </a:lnTo>
                  <a:lnTo>
                    <a:pt x="1341767" y="217563"/>
                  </a:lnTo>
                  <a:lnTo>
                    <a:pt x="1341767" y="640029"/>
                  </a:lnTo>
                  <a:lnTo>
                    <a:pt x="1269390" y="640029"/>
                  </a:lnTo>
                  <a:lnTo>
                    <a:pt x="1269390" y="217563"/>
                  </a:lnTo>
                  <a:lnTo>
                    <a:pt x="1341767" y="217563"/>
                  </a:lnTo>
                  <a:lnTo>
                    <a:pt x="1341767" y="18326"/>
                  </a:lnTo>
                  <a:lnTo>
                    <a:pt x="1329702" y="6108"/>
                  </a:lnTo>
                  <a:lnTo>
                    <a:pt x="1306182" y="0"/>
                  </a:lnTo>
                  <a:lnTo>
                    <a:pt x="1282661" y="6108"/>
                  </a:lnTo>
                  <a:lnTo>
                    <a:pt x="1264564" y="24434"/>
                  </a:lnTo>
                  <a:lnTo>
                    <a:pt x="791667" y="845223"/>
                  </a:lnTo>
                  <a:lnTo>
                    <a:pt x="785368" y="870292"/>
                  </a:lnTo>
                  <a:lnTo>
                    <a:pt x="791972" y="893660"/>
                  </a:lnTo>
                  <a:lnTo>
                    <a:pt x="808964" y="910907"/>
                  </a:lnTo>
                  <a:lnTo>
                    <a:pt x="833882" y="917638"/>
                  </a:lnTo>
                  <a:lnTo>
                    <a:pt x="1777263" y="917651"/>
                  </a:lnTo>
                  <a:lnTo>
                    <a:pt x="1802193" y="910907"/>
                  </a:lnTo>
                  <a:lnTo>
                    <a:pt x="1819186" y="893660"/>
                  </a:lnTo>
                  <a:lnTo>
                    <a:pt x="1825790" y="870292"/>
                  </a:lnTo>
                  <a:close/>
                </a:path>
                <a:path w="3594100" h="2678429">
                  <a:moveTo>
                    <a:pt x="3594087" y="730631"/>
                  </a:moveTo>
                  <a:lnTo>
                    <a:pt x="3570338" y="727036"/>
                  </a:lnTo>
                  <a:lnTo>
                    <a:pt x="3513124" y="709282"/>
                  </a:lnTo>
                  <a:lnTo>
                    <a:pt x="3477526" y="704850"/>
                  </a:lnTo>
                  <a:lnTo>
                    <a:pt x="3441928" y="709282"/>
                  </a:lnTo>
                  <a:lnTo>
                    <a:pt x="3384727" y="727036"/>
                  </a:lnTo>
                  <a:lnTo>
                    <a:pt x="3360966" y="730631"/>
                  </a:lnTo>
                  <a:lnTo>
                    <a:pt x="3337217" y="727036"/>
                  </a:lnTo>
                  <a:lnTo>
                    <a:pt x="3280003" y="709282"/>
                  </a:lnTo>
                  <a:lnTo>
                    <a:pt x="3244405" y="704850"/>
                  </a:lnTo>
                  <a:lnTo>
                    <a:pt x="3208807" y="709282"/>
                  </a:lnTo>
                  <a:lnTo>
                    <a:pt x="3151606" y="727036"/>
                  </a:lnTo>
                  <a:lnTo>
                    <a:pt x="3127845" y="730631"/>
                  </a:lnTo>
                  <a:lnTo>
                    <a:pt x="3104096" y="727036"/>
                  </a:lnTo>
                  <a:lnTo>
                    <a:pt x="3046895" y="709282"/>
                  </a:lnTo>
                  <a:lnTo>
                    <a:pt x="3011297" y="704850"/>
                  </a:lnTo>
                  <a:lnTo>
                    <a:pt x="2975699" y="709282"/>
                  </a:lnTo>
                  <a:lnTo>
                    <a:pt x="2918485" y="727036"/>
                  </a:lnTo>
                  <a:lnTo>
                    <a:pt x="2894736" y="730631"/>
                  </a:lnTo>
                  <a:lnTo>
                    <a:pt x="2870974" y="727036"/>
                  </a:lnTo>
                  <a:lnTo>
                    <a:pt x="2813774" y="709282"/>
                  </a:lnTo>
                  <a:lnTo>
                    <a:pt x="2778175" y="704850"/>
                  </a:lnTo>
                  <a:lnTo>
                    <a:pt x="2742577" y="709282"/>
                  </a:lnTo>
                  <a:lnTo>
                    <a:pt x="2685364" y="727036"/>
                  </a:lnTo>
                  <a:lnTo>
                    <a:pt x="2661615" y="730631"/>
                  </a:lnTo>
                  <a:lnTo>
                    <a:pt x="2661615" y="800595"/>
                  </a:lnTo>
                  <a:lnTo>
                    <a:pt x="2697213" y="796175"/>
                  </a:lnTo>
                  <a:lnTo>
                    <a:pt x="2754388" y="778065"/>
                  </a:lnTo>
                  <a:lnTo>
                    <a:pt x="2778175" y="774128"/>
                  </a:lnTo>
                  <a:lnTo>
                    <a:pt x="2801963" y="778065"/>
                  </a:lnTo>
                  <a:lnTo>
                    <a:pt x="2841764" y="791718"/>
                  </a:lnTo>
                  <a:lnTo>
                    <a:pt x="2876829" y="799134"/>
                  </a:lnTo>
                  <a:lnTo>
                    <a:pt x="2894736" y="800595"/>
                  </a:lnTo>
                  <a:lnTo>
                    <a:pt x="2930334" y="796175"/>
                  </a:lnTo>
                  <a:lnTo>
                    <a:pt x="2987510" y="778065"/>
                  </a:lnTo>
                  <a:lnTo>
                    <a:pt x="3011297" y="774128"/>
                  </a:lnTo>
                  <a:lnTo>
                    <a:pt x="3035046" y="777722"/>
                  </a:lnTo>
                  <a:lnTo>
                    <a:pt x="3092208" y="795870"/>
                  </a:lnTo>
                  <a:lnTo>
                    <a:pt x="3127845" y="800595"/>
                  </a:lnTo>
                  <a:lnTo>
                    <a:pt x="3163443" y="796175"/>
                  </a:lnTo>
                  <a:lnTo>
                    <a:pt x="3220631" y="778065"/>
                  </a:lnTo>
                  <a:lnTo>
                    <a:pt x="3244405" y="774128"/>
                  </a:lnTo>
                  <a:lnTo>
                    <a:pt x="3268192" y="778065"/>
                  </a:lnTo>
                  <a:lnTo>
                    <a:pt x="3307994" y="791718"/>
                  </a:lnTo>
                  <a:lnTo>
                    <a:pt x="3343059" y="799134"/>
                  </a:lnTo>
                  <a:lnTo>
                    <a:pt x="3360966" y="800595"/>
                  </a:lnTo>
                  <a:lnTo>
                    <a:pt x="3396564" y="796175"/>
                  </a:lnTo>
                  <a:lnTo>
                    <a:pt x="3453739" y="778065"/>
                  </a:lnTo>
                  <a:lnTo>
                    <a:pt x="3477526" y="774128"/>
                  </a:lnTo>
                  <a:lnTo>
                    <a:pt x="3501275" y="777722"/>
                  </a:lnTo>
                  <a:lnTo>
                    <a:pt x="3558463" y="795870"/>
                  </a:lnTo>
                  <a:lnTo>
                    <a:pt x="3594087" y="800595"/>
                  </a:lnTo>
                  <a:lnTo>
                    <a:pt x="3594087" y="730631"/>
                  </a:lnTo>
                  <a:close/>
                </a:path>
                <a:path w="3594100" h="2678429">
                  <a:moveTo>
                    <a:pt x="3594087" y="590677"/>
                  </a:moveTo>
                  <a:lnTo>
                    <a:pt x="3570338" y="587082"/>
                  </a:lnTo>
                  <a:lnTo>
                    <a:pt x="3547465" y="579716"/>
                  </a:lnTo>
                  <a:lnTo>
                    <a:pt x="3513124" y="569328"/>
                  </a:lnTo>
                  <a:lnTo>
                    <a:pt x="3477526" y="564908"/>
                  </a:lnTo>
                  <a:lnTo>
                    <a:pt x="3441928" y="569328"/>
                  </a:lnTo>
                  <a:lnTo>
                    <a:pt x="3384727" y="587082"/>
                  </a:lnTo>
                  <a:lnTo>
                    <a:pt x="3360966" y="590677"/>
                  </a:lnTo>
                  <a:lnTo>
                    <a:pt x="3289516" y="571779"/>
                  </a:lnTo>
                  <a:lnTo>
                    <a:pt x="3236976" y="540410"/>
                  </a:lnTo>
                  <a:lnTo>
                    <a:pt x="3196272" y="501408"/>
                  </a:lnTo>
                  <a:lnTo>
                    <a:pt x="3167862" y="457885"/>
                  </a:lnTo>
                  <a:lnTo>
                    <a:pt x="3152178" y="412978"/>
                  </a:lnTo>
                  <a:lnTo>
                    <a:pt x="3149650" y="369798"/>
                  </a:lnTo>
                  <a:lnTo>
                    <a:pt x="3159595" y="324929"/>
                  </a:lnTo>
                  <a:lnTo>
                    <a:pt x="3180651" y="283603"/>
                  </a:lnTo>
                  <a:lnTo>
                    <a:pt x="3212719" y="252171"/>
                  </a:lnTo>
                  <a:lnTo>
                    <a:pt x="3255721" y="236956"/>
                  </a:lnTo>
                  <a:lnTo>
                    <a:pt x="3300780" y="240538"/>
                  </a:lnTo>
                  <a:lnTo>
                    <a:pt x="3340074" y="259803"/>
                  </a:lnTo>
                  <a:lnTo>
                    <a:pt x="3369792" y="291934"/>
                  </a:lnTo>
                  <a:lnTo>
                    <a:pt x="3388664" y="341325"/>
                  </a:lnTo>
                  <a:lnTo>
                    <a:pt x="3393490" y="346925"/>
                  </a:lnTo>
                  <a:lnTo>
                    <a:pt x="3426955" y="333819"/>
                  </a:lnTo>
                  <a:lnTo>
                    <a:pt x="3416541" y="283171"/>
                  </a:lnTo>
                  <a:lnTo>
                    <a:pt x="3400336" y="241554"/>
                  </a:lnTo>
                  <a:lnTo>
                    <a:pt x="3378200" y="203835"/>
                  </a:lnTo>
                  <a:lnTo>
                    <a:pt x="3350679" y="170459"/>
                  </a:lnTo>
                  <a:lnTo>
                    <a:pt x="3318370" y="141820"/>
                  </a:lnTo>
                  <a:lnTo>
                    <a:pt x="3281807" y="118364"/>
                  </a:lnTo>
                  <a:lnTo>
                    <a:pt x="3241586" y="100495"/>
                  </a:lnTo>
                  <a:lnTo>
                    <a:pt x="3198253" y="88633"/>
                  </a:lnTo>
                  <a:lnTo>
                    <a:pt x="3152381" y="83210"/>
                  </a:lnTo>
                  <a:lnTo>
                    <a:pt x="3104540" y="84645"/>
                  </a:lnTo>
                  <a:lnTo>
                    <a:pt x="3060992" y="93014"/>
                  </a:lnTo>
                  <a:lnTo>
                    <a:pt x="3018409" y="108991"/>
                  </a:lnTo>
                  <a:lnTo>
                    <a:pt x="2976829" y="132524"/>
                  </a:lnTo>
                  <a:lnTo>
                    <a:pt x="2936341" y="163550"/>
                  </a:lnTo>
                  <a:lnTo>
                    <a:pt x="2896984" y="202044"/>
                  </a:lnTo>
                  <a:lnTo>
                    <a:pt x="2829229" y="287693"/>
                  </a:lnTo>
                  <a:lnTo>
                    <a:pt x="2766720" y="369290"/>
                  </a:lnTo>
                  <a:lnTo>
                    <a:pt x="2734157" y="406895"/>
                  </a:lnTo>
                  <a:lnTo>
                    <a:pt x="2699575" y="441121"/>
                  </a:lnTo>
                  <a:lnTo>
                    <a:pt x="2662085" y="471017"/>
                  </a:lnTo>
                  <a:lnTo>
                    <a:pt x="2662085" y="660654"/>
                  </a:lnTo>
                  <a:lnTo>
                    <a:pt x="2697683" y="656221"/>
                  </a:lnTo>
                  <a:lnTo>
                    <a:pt x="2754858" y="638124"/>
                  </a:lnTo>
                  <a:lnTo>
                    <a:pt x="2778645" y="634174"/>
                  </a:lnTo>
                  <a:lnTo>
                    <a:pt x="2802420" y="638124"/>
                  </a:lnTo>
                  <a:lnTo>
                    <a:pt x="2842120" y="651738"/>
                  </a:lnTo>
                  <a:lnTo>
                    <a:pt x="2876943" y="659168"/>
                  </a:lnTo>
                  <a:lnTo>
                    <a:pt x="2894736" y="660654"/>
                  </a:lnTo>
                  <a:lnTo>
                    <a:pt x="2930334" y="656221"/>
                  </a:lnTo>
                  <a:lnTo>
                    <a:pt x="2987510" y="638124"/>
                  </a:lnTo>
                  <a:lnTo>
                    <a:pt x="3011297" y="634174"/>
                  </a:lnTo>
                  <a:lnTo>
                    <a:pt x="3035046" y="637768"/>
                  </a:lnTo>
                  <a:lnTo>
                    <a:pt x="3092208" y="655916"/>
                  </a:lnTo>
                  <a:lnTo>
                    <a:pt x="3127845" y="660654"/>
                  </a:lnTo>
                  <a:lnTo>
                    <a:pt x="3163443" y="656221"/>
                  </a:lnTo>
                  <a:lnTo>
                    <a:pt x="3220631" y="638124"/>
                  </a:lnTo>
                  <a:lnTo>
                    <a:pt x="3244405" y="634174"/>
                  </a:lnTo>
                  <a:lnTo>
                    <a:pt x="3268192" y="638124"/>
                  </a:lnTo>
                  <a:lnTo>
                    <a:pt x="3307994" y="651764"/>
                  </a:lnTo>
                  <a:lnTo>
                    <a:pt x="3343059" y="659193"/>
                  </a:lnTo>
                  <a:lnTo>
                    <a:pt x="3360966" y="660654"/>
                  </a:lnTo>
                  <a:lnTo>
                    <a:pt x="3396564" y="656221"/>
                  </a:lnTo>
                  <a:lnTo>
                    <a:pt x="3453739" y="638124"/>
                  </a:lnTo>
                  <a:lnTo>
                    <a:pt x="3477526" y="634174"/>
                  </a:lnTo>
                  <a:lnTo>
                    <a:pt x="3501275" y="637768"/>
                  </a:lnTo>
                  <a:lnTo>
                    <a:pt x="3558463" y="655916"/>
                  </a:lnTo>
                  <a:lnTo>
                    <a:pt x="3594087" y="660654"/>
                  </a:lnTo>
                  <a:lnTo>
                    <a:pt x="3594087" y="590677"/>
                  </a:lnTo>
                  <a:close/>
                </a:path>
              </a:pathLst>
            </a:custGeom>
            <a:solidFill>
              <a:srgbClr val="E811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0549" y="4695156"/>
              <a:ext cx="240671" cy="24080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61435" y="4393069"/>
              <a:ext cx="1130300" cy="901065"/>
            </a:xfrm>
            <a:custGeom>
              <a:avLst/>
              <a:gdLst/>
              <a:ahLst/>
              <a:cxnLst/>
              <a:rect l="l" t="t" r="r" b="b"/>
              <a:pathLst>
                <a:path w="1130300" h="901064">
                  <a:moveTo>
                    <a:pt x="971943" y="258025"/>
                  </a:moveTo>
                  <a:lnTo>
                    <a:pt x="950341" y="217449"/>
                  </a:lnTo>
                  <a:lnTo>
                    <a:pt x="924839" y="179539"/>
                  </a:lnTo>
                  <a:lnTo>
                    <a:pt x="895731" y="144551"/>
                  </a:lnTo>
                  <a:lnTo>
                    <a:pt x="863282" y="112725"/>
                  </a:lnTo>
                  <a:lnTo>
                    <a:pt x="827760" y="84340"/>
                  </a:lnTo>
                  <a:lnTo>
                    <a:pt x="789457" y="59613"/>
                  </a:lnTo>
                  <a:lnTo>
                    <a:pt x="748626" y="38823"/>
                  </a:lnTo>
                  <a:lnTo>
                    <a:pt x="705561" y="22212"/>
                  </a:lnTo>
                  <a:lnTo>
                    <a:pt x="660527" y="10033"/>
                  </a:lnTo>
                  <a:lnTo>
                    <a:pt x="613803" y="2552"/>
                  </a:lnTo>
                  <a:lnTo>
                    <a:pt x="565645" y="0"/>
                  </a:lnTo>
                  <a:lnTo>
                    <a:pt x="514388" y="2882"/>
                  </a:lnTo>
                  <a:lnTo>
                    <a:pt x="464807" y="11341"/>
                  </a:lnTo>
                  <a:lnTo>
                    <a:pt x="417220" y="25057"/>
                  </a:lnTo>
                  <a:lnTo>
                    <a:pt x="371970" y="43726"/>
                  </a:lnTo>
                  <a:lnTo>
                    <a:pt x="329336" y="67017"/>
                  </a:lnTo>
                  <a:lnTo>
                    <a:pt x="289674" y="94627"/>
                  </a:lnTo>
                  <a:lnTo>
                    <a:pt x="253263" y="126238"/>
                  </a:lnTo>
                  <a:lnTo>
                    <a:pt x="220446" y="161556"/>
                  </a:lnTo>
                  <a:lnTo>
                    <a:pt x="191541" y="200253"/>
                  </a:lnTo>
                  <a:lnTo>
                    <a:pt x="166839" y="242011"/>
                  </a:lnTo>
                  <a:lnTo>
                    <a:pt x="146685" y="286524"/>
                  </a:lnTo>
                  <a:lnTo>
                    <a:pt x="131381" y="333489"/>
                  </a:lnTo>
                  <a:lnTo>
                    <a:pt x="0" y="333489"/>
                  </a:lnTo>
                  <a:lnTo>
                    <a:pt x="233565" y="567169"/>
                  </a:lnTo>
                  <a:lnTo>
                    <a:pt x="467118" y="333489"/>
                  </a:lnTo>
                  <a:lnTo>
                    <a:pt x="336956" y="333489"/>
                  </a:lnTo>
                  <a:lnTo>
                    <a:pt x="361759" y="294373"/>
                  </a:lnTo>
                  <a:lnTo>
                    <a:pt x="393001" y="260413"/>
                  </a:lnTo>
                  <a:lnTo>
                    <a:pt x="429869" y="232460"/>
                  </a:lnTo>
                  <a:lnTo>
                    <a:pt x="471487" y="211416"/>
                  </a:lnTo>
                  <a:lnTo>
                    <a:pt x="517029" y="198132"/>
                  </a:lnTo>
                  <a:lnTo>
                    <a:pt x="565645" y="193509"/>
                  </a:lnTo>
                  <a:lnTo>
                    <a:pt x="612940" y="197942"/>
                  </a:lnTo>
                  <a:lnTo>
                    <a:pt x="657491" y="210705"/>
                  </a:lnTo>
                  <a:lnTo>
                    <a:pt x="698398" y="231000"/>
                  </a:lnTo>
                  <a:lnTo>
                    <a:pt x="734733" y="258025"/>
                  </a:lnTo>
                  <a:lnTo>
                    <a:pt x="971943" y="258025"/>
                  </a:lnTo>
                  <a:close/>
                </a:path>
                <a:path w="1130300" h="901064">
                  <a:moveTo>
                    <a:pt x="1130084" y="567169"/>
                  </a:moveTo>
                  <a:lnTo>
                    <a:pt x="896518" y="333489"/>
                  </a:lnTo>
                  <a:lnTo>
                    <a:pt x="662965" y="567169"/>
                  </a:lnTo>
                  <a:lnTo>
                    <a:pt x="794346" y="567169"/>
                  </a:lnTo>
                  <a:lnTo>
                    <a:pt x="769543" y="606272"/>
                  </a:lnTo>
                  <a:lnTo>
                    <a:pt x="738301" y="640245"/>
                  </a:lnTo>
                  <a:lnTo>
                    <a:pt x="701433" y="668185"/>
                  </a:lnTo>
                  <a:lnTo>
                    <a:pt x="659815" y="689241"/>
                  </a:lnTo>
                  <a:lnTo>
                    <a:pt x="614273" y="702513"/>
                  </a:lnTo>
                  <a:lnTo>
                    <a:pt x="565645" y="707136"/>
                  </a:lnTo>
                  <a:lnTo>
                    <a:pt x="518363" y="702703"/>
                  </a:lnTo>
                  <a:lnTo>
                    <a:pt x="473811" y="689952"/>
                  </a:lnTo>
                  <a:lnTo>
                    <a:pt x="432904" y="669658"/>
                  </a:lnTo>
                  <a:lnTo>
                    <a:pt x="396570" y="642632"/>
                  </a:lnTo>
                  <a:lnTo>
                    <a:pt x="158140" y="642632"/>
                  </a:lnTo>
                  <a:lnTo>
                    <a:pt x="180022" y="683209"/>
                  </a:lnTo>
                  <a:lnTo>
                    <a:pt x="205701" y="721118"/>
                  </a:lnTo>
                  <a:lnTo>
                    <a:pt x="234911" y="756107"/>
                  </a:lnTo>
                  <a:lnTo>
                    <a:pt x="267398" y="787920"/>
                  </a:lnTo>
                  <a:lnTo>
                    <a:pt x="302933" y="816317"/>
                  </a:lnTo>
                  <a:lnTo>
                    <a:pt x="341236" y="841044"/>
                  </a:lnTo>
                  <a:lnTo>
                    <a:pt x="382079" y="861834"/>
                  </a:lnTo>
                  <a:lnTo>
                    <a:pt x="425183" y="878433"/>
                  </a:lnTo>
                  <a:lnTo>
                    <a:pt x="470319" y="890612"/>
                  </a:lnTo>
                  <a:lnTo>
                    <a:pt x="517220" y="898105"/>
                  </a:lnTo>
                  <a:lnTo>
                    <a:pt x="565645" y="900658"/>
                  </a:lnTo>
                  <a:lnTo>
                    <a:pt x="616915" y="897775"/>
                  </a:lnTo>
                  <a:lnTo>
                    <a:pt x="666496" y="889317"/>
                  </a:lnTo>
                  <a:lnTo>
                    <a:pt x="714070" y="875588"/>
                  </a:lnTo>
                  <a:lnTo>
                    <a:pt x="759333" y="856932"/>
                  </a:lnTo>
                  <a:lnTo>
                    <a:pt x="801954" y="833640"/>
                  </a:lnTo>
                  <a:lnTo>
                    <a:pt x="841629" y="806030"/>
                  </a:lnTo>
                  <a:lnTo>
                    <a:pt x="878039" y="774407"/>
                  </a:lnTo>
                  <a:lnTo>
                    <a:pt x="910856" y="739101"/>
                  </a:lnTo>
                  <a:lnTo>
                    <a:pt x="939761" y="700405"/>
                  </a:lnTo>
                  <a:lnTo>
                    <a:pt x="964463" y="658647"/>
                  </a:lnTo>
                  <a:lnTo>
                    <a:pt x="984618" y="614133"/>
                  </a:lnTo>
                  <a:lnTo>
                    <a:pt x="999921" y="567169"/>
                  </a:lnTo>
                  <a:lnTo>
                    <a:pt x="1130084" y="567169"/>
                  </a:lnTo>
                  <a:close/>
                </a:path>
              </a:pathLst>
            </a:custGeom>
            <a:solidFill>
              <a:srgbClr val="E811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28473" y="2415196"/>
              <a:ext cx="4403725" cy="2823845"/>
            </a:xfrm>
            <a:custGeom>
              <a:avLst/>
              <a:gdLst/>
              <a:ahLst/>
              <a:cxnLst/>
              <a:rect l="l" t="t" r="r" b="b"/>
              <a:pathLst>
                <a:path w="4403725" h="2823845">
                  <a:moveTo>
                    <a:pt x="662305" y="305257"/>
                  </a:moveTo>
                  <a:lnTo>
                    <a:pt x="611530" y="293547"/>
                  </a:lnTo>
                  <a:lnTo>
                    <a:pt x="562190" y="277406"/>
                  </a:lnTo>
                  <a:lnTo>
                    <a:pt x="549770" y="272072"/>
                  </a:lnTo>
                  <a:lnTo>
                    <a:pt x="549770" y="419950"/>
                  </a:lnTo>
                  <a:lnTo>
                    <a:pt x="355879" y="613956"/>
                  </a:lnTo>
                  <a:lnTo>
                    <a:pt x="241261" y="499275"/>
                  </a:lnTo>
                  <a:lnTo>
                    <a:pt x="280200" y="460311"/>
                  </a:lnTo>
                  <a:lnTo>
                    <a:pt x="355879" y="536016"/>
                  </a:lnTo>
                  <a:lnTo>
                    <a:pt x="431546" y="460311"/>
                  </a:lnTo>
                  <a:lnTo>
                    <a:pt x="510832" y="380974"/>
                  </a:lnTo>
                  <a:lnTo>
                    <a:pt x="549770" y="419950"/>
                  </a:lnTo>
                  <a:lnTo>
                    <a:pt x="549770" y="272072"/>
                  </a:lnTo>
                  <a:lnTo>
                    <a:pt x="514591" y="256959"/>
                  </a:lnTo>
                  <a:lnTo>
                    <a:pt x="468998" y="232346"/>
                  </a:lnTo>
                  <a:lnTo>
                    <a:pt x="425704" y="203708"/>
                  </a:lnTo>
                  <a:lnTo>
                    <a:pt x="384975" y="171183"/>
                  </a:lnTo>
                  <a:lnTo>
                    <a:pt x="344246" y="203708"/>
                  </a:lnTo>
                  <a:lnTo>
                    <a:pt x="300951" y="232346"/>
                  </a:lnTo>
                  <a:lnTo>
                    <a:pt x="255358" y="256959"/>
                  </a:lnTo>
                  <a:lnTo>
                    <a:pt x="207759" y="277406"/>
                  </a:lnTo>
                  <a:lnTo>
                    <a:pt x="158432" y="293547"/>
                  </a:lnTo>
                  <a:lnTo>
                    <a:pt x="107645" y="305257"/>
                  </a:lnTo>
                  <a:lnTo>
                    <a:pt x="107645" y="358648"/>
                  </a:lnTo>
                  <a:lnTo>
                    <a:pt x="109778" y="402412"/>
                  </a:lnTo>
                  <a:lnTo>
                    <a:pt x="116116" y="446074"/>
                  </a:lnTo>
                  <a:lnTo>
                    <a:pt x="126530" y="489445"/>
                  </a:lnTo>
                  <a:lnTo>
                    <a:pt x="140919" y="532345"/>
                  </a:lnTo>
                  <a:lnTo>
                    <a:pt x="159143" y="574560"/>
                  </a:lnTo>
                  <a:lnTo>
                    <a:pt x="181114" y="615911"/>
                  </a:lnTo>
                  <a:lnTo>
                    <a:pt x="206705" y="656209"/>
                  </a:lnTo>
                  <a:lnTo>
                    <a:pt x="235813" y="695261"/>
                  </a:lnTo>
                  <a:lnTo>
                    <a:pt x="268300" y="732853"/>
                  </a:lnTo>
                  <a:lnTo>
                    <a:pt x="304076" y="768819"/>
                  </a:lnTo>
                  <a:lnTo>
                    <a:pt x="343001" y="802944"/>
                  </a:lnTo>
                  <a:lnTo>
                    <a:pt x="384987" y="835050"/>
                  </a:lnTo>
                  <a:lnTo>
                    <a:pt x="426974" y="802944"/>
                  </a:lnTo>
                  <a:lnTo>
                    <a:pt x="465899" y="768819"/>
                  </a:lnTo>
                  <a:lnTo>
                    <a:pt x="501675" y="732853"/>
                  </a:lnTo>
                  <a:lnTo>
                    <a:pt x="534162" y="695261"/>
                  </a:lnTo>
                  <a:lnTo>
                    <a:pt x="563257" y="656209"/>
                  </a:lnTo>
                  <a:lnTo>
                    <a:pt x="588848" y="615911"/>
                  </a:lnTo>
                  <a:lnTo>
                    <a:pt x="610819" y="574560"/>
                  </a:lnTo>
                  <a:lnTo>
                    <a:pt x="629043" y="532345"/>
                  </a:lnTo>
                  <a:lnTo>
                    <a:pt x="643432" y="489445"/>
                  </a:lnTo>
                  <a:lnTo>
                    <a:pt x="653834" y="446074"/>
                  </a:lnTo>
                  <a:lnTo>
                    <a:pt x="660171" y="402412"/>
                  </a:lnTo>
                  <a:lnTo>
                    <a:pt x="661212" y="380974"/>
                  </a:lnTo>
                  <a:lnTo>
                    <a:pt x="662305" y="358648"/>
                  </a:lnTo>
                  <a:lnTo>
                    <a:pt x="662305" y="305257"/>
                  </a:lnTo>
                  <a:close/>
                </a:path>
                <a:path w="4403725" h="2823845">
                  <a:moveTo>
                    <a:pt x="769975" y="249186"/>
                  </a:moveTo>
                  <a:lnTo>
                    <a:pt x="746353" y="210312"/>
                  </a:lnTo>
                  <a:lnTo>
                    <a:pt x="696302" y="201168"/>
                  </a:lnTo>
                  <a:lnTo>
                    <a:pt x="696302" y="276428"/>
                  </a:lnTo>
                  <a:lnTo>
                    <a:pt x="696302" y="358648"/>
                  </a:lnTo>
                  <a:lnTo>
                    <a:pt x="694321" y="402361"/>
                  </a:lnTo>
                  <a:lnTo>
                    <a:pt x="688441" y="445947"/>
                  </a:lnTo>
                  <a:lnTo>
                    <a:pt x="678738" y="489267"/>
                  </a:lnTo>
                  <a:lnTo>
                    <a:pt x="665353" y="532130"/>
                  </a:lnTo>
                  <a:lnTo>
                    <a:pt x="648347" y="574382"/>
                  </a:lnTo>
                  <a:lnTo>
                    <a:pt x="627849" y="615835"/>
                  </a:lnTo>
                  <a:lnTo>
                    <a:pt x="603948" y="656348"/>
                  </a:lnTo>
                  <a:lnTo>
                    <a:pt x="576745" y="695731"/>
                  </a:lnTo>
                  <a:lnTo>
                    <a:pt x="546328" y="733806"/>
                  </a:lnTo>
                  <a:lnTo>
                    <a:pt x="512813" y="770432"/>
                  </a:lnTo>
                  <a:lnTo>
                    <a:pt x="476300" y="805421"/>
                  </a:lnTo>
                  <a:lnTo>
                    <a:pt x="436892" y="838606"/>
                  </a:lnTo>
                  <a:lnTo>
                    <a:pt x="394665" y="869823"/>
                  </a:lnTo>
                  <a:lnTo>
                    <a:pt x="384987" y="876515"/>
                  </a:lnTo>
                  <a:lnTo>
                    <a:pt x="375323" y="869823"/>
                  </a:lnTo>
                  <a:lnTo>
                    <a:pt x="333108" y="838606"/>
                  </a:lnTo>
                  <a:lnTo>
                    <a:pt x="293687" y="805421"/>
                  </a:lnTo>
                  <a:lnTo>
                    <a:pt x="257175" y="770432"/>
                  </a:lnTo>
                  <a:lnTo>
                    <a:pt x="223659" y="733806"/>
                  </a:lnTo>
                  <a:lnTo>
                    <a:pt x="193255" y="695731"/>
                  </a:lnTo>
                  <a:lnTo>
                    <a:pt x="166039" y="656348"/>
                  </a:lnTo>
                  <a:lnTo>
                    <a:pt x="142138" y="615835"/>
                  </a:lnTo>
                  <a:lnTo>
                    <a:pt x="121627" y="574382"/>
                  </a:lnTo>
                  <a:lnTo>
                    <a:pt x="104622" y="532130"/>
                  </a:lnTo>
                  <a:lnTo>
                    <a:pt x="91224" y="489267"/>
                  </a:lnTo>
                  <a:lnTo>
                    <a:pt x="81521" y="445947"/>
                  </a:lnTo>
                  <a:lnTo>
                    <a:pt x="75628" y="402361"/>
                  </a:lnTo>
                  <a:lnTo>
                    <a:pt x="73647" y="358648"/>
                  </a:lnTo>
                  <a:lnTo>
                    <a:pt x="73647" y="276428"/>
                  </a:lnTo>
                  <a:lnTo>
                    <a:pt x="87972" y="274154"/>
                  </a:lnTo>
                  <a:lnTo>
                    <a:pt x="140665" y="263144"/>
                  </a:lnTo>
                  <a:lnTo>
                    <a:pt x="191782" y="247078"/>
                  </a:lnTo>
                  <a:lnTo>
                    <a:pt x="240969" y="226148"/>
                  </a:lnTo>
                  <a:lnTo>
                    <a:pt x="287870" y="200520"/>
                  </a:lnTo>
                  <a:lnTo>
                    <a:pt x="332155" y="170345"/>
                  </a:lnTo>
                  <a:lnTo>
                    <a:pt x="373468" y="135813"/>
                  </a:lnTo>
                  <a:lnTo>
                    <a:pt x="384975" y="125196"/>
                  </a:lnTo>
                  <a:lnTo>
                    <a:pt x="396506" y="135813"/>
                  </a:lnTo>
                  <a:lnTo>
                    <a:pt x="437819" y="170345"/>
                  </a:lnTo>
                  <a:lnTo>
                    <a:pt x="482092" y="200520"/>
                  </a:lnTo>
                  <a:lnTo>
                    <a:pt x="528993" y="226148"/>
                  </a:lnTo>
                  <a:lnTo>
                    <a:pt x="578180" y="247078"/>
                  </a:lnTo>
                  <a:lnTo>
                    <a:pt x="629285" y="263144"/>
                  </a:lnTo>
                  <a:lnTo>
                    <a:pt x="681977" y="274154"/>
                  </a:lnTo>
                  <a:lnTo>
                    <a:pt x="696302" y="276428"/>
                  </a:lnTo>
                  <a:lnTo>
                    <a:pt x="696302" y="201168"/>
                  </a:lnTo>
                  <a:lnTo>
                    <a:pt x="679831" y="198945"/>
                  </a:lnTo>
                  <a:lnTo>
                    <a:pt x="630262" y="186753"/>
                  </a:lnTo>
                  <a:lnTo>
                    <a:pt x="582485" y="169392"/>
                  </a:lnTo>
                  <a:lnTo>
                    <a:pt x="536892" y="147066"/>
                  </a:lnTo>
                  <a:lnTo>
                    <a:pt x="502170" y="125196"/>
                  </a:lnTo>
                  <a:lnTo>
                    <a:pt x="493864" y="119976"/>
                  </a:lnTo>
                  <a:lnTo>
                    <a:pt x="453821" y="88303"/>
                  </a:lnTo>
                  <a:lnTo>
                    <a:pt x="417156" y="52247"/>
                  </a:lnTo>
                  <a:lnTo>
                    <a:pt x="403821" y="41897"/>
                  </a:lnTo>
                  <a:lnTo>
                    <a:pt x="388112" y="37617"/>
                  </a:lnTo>
                  <a:lnTo>
                    <a:pt x="371932" y="39535"/>
                  </a:lnTo>
                  <a:lnTo>
                    <a:pt x="357225" y="47802"/>
                  </a:lnTo>
                  <a:lnTo>
                    <a:pt x="355650" y="49225"/>
                  </a:lnTo>
                  <a:lnTo>
                    <a:pt x="354177" y="50634"/>
                  </a:lnTo>
                  <a:lnTo>
                    <a:pt x="352818" y="52247"/>
                  </a:lnTo>
                  <a:lnTo>
                    <a:pt x="316141" y="88303"/>
                  </a:lnTo>
                  <a:lnTo>
                    <a:pt x="276098" y="119976"/>
                  </a:lnTo>
                  <a:lnTo>
                    <a:pt x="233083" y="147066"/>
                  </a:lnTo>
                  <a:lnTo>
                    <a:pt x="187490" y="169392"/>
                  </a:lnTo>
                  <a:lnTo>
                    <a:pt x="139700" y="186753"/>
                  </a:lnTo>
                  <a:lnTo>
                    <a:pt x="90144" y="198945"/>
                  </a:lnTo>
                  <a:lnTo>
                    <a:pt x="39179" y="205803"/>
                  </a:lnTo>
                  <a:lnTo>
                    <a:pt x="23609" y="210312"/>
                  </a:lnTo>
                  <a:lnTo>
                    <a:pt x="11150" y="219862"/>
                  </a:lnTo>
                  <a:lnTo>
                    <a:pt x="2908" y="233235"/>
                  </a:lnTo>
                  <a:lnTo>
                    <a:pt x="0" y="249186"/>
                  </a:lnTo>
                  <a:lnTo>
                    <a:pt x="0" y="358648"/>
                  </a:lnTo>
                  <a:lnTo>
                    <a:pt x="1981" y="405955"/>
                  </a:lnTo>
                  <a:lnTo>
                    <a:pt x="7848" y="452615"/>
                  </a:lnTo>
                  <a:lnTo>
                    <a:pt x="17411" y="498500"/>
                  </a:lnTo>
                  <a:lnTo>
                    <a:pt x="30505" y="543521"/>
                  </a:lnTo>
                  <a:lnTo>
                    <a:pt x="46990" y="587552"/>
                  </a:lnTo>
                  <a:lnTo>
                    <a:pt x="66687" y="630478"/>
                  </a:lnTo>
                  <a:lnTo>
                    <a:pt x="89420" y="672198"/>
                  </a:lnTo>
                  <a:lnTo>
                    <a:pt x="115049" y="712597"/>
                  </a:lnTo>
                  <a:lnTo>
                    <a:pt x="143383" y="751573"/>
                  </a:lnTo>
                  <a:lnTo>
                    <a:pt x="174282" y="788987"/>
                  </a:lnTo>
                  <a:lnTo>
                    <a:pt x="207556" y="824763"/>
                  </a:lnTo>
                  <a:lnTo>
                    <a:pt x="243065" y="858761"/>
                  </a:lnTo>
                  <a:lnTo>
                    <a:pt x="280644" y="890879"/>
                  </a:lnTo>
                  <a:lnTo>
                    <a:pt x="320103" y="921016"/>
                  </a:lnTo>
                  <a:lnTo>
                    <a:pt x="361302" y="949045"/>
                  </a:lnTo>
                  <a:lnTo>
                    <a:pt x="384987" y="955992"/>
                  </a:lnTo>
                  <a:lnTo>
                    <a:pt x="397205" y="954252"/>
                  </a:lnTo>
                  <a:lnTo>
                    <a:pt x="449859" y="921016"/>
                  </a:lnTo>
                  <a:lnTo>
                    <a:pt x="489318" y="890879"/>
                  </a:lnTo>
                  <a:lnTo>
                    <a:pt x="526884" y="858761"/>
                  </a:lnTo>
                  <a:lnTo>
                    <a:pt x="562394" y="824763"/>
                  </a:lnTo>
                  <a:lnTo>
                    <a:pt x="595680" y="788987"/>
                  </a:lnTo>
                  <a:lnTo>
                    <a:pt x="626567" y="751573"/>
                  </a:lnTo>
                  <a:lnTo>
                    <a:pt x="654913" y="712597"/>
                  </a:lnTo>
                  <a:lnTo>
                    <a:pt x="680542" y="672198"/>
                  </a:lnTo>
                  <a:lnTo>
                    <a:pt x="703287" y="630478"/>
                  </a:lnTo>
                  <a:lnTo>
                    <a:pt x="722972" y="587552"/>
                  </a:lnTo>
                  <a:lnTo>
                    <a:pt x="739457" y="543521"/>
                  </a:lnTo>
                  <a:lnTo>
                    <a:pt x="752563" y="498500"/>
                  </a:lnTo>
                  <a:lnTo>
                    <a:pt x="762127" y="452615"/>
                  </a:lnTo>
                  <a:lnTo>
                    <a:pt x="767994" y="405955"/>
                  </a:lnTo>
                  <a:lnTo>
                    <a:pt x="769975" y="358648"/>
                  </a:lnTo>
                  <a:lnTo>
                    <a:pt x="769975" y="249186"/>
                  </a:lnTo>
                  <a:close/>
                </a:path>
                <a:path w="4403725" h="2823845">
                  <a:moveTo>
                    <a:pt x="1794459" y="2247061"/>
                  </a:moveTo>
                  <a:lnTo>
                    <a:pt x="1784819" y="2200770"/>
                  </a:lnTo>
                  <a:lnTo>
                    <a:pt x="1764385" y="2157095"/>
                  </a:lnTo>
                  <a:lnTo>
                    <a:pt x="1734756" y="2118334"/>
                  </a:lnTo>
                  <a:lnTo>
                    <a:pt x="1699526" y="2088261"/>
                  </a:lnTo>
                  <a:lnTo>
                    <a:pt x="1699526" y="2414435"/>
                  </a:lnTo>
                  <a:lnTo>
                    <a:pt x="1692706" y="2426398"/>
                  </a:lnTo>
                  <a:lnTo>
                    <a:pt x="1685544" y="2438374"/>
                  </a:lnTo>
                  <a:lnTo>
                    <a:pt x="1678038" y="2450363"/>
                  </a:lnTo>
                  <a:lnTo>
                    <a:pt x="1670126" y="2462441"/>
                  </a:lnTo>
                  <a:lnTo>
                    <a:pt x="1631226" y="2462441"/>
                  </a:lnTo>
                  <a:lnTo>
                    <a:pt x="1612353" y="2483675"/>
                  </a:lnTo>
                  <a:lnTo>
                    <a:pt x="1574241" y="2526525"/>
                  </a:lnTo>
                  <a:lnTo>
                    <a:pt x="1538160" y="2555557"/>
                  </a:lnTo>
                  <a:lnTo>
                    <a:pt x="1529041" y="2554605"/>
                  </a:lnTo>
                  <a:lnTo>
                    <a:pt x="1510017" y="2527922"/>
                  </a:lnTo>
                  <a:lnTo>
                    <a:pt x="1487906" y="2452268"/>
                  </a:lnTo>
                  <a:lnTo>
                    <a:pt x="1473758" y="2403551"/>
                  </a:lnTo>
                  <a:lnTo>
                    <a:pt x="1455572" y="2451900"/>
                  </a:lnTo>
                  <a:lnTo>
                    <a:pt x="1443697" y="2483675"/>
                  </a:lnTo>
                  <a:lnTo>
                    <a:pt x="1419479" y="2548394"/>
                  </a:lnTo>
                  <a:lnTo>
                    <a:pt x="1401127" y="2596819"/>
                  </a:lnTo>
                  <a:lnTo>
                    <a:pt x="1382483" y="2644991"/>
                  </a:lnTo>
                  <a:lnTo>
                    <a:pt x="1380718" y="2651518"/>
                  </a:lnTo>
                  <a:lnTo>
                    <a:pt x="1376908" y="2657322"/>
                  </a:lnTo>
                  <a:lnTo>
                    <a:pt x="1371587" y="2661513"/>
                  </a:lnTo>
                  <a:lnTo>
                    <a:pt x="1362659" y="2665311"/>
                  </a:lnTo>
                  <a:lnTo>
                    <a:pt x="1353667" y="2665311"/>
                  </a:lnTo>
                  <a:lnTo>
                    <a:pt x="1334503" y="2646070"/>
                  </a:lnTo>
                  <a:lnTo>
                    <a:pt x="1332649" y="2637726"/>
                  </a:lnTo>
                  <a:lnTo>
                    <a:pt x="1331112" y="2629306"/>
                  </a:lnTo>
                  <a:lnTo>
                    <a:pt x="1329677" y="2620886"/>
                  </a:lnTo>
                  <a:lnTo>
                    <a:pt x="1328166" y="2612555"/>
                  </a:lnTo>
                  <a:lnTo>
                    <a:pt x="1300099" y="2462669"/>
                  </a:lnTo>
                  <a:lnTo>
                    <a:pt x="1275283" y="2330170"/>
                  </a:lnTo>
                  <a:lnTo>
                    <a:pt x="1241539" y="2431554"/>
                  </a:lnTo>
                  <a:lnTo>
                    <a:pt x="1237627" y="2442591"/>
                  </a:lnTo>
                  <a:lnTo>
                    <a:pt x="1232763" y="2451900"/>
                  </a:lnTo>
                  <a:lnTo>
                    <a:pt x="1232547" y="2452268"/>
                  </a:lnTo>
                  <a:lnTo>
                    <a:pt x="1224876" y="2459228"/>
                  </a:lnTo>
                  <a:lnTo>
                    <a:pt x="1212494" y="2462441"/>
                  </a:lnTo>
                  <a:lnTo>
                    <a:pt x="1208544" y="2462441"/>
                  </a:lnTo>
                  <a:lnTo>
                    <a:pt x="1199743" y="2462669"/>
                  </a:lnTo>
                  <a:lnTo>
                    <a:pt x="1189164" y="2462669"/>
                  </a:lnTo>
                  <a:lnTo>
                    <a:pt x="1173327" y="2462441"/>
                  </a:lnTo>
                  <a:lnTo>
                    <a:pt x="1106424" y="2462441"/>
                  </a:lnTo>
                  <a:lnTo>
                    <a:pt x="1098575" y="2450363"/>
                  </a:lnTo>
                  <a:lnTo>
                    <a:pt x="1091069" y="2438374"/>
                  </a:lnTo>
                  <a:lnTo>
                    <a:pt x="1083868" y="2426398"/>
                  </a:lnTo>
                  <a:lnTo>
                    <a:pt x="1077036" y="2414435"/>
                  </a:lnTo>
                  <a:lnTo>
                    <a:pt x="1197038" y="2413965"/>
                  </a:lnTo>
                  <a:lnTo>
                    <a:pt x="1232928" y="2306231"/>
                  </a:lnTo>
                  <a:lnTo>
                    <a:pt x="1254226" y="2242185"/>
                  </a:lnTo>
                  <a:lnTo>
                    <a:pt x="1259090" y="2229231"/>
                  </a:lnTo>
                  <a:lnTo>
                    <a:pt x="1266164" y="2217686"/>
                  </a:lnTo>
                  <a:lnTo>
                    <a:pt x="1276502" y="2211057"/>
                  </a:lnTo>
                  <a:lnTo>
                    <a:pt x="1292174" y="2212975"/>
                  </a:lnTo>
                  <a:lnTo>
                    <a:pt x="1291361" y="2212975"/>
                  </a:lnTo>
                  <a:lnTo>
                    <a:pt x="1299387" y="2218690"/>
                  </a:lnTo>
                  <a:lnTo>
                    <a:pt x="1304048" y="2226741"/>
                  </a:lnTo>
                  <a:lnTo>
                    <a:pt x="1306576" y="2236051"/>
                  </a:lnTo>
                  <a:lnTo>
                    <a:pt x="1308303" y="2245652"/>
                  </a:lnTo>
                  <a:lnTo>
                    <a:pt x="1365846" y="2553017"/>
                  </a:lnTo>
                  <a:lnTo>
                    <a:pt x="1365973" y="2553652"/>
                  </a:lnTo>
                  <a:lnTo>
                    <a:pt x="1418463" y="2414740"/>
                  </a:lnTo>
                  <a:lnTo>
                    <a:pt x="1450670" y="2329573"/>
                  </a:lnTo>
                  <a:lnTo>
                    <a:pt x="1454175" y="2320760"/>
                  </a:lnTo>
                  <a:lnTo>
                    <a:pt x="1458683" y="2312949"/>
                  </a:lnTo>
                  <a:lnTo>
                    <a:pt x="1465173" y="2307132"/>
                  </a:lnTo>
                  <a:lnTo>
                    <a:pt x="1474597" y="2304313"/>
                  </a:lnTo>
                  <a:lnTo>
                    <a:pt x="1486535" y="2305977"/>
                  </a:lnTo>
                  <a:lnTo>
                    <a:pt x="1494574" y="2312568"/>
                  </a:lnTo>
                  <a:lnTo>
                    <a:pt x="1499831" y="2322220"/>
                  </a:lnTo>
                  <a:lnTo>
                    <a:pt x="1503438" y="2333040"/>
                  </a:lnTo>
                  <a:lnTo>
                    <a:pt x="1547253" y="2483675"/>
                  </a:lnTo>
                  <a:lnTo>
                    <a:pt x="1547342" y="2483980"/>
                  </a:lnTo>
                  <a:lnTo>
                    <a:pt x="1576171" y="2452268"/>
                  </a:lnTo>
                  <a:lnTo>
                    <a:pt x="1583309" y="2443391"/>
                  </a:lnTo>
                  <a:lnTo>
                    <a:pt x="1590852" y="2434869"/>
                  </a:lnTo>
                  <a:lnTo>
                    <a:pt x="1598815" y="2426728"/>
                  </a:lnTo>
                  <a:lnTo>
                    <a:pt x="1607159" y="2418981"/>
                  </a:lnTo>
                  <a:lnTo>
                    <a:pt x="1617751" y="2414740"/>
                  </a:lnTo>
                  <a:lnTo>
                    <a:pt x="1630413" y="2413571"/>
                  </a:lnTo>
                  <a:lnTo>
                    <a:pt x="1655013" y="2414435"/>
                  </a:lnTo>
                  <a:lnTo>
                    <a:pt x="1699526" y="2414435"/>
                  </a:lnTo>
                  <a:lnTo>
                    <a:pt x="1699526" y="2088261"/>
                  </a:lnTo>
                  <a:lnTo>
                    <a:pt x="1697609" y="2086622"/>
                  </a:lnTo>
                  <a:lnTo>
                    <a:pt x="1654619" y="2064156"/>
                  </a:lnTo>
                  <a:lnTo>
                    <a:pt x="1607400" y="2053043"/>
                  </a:lnTo>
                  <a:lnTo>
                    <a:pt x="1558455" y="2055583"/>
                  </a:lnTo>
                  <a:lnTo>
                    <a:pt x="1514348" y="2071497"/>
                  </a:lnTo>
                  <a:lnTo>
                    <a:pt x="1475181" y="2098001"/>
                  </a:lnTo>
                  <a:lnTo>
                    <a:pt x="1441069" y="2132279"/>
                  </a:lnTo>
                  <a:lnTo>
                    <a:pt x="1412125" y="2171535"/>
                  </a:lnTo>
                  <a:lnTo>
                    <a:pt x="1388465" y="2212975"/>
                  </a:lnTo>
                  <a:lnTo>
                    <a:pt x="1387360" y="2211057"/>
                  </a:lnTo>
                  <a:lnTo>
                    <a:pt x="1362379" y="2167610"/>
                  </a:lnTo>
                  <a:lnTo>
                    <a:pt x="1330121" y="2125281"/>
                  </a:lnTo>
                  <a:lnTo>
                    <a:pt x="1291526" y="2089594"/>
                  </a:lnTo>
                  <a:lnTo>
                    <a:pt x="1246454" y="2064156"/>
                  </a:lnTo>
                  <a:lnTo>
                    <a:pt x="1194765" y="2052574"/>
                  </a:lnTo>
                  <a:lnTo>
                    <a:pt x="1146835" y="2056650"/>
                  </a:lnTo>
                  <a:lnTo>
                    <a:pt x="1101940" y="2073376"/>
                  </a:lnTo>
                  <a:lnTo>
                    <a:pt x="1061783" y="2100402"/>
                  </a:lnTo>
                  <a:lnTo>
                    <a:pt x="1028026" y="2135428"/>
                  </a:lnTo>
                  <a:lnTo>
                    <a:pt x="1002385" y="2176107"/>
                  </a:lnTo>
                  <a:lnTo>
                    <a:pt x="986751" y="2221598"/>
                  </a:lnTo>
                  <a:lnTo>
                    <a:pt x="982472" y="2268080"/>
                  </a:lnTo>
                  <a:lnTo>
                    <a:pt x="987628" y="2314664"/>
                  </a:lnTo>
                  <a:lnTo>
                    <a:pt x="1000290" y="2360498"/>
                  </a:lnTo>
                  <a:lnTo>
                    <a:pt x="1018527" y="2404694"/>
                  </a:lnTo>
                  <a:lnTo>
                    <a:pt x="1040434" y="2446401"/>
                  </a:lnTo>
                  <a:lnTo>
                    <a:pt x="1065618" y="2487472"/>
                  </a:lnTo>
                  <a:lnTo>
                    <a:pt x="1093101" y="2526969"/>
                  </a:lnTo>
                  <a:lnTo>
                    <a:pt x="1122527" y="2565044"/>
                  </a:lnTo>
                  <a:lnTo>
                    <a:pt x="1153579" y="2601798"/>
                  </a:lnTo>
                  <a:lnTo>
                    <a:pt x="1185913" y="2637383"/>
                  </a:lnTo>
                  <a:lnTo>
                    <a:pt x="1219174" y="2671927"/>
                  </a:lnTo>
                  <a:lnTo>
                    <a:pt x="1259586" y="2711932"/>
                  </a:lnTo>
                  <a:lnTo>
                    <a:pt x="1301292" y="2750566"/>
                  </a:lnTo>
                  <a:lnTo>
                    <a:pt x="1344269" y="2787802"/>
                  </a:lnTo>
                  <a:lnTo>
                    <a:pt x="1388465" y="2823591"/>
                  </a:lnTo>
                  <a:lnTo>
                    <a:pt x="1391805" y="2820949"/>
                  </a:lnTo>
                  <a:lnTo>
                    <a:pt x="1430705" y="2789326"/>
                  </a:lnTo>
                  <a:lnTo>
                    <a:pt x="1468666" y="2756598"/>
                  </a:lnTo>
                  <a:lnTo>
                    <a:pt x="1505673" y="2722803"/>
                  </a:lnTo>
                  <a:lnTo>
                    <a:pt x="1541716" y="2687967"/>
                  </a:lnTo>
                  <a:lnTo>
                    <a:pt x="1575396" y="2654566"/>
                  </a:lnTo>
                  <a:lnTo>
                    <a:pt x="1607718" y="2619895"/>
                  </a:lnTo>
                  <a:lnTo>
                    <a:pt x="1638655" y="2584005"/>
                  </a:lnTo>
                  <a:lnTo>
                    <a:pt x="1661287" y="2555557"/>
                  </a:lnTo>
                  <a:lnTo>
                    <a:pt x="1668043" y="2547074"/>
                  </a:lnTo>
                  <a:lnTo>
                    <a:pt x="1696186" y="2508707"/>
                  </a:lnTo>
                  <a:lnTo>
                    <a:pt x="1722729" y="2469388"/>
                  </a:lnTo>
                  <a:lnTo>
                    <a:pt x="1746135" y="2429065"/>
                  </a:lnTo>
                  <a:lnTo>
                    <a:pt x="1767090" y="2385796"/>
                  </a:lnTo>
                  <a:lnTo>
                    <a:pt x="1783511" y="2340457"/>
                  </a:lnTo>
                  <a:lnTo>
                    <a:pt x="1793328" y="2293924"/>
                  </a:lnTo>
                  <a:lnTo>
                    <a:pt x="1794459" y="2247061"/>
                  </a:lnTo>
                  <a:close/>
                </a:path>
                <a:path w="4403725" h="2823845">
                  <a:moveTo>
                    <a:pt x="2633332" y="480580"/>
                  </a:moveTo>
                  <a:lnTo>
                    <a:pt x="2632087" y="457466"/>
                  </a:lnTo>
                  <a:lnTo>
                    <a:pt x="2630754" y="432701"/>
                  </a:lnTo>
                  <a:lnTo>
                    <a:pt x="2623210" y="386321"/>
                  </a:lnTo>
                  <a:lnTo>
                    <a:pt x="2610967" y="341706"/>
                  </a:lnTo>
                  <a:lnTo>
                    <a:pt x="2594279" y="299123"/>
                  </a:lnTo>
                  <a:lnTo>
                    <a:pt x="2573439" y="258851"/>
                  </a:lnTo>
                  <a:lnTo>
                    <a:pt x="2562860" y="242747"/>
                  </a:lnTo>
                  <a:lnTo>
                    <a:pt x="2562860" y="457466"/>
                  </a:lnTo>
                  <a:lnTo>
                    <a:pt x="2562860" y="503694"/>
                  </a:lnTo>
                  <a:lnTo>
                    <a:pt x="2556332" y="553999"/>
                  </a:lnTo>
                  <a:lnTo>
                    <a:pt x="2556294" y="554316"/>
                  </a:lnTo>
                  <a:lnTo>
                    <a:pt x="2543124" y="602513"/>
                  </a:lnTo>
                  <a:lnTo>
                    <a:pt x="2523845" y="647827"/>
                  </a:lnTo>
                  <a:lnTo>
                    <a:pt x="2498941" y="689787"/>
                  </a:lnTo>
                  <a:lnTo>
                    <a:pt x="2468867" y="727925"/>
                  </a:lnTo>
                  <a:lnTo>
                    <a:pt x="2434120" y="761758"/>
                  </a:lnTo>
                  <a:lnTo>
                    <a:pt x="2395169" y="790816"/>
                  </a:lnTo>
                  <a:lnTo>
                    <a:pt x="2352497" y="814628"/>
                  </a:lnTo>
                  <a:lnTo>
                    <a:pt x="2306586" y="832739"/>
                  </a:lnTo>
                  <a:lnTo>
                    <a:pt x="2257907" y="844651"/>
                  </a:lnTo>
                  <a:lnTo>
                    <a:pt x="2276233" y="821537"/>
                  </a:lnTo>
                  <a:lnTo>
                    <a:pt x="2286279" y="808863"/>
                  </a:lnTo>
                  <a:lnTo>
                    <a:pt x="2314435" y="770902"/>
                  </a:lnTo>
                  <a:lnTo>
                    <a:pt x="2341410" y="730885"/>
                  </a:lnTo>
                  <a:lnTo>
                    <a:pt x="2366200" y="688911"/>
                  </a:lnTo>
                  <a:lnTo>
                    <a:pt x="2387866" y="645096"/>
                  </a:lnTo>
                  <a:lnTo>
                    <a:pt x="2405405" y="599554"/>
                  </a:lnTo>
                  <a:lnTo>
                    <a:pt x="2417864" y="552386"/>
                  </a:lnTo>
                  <a:lnTo>
                    <a:pt x="2424252" y="503694"/>
                  </a:lnTo>
                  <a:lnTo>
                    <a:pt x="2562860" y="503694"/>
                  </a:lnTo>
                  <a:lnTo>
                    <a:pt x="2562860" y="457466"/>
                  </a:lnTo>
                  <a:lnTo>
                    <a:pt x="2424252" y="457466"/>
                  </a:lnTo>
                  <a:lnTo>
                    <a:pt x="2417864" y="408787"/>
                  </a:lnTo>
                  <a:lnTo>
                    <a:pt x="2405405" y="361607"/>
                  </a:lnTo>
                  <a:lnTo>
                    <a:pt x="2387866" y="316064"/>
                  </a:lnTo>
                  <a:lnTo>
                    <a:pt x="2378049" y="296227"/>
                  </a:lnTo>
                  <a:lnTo>
                    <a:pt x="2378049" y="457466"/>
                  </a:lnTo>
                  <a:lnTo>
                    <a:pt x="2378049" y="503694"/>
                  </a:lnTo>
                  <a:lnTo>
                    <a:pt x="2370124" y="553999"/>
                  </a:lnTo>
                  <a:lnTo>
                    <a:pt x="2355189" y="602513"/>
                  </a:lnTo>
                  <a:lnTo>
                    <a:pt x="2355100" y="602805"/>
                  </a:lnTo>
                  <a:lnTo>
                    <a:pt x="2334247" y="650024"/>
                  </a:lnTo>
                  <a:lnTo>
                    <a:pt x="2308796" y="695591"/>
                  </a:lnTo>
                  <a:lnTo>
                    <a:pt x="2280031" y="739419"/>
                  </a:lnTo>
                  <a:lnTo>
                    <a:pt x="2249170" y="781431"/>
                  </a:lnTo>
                  <a:lnTo>
                    <a:pt x="2217483" y="821537"/>
                  </a:lnTo>
                  <a:lnTo>
                    <a:pt x="2217483" y="503694"/>
                  </a:lnTo>
                  <a:lnTo>
                    <a:pt x="2378049" y="503694"/>
                  </a:lnTo>
                  <a:lnTo>
                    <a:pt x="2378049" y="457466"/>
                  </a:lnTo>
                  <a:lnTo>
                    <a:pt x="2217483" y="457466"/>
                  </a:lnTo>
                  <a:lnTo>
                    <a:pt x="2217483" y="139636"/>
                  </a:lnTo>
                  <a:lnTo>
                    <a:pt x="2249208" y="179743"/>
                  </a:lnTo>
                  <a:lnTo>
                    <a:pt x="2280031" y="221551"/>
                  </a:lnTo>
                  <a:lnTo>
                    <a:pt x="2308796" y="265214"/>
                  </a:lnTo>
                  <a:lnTo>
                    <a:pt x="2334247" y="310654"/>
                  </a:lnTo>
                  <a:lnTo>
                    <a:pt x="2355100" y="357860"/>
                  </a:lnTo>
                  <a:lnTo>
                    <a:pt x="2370124" y="406857"/>
                  </a:lnTo>
                  <a:lnTo>
                    <a:pt x="2378049" y="457466"/>
                  </a:lnTo>
                  <a:lnTo>
                    <a:pt x="2378049" y="296227"/>
                  </a:lnTo>
                  <a:lnTo>
                    <a:pt x="2341397" y="230289"/>
                  </a:lnTo>
                  <a:lnTo>
                    <a:pt x="2314435" y="190271"/>
                  </a:lnTo>
                  <a:lnTo>
                    <a:pt x="2286279" y="152311"/>
                  </a:lnTo>
                  <a:lnTo>
                    <a:pt x="2257907" y="116522"/>
                  </a:lnTo>
                  <a:lnTo>
                    <a:pt x="2306586" y="128435"/>
                  </a:lnTo>
                  <a:lnTo>
                    <a:pt x="2352497" y="146532"/>
                  </a:lnTo>
                  <a:lnTo>
                    <a:pt x="2395169" y="170357"/>
                  </a:lnTo>
                  <a:lnTo>
                    <a:pt x="2434120" y="199415"/>
                  </a:lnTo>
                  <a:lnTo>
                    <a:pt x="2468867" y="233248"/>
                  </a:lnTo>
                  <a:lnTo>
                    <a:pt x="2498941" y="271386"/>
                  </a:lnTo>
                  <a:lnTo>
                    <a:pt x="2523845" y="313334"/>
                  </a:lnTo>
                  <a:lnTo>
                    <a:pt x="2543010" y="358368"/>
                  </a:lnTo>
                  <a:lnTo>
                    <a:pt x="2556294" y="406857"/>
                  </a:lnTo>
                  <a:lnTo>
                    <a:pt x="2562860" y="457466"/>
                  </a:lnTo>
                  <a:lnTo>
                    <a:pt x="2562860" y="242747"/>
                  </a:lnTo>
                  <a:lnTo>
                    <a:pt x="2520289" y="186258"/>
                  </a:lnTo>
                  <a:lnTo>
                    <a:pt x="2488539" y="154482"/>
                  </a:lnTo>
                  <a:lnTo>
                    <a:pt x="2453678" y="126085"/>
                  </a:lnTo>
                  <a:lnTo>
                    <a:pt x="2439124" y="116522"/>
                  </a:lnTo>
                  <a:lnTo>
                    <a:pt x="2415997" y="101320"/>
                  </a:lnTo>
                  <a:lnTo>
                    <a:pt x="2375738" y="80454"/>
                  </a:lnTo>
                  <a:lnTo>
                    <a:pt x="2333180" y="63766"/>
                  </a:lnTo>
                  <a:lnTo>
                    <a:pt x="2288590" y="51511"/>
                  </a:lnTo>
                  <a:lnTo>
                    <a:pt x="2242235" y="43967"/>
                  </a:lnTo>
                  <a:lnTo>
                    <a:pt x="2194382" y="41389"/>
                  </a:lnTo>
                  <a:lnTo>
                    <a:pt x="2171268" y="42646"/>
                  </a:lnTo>
                  <a:lnTo>
                    <a:pt x="2171268" y="139636"/>
                  </a:lnTo>
                  <a:lnTo>
                    <a:pt x="2171268" y="457466"/>
                  </a:lnTo>
                  <a:lnTo>
                    <a:pt x="2171268" y="503694"/>
                  </a:lnTo>
                  <a:lnTo>
                    <a:pt x="2171268" y="821537"/>
                  </a:lnTo>
                  <a:lnTo>
                    <a:pt x="2139581" y="781431"/>
                  </a:lnTo>
                  <a:lnTo>
                    <a:pt x="2130844" y="769543"/>
                  </a:lnTo>
                  <a:lnTo>
                    <a:pt x="2130844" y="844651"/>
                  </a:lnTo>
                  <a:lnTo>
                    <a:pt x="2082165" y="832739"/>
                  </a:lnTo>
                  <a:lnTo>
                    <a:pt x="2036254" y="814628"/>
                  </a:lnTo>
                  <a:lnTo>
                    <a:pt x="1993582" y="790816"/>
                  </a:lnTo>
                  <a:lnTo>
                    <a:pt x="1954631" y="761758"/>
                  </a:lnTo>
                  <a:lnTo>
                    <a:pt x="1919884" y="727925"/>
                  </a:lnTo>
                  <a:lnTo>
                    <a:pt x="1889823" y="689787"/>
                  </a:lnTo>
                  <a:lnTo>
                    <a:pt x="1864906" y="647827"/>
                  </a:lnTo>
                  <a:lnTo>
                    <a:pt x="1845741" y="602805"/>
                  </a:lnTo>
                  <a:lnTo>
                    <a:pt x="1832457" y="554316"/>
                  </a:lnTo>
                  <a:lnTo>
                    <a:pt x="1825891" y="503694"/>
                  </a:lnTo>
                  <a:lnTo>
                    <a:pt x="1964499" y="503694"/>
                  </a:lnTo>
                  <a:lnTo>
                    <a:pt x="1971230" y="552386"/>
                  </a:lnTo>
                  <a:lnTo>
                    <a:pt x="1983828" y="599554"/>
                  </a:lnTo>
                  <a:lnTo>
                    <a:pt x="2001393" y="645096"/>
                  </a:lnTo>
                  <a:lnTo>
                    <a:pt x="2022983" y="688911"/>
                  </a:lnTo>
                  <a:lnTo>
                    <a:pt x="2047659" y="730885"/>
                  </a:lnTo>
                  <a:lnTo>
                    <a:pt x="2074481" y="770902"/>
                  </a:lnTo>
                  <a:lnTo>
                    <a:pt x="2102523" y="808863"/>
                  </a:lnTo>
                  <a:lnTo>
                    <a:pt x="2130844" y="844651"/>
                  </a:lnTo>
                  <a:lnTo>
                    <a:pt x="2130844" y="769543"/>
                  </a:lnTo>
                  <a:lnTo>
                    <a:pt x="2108733" y="739419"/>
                  </a:lnTo>
                  <a:lnTo>
                    <a:pt x="2079955" y="695591"/>
                  </a:lnTo>
                  <a:lnTo>
                    <a:pt x="2054504" y="650024"/>
                  </a:lnTo>
                  <a:lnTo>
                    <a:pt x="2033651" y="602805"/>
                  </a:lnTo>
                  <a:lnTo>
                    <a:pt x="2018728" y="554316"/>
                  </a:lnTo>
                  <a:lnTo>
                    <a:pt x="2010714" y="503694"/>
                  </a:lnTo>
                  <a:lnTo>
                    <a:pt x="2171268" y="503694"/>
                  </a:lnTo>
                  <a:lnTo>
                    <a:pt x="2171268" y="457466"/>
                  </a:lnTo>
                  <a:lnTo>
                    <a:pt x="2010714" y="457466"/>
                  </a:lnTo>
                  <a:lnTo>
                    <a:pt x="2018639" y="407174"/>
                  </a:lnTo>
                  <a:lnTo>
                    <a:pt x="2033562" y="358660"/>
                  </a:lnTo>
                  <a:lnTo>
                    <a:pt x="2033651" y="358368"/>
                  </a:lnTo>
                  <a:lnTo>
                    <a:pt x="2054504" y="311150"/>
                  </a:lnTo>
                  <a:lnTo>
                    <a:pt x="2079955" y="265582"/>
                  </a:lnTo>
                  <a:lnTo>
                    <a:pt x="2108733" y="221754"/>
                  </a:lnTo>
                  <a:lnTo>
                    <a:pt x="2139581" y="179743"/>
                  </a:lnTo>
                  <a:lnTo>
                    <a:pt x="2171268" y="139636"/>
                  </a:lnTo>
                  <a:lnTo>
                    <a:pt x="2171268" y="42646"/>
                  </a:lnTo>
                  <a:lnTo>
                    <a:pt x="2146516" y="43967"/>
                  </a:lnTo>
                  <a:lnTo>
                    <a:pt x="2130844" y="46520"/>
                  </a:lnTo>
                  <a:lnTo>
                    <a:pt x="2130844" y="116509"/>
                  </a:lnTo>
                  <a:lnTo>
                    <a:pt x="2102472" y="152311"/>
                  </a:lnTo>
                  <a:lnTo>
                    <a:pt x="2074316" y="190271"/>
                  </a:lnTo>
                  <a:lnTo>
                    <a:pt x="2047354" y="230289"/>
                  </a:lnTo>
                  <a:lnTo>
                    <a:pt x="2022551" y="272262"/>
                  </a:lnTo>
                  <a:lnTo>
                    <a:pt x="2000885" y="316064"/>
                  </a:lnTo>
                  <a:lnTo>
                    <a:pt x="1983346" y="361607"/>
                  </a:lnTo>
                  <a:lnTo>
                    <a:pt x="1970887" y="408787"/>
                  </a:lnTo>
                  <a:lnTo>
                    <a:pt x="1964499" y="457466"/>
                  </a:lnTo>
                  <a:lnTo>
                    <a:pt x="1825891" y="457466"/>
                  </a:lnTo>
                  <a:lnTo>
                    <a:pt x="1832419" y="407174"/>
                  </a:lnTo>
                  <a:lnTo>
                    <a:pt x="1832457" y="406857"/>
                  </a:lnTo>
                  <a:lnTo>
                    <a:pt x="1845627" y="358660"/>
                  </a:lnTo>
                  <a:lnTo>
                    <a:pt x="1864906" y="313334"/>
                  </a:lnTo>
                  <a:lnTo>
                    <a:pt x="1889810" y="271386"/>
                  </a:lnTo>
                  <a:lnTo>
                    <a:pt x="1919884" y="233248"/>
                  </a:lnTo>
                  <a:lnTo>
                    <a:pt x="1954631" y="199415"/>
                  </a:lnTo>
                  <a:lnTo>
                    <a:pt x="1993582" y="170357"/>
                  </a:lnTo>
                  <a:lnTo>
                    <a:pt x="2036254" y="146532"/>
                  </a:lnTo>
                  <a:lnTo>
                    <a:pt x="2082165" y="128435"/>
                  </a:lnTo>
                  <a:lnTo>
                    <a:pt x="2130844" y="116509"/>
                  </a:lnTo>
                  <a:lnTo>
                    <a:pt x="2130844" y="46520"/>
                  </a:lnTo>
                  <a:lnTo>
                    <a:pt x="2055571" y="63766"/>
                  </a:lnTo>
                  <a:lnTo>
                    <a:pt x="2013013" y="80454"/>
                  </a:lnTo>
                  <a:lnTo>
                    <a:pt x="1972754" y="101320"/>
                  </a:lnTo>
                  <a:lnTo>
                    <a:pt x="1935073" y="126085"/>
                  </a:lnTo>
                  <a:lnTo>
                    <a:pt x="1900212" y="154482"/>
                  </a:lnTo>
                  <a:lnTo>
                    <a:pt x="1868462" y="186258"/>
                  </a:lnTo>
                  <a:lnTo>
                    <a:pt x="1840077" y="221132"/>
                  </a:lnTo>
                  <a:lnTo>
                    <a:pt x="1815325" y="258851"/>
                  </a:lnTo>
                  <a:lnTo>
                    <a:pt x="1794471" y="299123"/>
                  </a:lnTo>
                  <a:lnTo>
                    <a:pt x="1777784" y="341706"/>
                  </a:lnTo>
                  <a:lnTo>
                    <a:pt x="1765541" y="386321"/>
                  </a:lnTo>
                  <a:lnTo>
                    <a:pt x="1757997" y="432701"/>
                  </a:lnTo>
                  <a:lnTo>
                    <a:pt x="1755419" y="480580"/>
                  </a:lnTo>
                  <a:lnTo>
                    <a:pt x="1757997" y="528472"/>
                  </a:lnTo>
                  <a:lnTo>
                    <a:pt x="1765541" y="574852"/>
                  </a:lnTo>
                  <a:lnTo>
                    <a:pt x="1777784" y="619467"/>
                  </a:lnTo>
                  <a:lnTo>
                    <a:pt x="1794471" y="662038"/>
                  </a:lnTo>
                  <a:lnTo>
                    <a:pt x="1815325" y="702322"/>
                  </a:lnTo>
                  <a:lnTo>
                    <a:pt x="1840077" y="740029"/>
                  </a:lnTo>
                  <a:lnTo>
                    <a:pt x="1868462" y="774903"/>
                  </a:lnTo>
                  <a:lnTo>
                    <a:pt x="1900212" y="806678"/>
                  </a:lnTo>
                  <a:lnTo>
                    <a:pt x="1935073" y="835088"/>
                  </a:lnTo>
                  <a:lnTo>
                    <a:pt x="1972767" y="859853"/>
                  </a:lnTo>
                  <a:lnTo>
                    <a:pt x="2013013" y="880706"/>
                  </a:lnTo>
                  <a:lnTo>
                    <a:pt x="2055571" y="897407"/>
                  </a:lnTo>
                  <a:lnTo>
                    <a:pt x="2100160" y="909650"/>
                  </a:lnTo>
                  <a:lnTo>
                    <a:pt x="2146516" y="917206"/>
                  </a:lnTo>
                  <a:lnTo>
                    <a:pt x="2194382" y="919784"/>
                  </a:lnTo>
                  <a:lnTo>
                    <a:pt x="2242235" y="917206"/>
                  </a:lnTo>
                  <a:lnTo>
                    <a:pt x="2288590" y="909650"/>
                  </a:lnTo>
                  <a:lnTo>
                    <a:pt x="2333180" y="897407"/>
                  </a:lnTo>
                  <a:lnTo>
                    <a:pt x="2375738" y="880706"/>
                  </a:lnTo>
                  <a:lnTo>
                    <a:pt x="2415997" y="859853"/>
                  </a:lnTo>
                  <a:lnTo>
                    <a:pt x="2439124" y="844651"/>
                  </a:lnTo>
                  <a:lnTo>
                    <a:pt x="2453678" y="835088"/>
                  </a:lnTo>
                  <a:lnTo>
                    <a:pt x="2488539" y="806678"/>
                  </a:lnTo>
                  <a:lnTo>
                    <a:pt x="2520289" y="774903"/>
                  </a:lnTo>
                  <a:lnTo>
                    <a:pt x="2548686" y="740029"/>
                  </a:lnTo>
                  <a:lnTo>
                    <a:pt x="2573439" y="702322"/>
                  </a:lnTo>
                  <a:lnTo>
                    <a:pt x="2594279" y="662038"/>
                  </a:lnTo>
                  <a:lnTo>
                    <a:pt x="2610967" y="619467"/>
                  </a:lnTo>
                  <a:lnTo>
                    <a:pt x="2623210" y="574852"/>
                  </a:lnTo>
                  <a:lnTo>
                    <a:pt x="2630754" y="528472"/>
                  </a:lnTo>
                  <a:lnTo>
                    <a:pt x="2632087" y="503694"/>
                  </a:lnTo>
                  <a:lnTo>
                    <a:pt x="2633332" y="480580"/>
                  </a:lnTo>
                  <a:close/>
                </a:path>
                <a:path w="4403725" h="2823845">
                  <a:moveTo>
                    <a:pt x="3604984" y="2731668"/>
                  </a:moveTo>
                  <a:lnTo>
                    <a:pt x="2863227" y="2731668"/>
                  </a:lnTo>
                  <a:lnTo>
                    <a:pt x="2863227" y="1989785"/>
                  </a:lnTo>
                  <a:lnTo>
                    <a:pt x="2791434" y="1989785"/>
                  </a:lnTo>
                  <a:lnTo>
                    <a:pt x="2791434" y="2731668"/>
                  </a:lnTo>
                  <a:lnTo>
                    <a:pt x="2791434" y="2804083"/>
                  </a:lnTo>
                  <a:lnTo>
                    <a:pt x="3604984" y="2804083"/>
                  </a:lnTo>
                  <a:lnTo>
                    <a:pt x="3604984" y="2731668"/>
                  </a:lnTo>
                  <a:close/>
                </a:path>
                <a:path w="4403725" h="2823845">
                  <a:moveTo>
                    <a:pt x="3604984" y="2193506"/>
                  </a:moveTo>
                  <a:lnTo>
                    <a:pt x="3413556" y="2193506"/>
                  </a:lnTo>
                  <a:lnTo>
                    <a:pt x="3484143" y="2264130"/>
                  </a:lnTo>
                  <a:lnTo>
                    <a:pt x="3389630" y="2358694"/>
                  </a:lnTo>
                  <a:lnTo>
                    <a:pt x="3317849" y="2286876"/>
                  </a:lnTo>
                  <a:lnTo>
                    <a:pt x="3198215" y="2406586"/>
                  </a:lnTo>
                  <a:lnTo>
                    <a:pt x="3126422" y="2334755"/>
                  </a:lnTo>
                  <a:lnTo>
                    <a:pt x="2909874" y="2551430"/>
                  </a:lnTo>
                  <a:lnTo>
                    <a:pt x="2960128" y="2601696"/>
                  </a:lnTo>
                  <a:lnTo>
                    <a:pt x="3126422" y="2435314"/>
                  </a:lnTo>
                  <a:lnTo>
                    <a:pt x="3198215" y="2507132"/>
                  </a:lnTo>
                  <a:lnTo>
                    <a:pt x="3317849" y="2387435"/>
                  </a:lnTo>
                  <a:lnTo>
                    <a:pt x="3389630" y="2459253"/>
                  </a:lnTo>
                  <a:lnTo>
                    <a:pt x="3534397" y="2314410"/>
                  </a:lnTo>
                  <a:lnTo>
                    <a:pt x="3604984" y="2385034"/>
                  </a:lnTo>
                  <a:lnTo>
                    <a:pt x="3604984" y="2193506"/>
                  </a:lnTo>
                  <a:close/>
                </a:path>
                <a:path w="4403725" h="2823845">
                  <a:moveTo>
                    <a:pt x="4131792" y="663155"/>
                  </a:moveTo>
                  <a:lnTo>
                    <a:pt x="4078960" y="636727"/>
                  </a:lnTo>
                  <a:lnTo>
                    <a:pt x="4075112" y="624344"/>
                  </a:lnTo>
                  <a:lnTo>
                    <a:pt x="4070705" y="612406"/>
                  </a:lnTo>
                  <a:lnTo>
                    <a:pt x="4066590" y="603097"/>
                  </a:lnTo>
                  <a:lnTo>
                    <a:pt x="4065625" y="600913"/>
                  </a:lnTo>
                  <a:lnTo>
                    <a:pt x="4059758" y="589876"/>
                  </a:lnTo>
                  <a:lnTo>
                    <a:pt x="4078960" y="533412"/>
                  </a:lnTo>
                  <a:lnTo>
                    <a:pt x="4054945" y="509384"/>
                  </a:lnTo>
                  <a:lnTo>
                    <a:pt x="4035742" y="490156"/>
                  </a:lnTo>
                  <a:lnTo>
                    <a:pt x="3979303" y="509384"/>
                  </a:lnTo>
                  <a:lnTo>
                    <a:pt x="3968102" y="503504"/>
                  </a:lnTo>
                  <a:lnTo>
                    <a:pt x="3966095" y="502640"/>
                  </a:lnTo>
                  <a:lnTo>
                    <a:pt x="3966095" y="693191"/>
                  </a:lnTo>
                  <a:lnTo>
                    <a:pt x="3959110" y="728052"/>
                  </a:lnTo>
                  <a:lnTo>
                    <a:pt x="3939984" y="756716"/>
                  </a:lnTo>
                  <a:lnTo>
                    <a:pt x="3911384" y="776147"/>
                  </a:lnTo>
                  <a:lnTo>
                    <a:pt x="3876040" y="783297"/>
                  </a:lnTo>
                  <a:lnTo>
                    <a:pt x="3840696" y="776147"/>
                  </a:lnTo>
                  <a:lnTo>
                    <a:pt x="3812108" y="756716"/>
                  </a:lnTo>
                  <a:lnTo>
                    <a:pt x="3792969" y="728052"/>
                  </a:lnTo>
                  <a:lnTo>
                    <a:pt x="3785984" y="693191"/>
                  </a:lnTo>
                  <a:lnTo>
                    <a:pt x="3793032" y="658342"/>
                  </a:lnTo>
                  <a:lnTo>
                    <a:pt x="3793134" y="657834"/>
                  </a:lnTo>
                  <a:lnTo>
                    <a:pt x="3812552" y="629221"/>
                  </a:lnTo>
                  <a:lnTo>
                    <a:pt x="3841204" y="610069"/>
                  </a:lnTo>
                  <a:lnTo>
                    <a:pt x="3876040" y="603097"/>
                  </a:lnTo>
                  <a:lnTo>
                    <a:pt x="3911384" y="610247"/>
                  </a:lnTo>
                  <a:lnTo>
                    <a:pt x="3939984" y="629678"/>
                  </a:lnTo>
                  <a:lnTo>
                    <a:pt x="3959110" y="658342"/>
                  </a:lnTo>
                  <a:lnTo>
                    <a:pt x="3966095" y="693191"/>
                  </a:lnTo>
                  <a:lnTo>
                    <a:pt x="3966095" y="502640"/>
                  </a:lnTo>
                  <a:lnTo>
                    <a:pt x="3956342" y="498424"/>
                  </a:lnTo>
                  <a:lnTo>
                    <a:pt x="3944353" y="494004"/>
                  </a:lnTo>
                  <a:lnTo>
                    <a:pt x="3932478" y="490156"/>
                  </a:lnTo>
                  <a:lnTo>
                    <a:pt x="3906062" y="437299"/>
                  </a:lnTo>
                  <a:lnTo>
                    <a:pt x="3846030" y="437299"/>
                  </a:lnTo>
                  <a:lnTo>
                    <a:pt x="3819614" y="490156"/>
                  </a:lnTo>
                  <a:lnTo>
                    <a:pt x="3807231" y="494004"/>
                  </a:lnTo>
                  <a:lnTo>
                    <a:pt x="3795293" y="498424"/>
                  </a:lnTo>
                  <a:lnTo>
                    <a:pt x="3783812" y="503504"/>
                  </a:lnTo>
                  <a:lnTo>
                    <a:pt x="3772776" y="509384"/>
                  </a:lnTo>
                  <a:lnTo>
                    <a:pt x="3716350" y="490156"/>
                  </a:lnTo>
                  <a:lnTo>
                    <a:pt x="3674326" y="532206"/>
                  </a:lnTo>
                  <a:lnTo>
                    <a:pt x="3692334" y="588670"/>
                  </a:lnTo>
                  <a:lnTo>
                    <a:pt x="3686454" y="599884"/>
                  </a:lnTo>
                  <a:lnTo>
                    <a:pt x="3681374" y="611657"/>
                  </a:lnTo>
                  <a:lnTo>
                    <a:pt x="3676967" y="623646"/>
                  </a:lnTo>
                  <a:lnTo>
                    <a:pt x="3673119" y="635533"/>
                  </a:lnTo>
                  <a:lnTo>
                    <a:pt x="3620287" y="661962"/>
                  </a:lnTo>
                  <a:lnTo>
                    <a:pt x="3620287" y="722033"/>
                  </a:lnTo>
                  <a:lnTo>
                    <a:pt x="3673119" y="748461"/>
                  </a:lnTo>
                  <a:lnTo>
                    <a:pt x="3676967" y="760844"/>
                  </a:lnTo>
                  <a:lnTo>
                    <a:pt x="3681374" y="772782"/>
                  </a:lnTo>
                  <a:lnTo>
                    <a:pt x="3686454" y="784275"/>
                  </a:lnTo>
                  <a:lnTo>
                    <a:pt x="3692334" y="795312"/>
                  </a:lnTo>
                  <a:lnTo>
                    <a:pt x="3674326" y="851776"/>
                  </a:lnTo>
                  <a:lnTo>
                    <a:pt x="3716350" y="893826"/>
                  </a:lnTo>
                  <a:lnTo>
                    <a:pt x="3772776" y="875804"/>
                  </a:lnTo>
                  <a:lnTo>
                    <a:pt x="3783812" y="881684"/>
                  </a:lnTo>
                  <a:lnTo>
                    <a:pt x="3795293" y="886764"/>
                  </a:lnTo>
                  <a:lnTo>
                    <a:pt x="3807231" y="891184"/>
                  </a:lnTo>
                  <a:lnTo>
                    <a:pt x="3819614" y="895032"/>
                  </a:lnTo>
                  <a:lnTo>
                    <a:pt x="3846030" y="947889"/>
                  </a:lnTo>
                  <a:lnTo>
                    <a:pt x="3906062" y="947889"/>
                  </a:lnTo>
                  <a:lnTo>
                    <a:pt x="3932478" y="895032"/>
                  </a:lnTo>
                  <a:lnTo>
                    <a:pt x="3944861" y="891184"/>
                  </a:lnTo>
                  <a:lnTo>
                    <a:pt x="3956786" y="886764"/>
                  </a:lnTo>
                  <a:lnTo>
                    <a:pt x="3968267" y="881684"/>
                  </a:lnTo>
                  <a:lnTo>
                    <a:pt x="3979303" y="875804"/>
                  </a:lnTo>
                  <a:lnTo>
                    <a:pt x="4035742" y="895032"/>
                  </a:lnTo>
                  <a:lnTo>
                    <a:pt x="4054411" y="875804"/>
                  </a:lnTo>
                  <a:lnTo>
                    <a:pt x="4077766" y="851776"/>
                  </a:lnTo>
                  <a:lnTo>
                    <a:pt x="4059758" y="796518"/>
                  </a:lnTo>
                  <a:lnTo>
                    <a:pt x="4065625" y="785482"/>
                  </a:lnTo>
                  <a:lnTo>
                    <a:pt x="4066590" y="783297"/>
                  </a:lnTo>
                  <a:lnTo>
                    <a:pt x="4070705" y="773988"/>
                  </a:lnTo>
                  <a:lnTo>
                    <a:pt x="4075112" y="762050"/>
                  </a:lnTo>
                  <a:lnTo>
                    <a:pt x="4078960" y="749655"/>
                  </a:lnTo>
                  <a:lnTo>
                    <a:pt x="4131792" y="723226"/>
                  </a:lnTo>
                  <a:lnTo>
                    <a:pt x="4131792" y="663155"/>
                  </a:lnTo>
                  <a:close/>
                </a:path>
                <a:path w="4403725" h="2823845">
                  <a:moveTo>
                    <a:pt x="4403153" y="225856"/>
                  </a:moveTo>
                  <a:lnTo>
                    <a:pt x="4350321" y="199428"/>
                  </a:lnTo>
                  <a:lnTo>
                    <a:pt x="4346486" y="187045"/>
                  </a:lnTo>
                  <a:lnTo>
                    <a:pt x="4342066" y="175094"/>
                  </a:lnTo>
                  <a:lnTo>
                    <a:pt x="4337951" y="165785"/>
                  </a:lnTo>
                  <a:lnTo>
                    <a:pt x="4336986" y="163614"/>
                  </a:lnTo>
                  <a:lnTo>
                    <a:pt x="4331119" y="152577"/>
                  </a:lnTo>
                  <a:lnTo>
                    <a:pt x="4350321" y="96113"/>
                  </a:lnTo>
                  <a:lnTo>
                    <a:pt x="4326306" y="72085"/>
                  </a:lnTo>
                  <a:lnTo>
                    <a:pt x="4307103" y="52857"/>
                  </a:lnTo>
                  <a:lnTo>
                    <a:pt x="4250664" y="72085"/>
                  </a:lnTo>
                  <a:lnTo>
                    <a:pt x="4239628" y="66205"/>
                  </a:lnTo>
                  <a:lnTo>
                    <a:pt x="4237456" y="65252"/>
                  </a:lnTo>
                  <a:lnTo>
                    <a:pt x="4237456" y="255892"/>
                  </a:lnTo>
                  <a:lnTo>
                    <a:pt x="4230306" y="290753"/>
                  </a:lnTo>
                  <a:lnTo>
                    <a:pt x="4210888" y="319417"/>
                  </a:lnTo>
                  <a:lnTo>
                    <a:pt x="4182249" y="338848"/>
                  </a:lnTo>
                  <a:lnTo>
                    <a:pt x="4147401" y="345998"/>
                  </a:lnTo>
                  <a:lnTo>
                    <a:pt x="4112056" y="338848"/>
                  </a:lnTo>
                  <a:lnTo>
                    <a:pt x="4083469" y="319417"/>
                  </a:lnTo>
                  <a:lnTo>
                    <a:pt x="4064330" y="290753"/>
                  </a:lnTo>
                  <a:lnTo>
                    <a:pt x="4057345" y="255892"/>
                  </a:lnTo>
                  <a:lnTo>
                    <a:pt x="4064495" y="221030"/>
                  </a:lnTo>
                  <a:lnTo>
                    <a:pt x="4083913" y="192366"/>
                  </a:lnTo>
                  <a:lnTo>
                    <a:pt x="4112564" y="172935"/>
                  </a:lnTo>
                  <a:lnTo>
                    <a:pt x="4147401" y="165785"/>
                  </a:lnTo>
                  <a:lnTo>
                    <a:pt x="4182745" y="172935"/>
                  </a:lnTo>
                  <a:lnTo>
                    <a:pt x="4211345" y="192366"/>
                  </a:lnTo>
                  <a:lnTo>
                    <a:pt x="4230484" y="221030"/>
                  </a:lnTo>
                  <a:lnTo>
                    <a:pt x="4237456" y="255892"/>
                  </a:lnTo>
                  <a:lnTo>
                    <a:pt x="4237456" y="65252"/>
                  </a:lnTo>
                  <a:lnTo>
                    <a:pt x="4228147" y="61125"/>
                  </a:lnTo>
                  <a:lnTo>
                    <a:pt x="4216222" y="56705"/>
                  </a:lnTo>
                  <a:lnTo>
                    <a:pt x="4203839" y="52857"/>
                  </a:lnTo>
                  <a:lnTo>
                    <a:pt x="4177423" y="0"/>
                  </a:lnTo>
                  <a:lnTo>
                    <a:pt x="4117390" y="0"/>
                  </a:lnTo>
                  <a:lnTo>
                    <a:pt x="4090974" y="52857"/>
                  </a:lnTo>
                  <a:lnTo>
                    <a:pt x="4078592" y="56705"/>
                  </a:lnTo>
                  <a:lnTo>
                    <a:pt x="4066654" y="61125"/>
                  </a:lnTo>
                  <a:lnTo>
                    <a:pt x="4055173" y="66205"/>
                  </a:lnTo>
                  <a:lnTo>
                    <a:pt x="4044137" y="72085"/>
                  </a:lnTo>
                  <a:lnTo>
                    <a:pt x="3987711" y="52857"/>
                  </a:lnTo>
                  <a:lnTo>
                    <a:pt x="3944480" y="96113"/>
                  </a:lnTo>
                  <a:lnTo>
                    <a:pt x="3963695" y="152577"/>
                  </a:lnTo>
                  <a:lnTo>
                    <a:pt x="3957828" y="163614"/>
                  </a:lnTo>
                  <a:lnTo>
                    <a:pt x="3952735" y="175094"/>
                  </a:lnTo>
                  <a:lnTo>
                    <a:pt x="3948328" y="187032"/>
                  </a:lnTo>
                  <a:lnTo>
                    <a:pt x="3944480" y="199428"/>
                  </a:lnTo>
                  <a:lnTo>
                    <a:pt x="3891648" y="225856"/>
                  </a:lnTo>
                  <a:lnTo>
                    <a:pt x="3891648" y="285927"/>
                  </a:lnTo>
                  <a:lnTo>
                    <a:pt x="3944480" y="312356"/>
                  </a:lnTo>
                  <a:lnTo>
                    <a:pt x="3948328" y="324751"/>
                  </a:lnTo>
                  <a:lnTo>
                    <a:pt x="3952735" y="336689"/>
                  </a:lnTo>
                  <a:lnTo>
                    <a:pt x="3957751" y="348005"/>
                  </a:lnTo>
                  <a:lnTo>
                    <a:pt x="3957828" y="348170"/>
                  </a:lnTo>
                  <a:lnTo>
                    <a:pt x="3963695" y="359206"/>
                  </a:lnTo>
                  <a:lnTo>
                    <a:pt x="3944480" y="415671"/>
                  </a:lnTo>
                  <a:lnTo>
                    <a:pt x="3986504" y="457720"/>
                  </a:lnTo>
                  <a:lnTo>
                    <a:pt x="4042943" y="438505"/>
                  </a:lnTo>
                  <a:lnTo>
                    <a:pt x="4053979" y="444373"/>
                  </a:lnTo>
                  <a:lnTo>
                    <a:pt x="4065460" y="449465"/>
                  </a:lnTo>
                  <a:lnTo>
                    <a:pt x="4077385" y="453872"/>
                  </a:lnTo>
                  <a:lnTo>
                    <a:pt x="4089768" y="457720"/>
                  </a:lnTo>
                  <a:lnTo>
                    <a:pt x="4116184" y="510590"/>
                  </a:lnTo>
                  <a:lnTo>
                    <a:pt x="4176217" y="510590"/>
                  </a:lnTo>
                  <a:lnTo>
                    <a:pt x="4202633" y="457720"/>
                  </a:lnTo>
                  <a:lnTo>
                    <a:pt x="4215015" y="453872"/>
                  </a:lnTo>
                  <a:lnTo>
                    <a:pt x="4226953" y="449465"/>
                  </a:lnTo>
                  <a:lnTo>
                    <a:pt x="4238434" y="444373"/>
                  </a:lnTo>
                  <a:lnTo>
                    <a:pt x="4249471" y="438505"/>
                  </a:lnTo>
                  <a:lnTo>
                    <a:pt x="4305897" y="457720"/>
                  </a:lnTo>
                  <a:lnTo>
                    <a:pt x="4325658" y="438505"/>
                  </a:lnTo>
                  <a:lnTo>
                    <a:pt x="4349127" y="415671"/>
                  </a:lnTo>
                  <a:lnTo>
                    <a:pt x="4329912" y="359206"/>
                  </a:lnTo>
                  <a:lnTo>
                    <a:pt x="4335881" y="348170"/>
                  </a:lnTo>
                  <a:lnTo>
                    <a:pt x="4336910" y="345998"/>
                  </a:lnTo>
                  <a:lnTo>
                    <a:pt x="4341469" y="336232"/>
                  </a:lnTo>
                  <a:lnTo>
                    <a:pt x="4346295" y="324243"/>
                  </a:lnTo>
                  <a:lnTo>
                    <a:pt x="4350321" y="312356"/>
                  </a:lnTo>
                  <a:lnTo>
                    <a:pt x="4403153" y="285927"/>
                  </a:lnTo>
                  <a:lnTo>
                    <a:pt x="4403153" y="225856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54633" y="3472942"/>
            <a:ext cx="1200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78D3"/>
                </a:solidFill>
                <a:latin typeface="Calibri"/>
                <a:cs typeface="Calibri"/>
              </a:rPr>
              <a:t>Legacy</a:t>
            </a:r>
            <a:r>
              <a:rPr sz="1800" b="1" spc="-70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78D3"/>
                </a:solidFill>
                <a:latin typeface="Calibri"/>
                <a:cs typeface="Calibri"/>
              </a:rPr>
              <a:t>Stack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830067" y="3497326"/>
            <a:ext cx="1059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marR="5080" indent="-13462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E81122"/>
                </a:solidFill>
                <a:latin typeface="Calibri"/>
                <a:cs typeface="Calibri"/>
              </a:rPr>
              <a:t>Unplanned Outages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03953" y="3481273"/>
            <a:ext cx="9563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E81122"/>
                </a:solidFill>
                <a:latin typeface="Calibri"/>
                <a:cs typeface="Calibri"/>
              </a:rPr>
              <a:t>Cascading</a:t>
            </a:r>
            <a:endParaRPr sz="1800">
              <a:latin typeface="Calibri"/>
              <a:cs typeface="Calibri"/>
            </a:endParaRPr>
          </a:p>
          <a:p>
            <a:pPr marL="104775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E81122"/>
                </a:solidFill>
                <a:latin typeface="Calibri"/>
                <a:cs typeface="Calibri"/>
              </a:rPr>
              <a:t>Failures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65325" y="5412435"/>
            <a:ext cx="1129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E81122"/>
                </a:solidFill>
                <a:latin typeface="Calibri"/>
                <a:cs typeface="Calibri"/>
              </a:rPr>
              <a:t>No</a:t>
            </a:r>
            <a:r>
              <a:rPr sz="1800" b="1" spc="5" dirty="0">
                <a:solidFill>
                  <a:srgbClr val="E81122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E81122"/>
                </a:solidFill>
                <a:latin typeface="Calibri"/>
                <a:cs typeface="Calibri"/>
              </a:rPr>
              <a:t>visibility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12996" y="5412435"/>
            <a:ext cx="882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7112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E81122"/>
                </a:solidFill>
                <a:latin typeface="Calibri"/>
                <a:cs typeface="Calibri"/>
              </a:rPr>
              <a:t>Manual Recovery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47739" y="3451097"/>
            <a:ext cx="9385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Protected</a:t>
            </a:r>
            <a:endParaRPr sz="1800">
              <a:latin typeface="Calibri"/>
              <a:cs typeface="Calibri"/>
            </a:endParaRPr>
          </a:p>
          <a:p>
            <a:pPr marL="46990">
              <a:lnSpc>
                <a:spcPct val="100000"/>
              </a:lnSpc>
            </a:pP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Gateway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24393" y="3482085"/>
            <a:ext cx="1248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Multi-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Region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246741" y="3451097"/>
            <a:ext cx="8058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Smart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Patterns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43469" y="5438647"/>
            <a:ext cx="1155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Live</a:t>
            </a:r>
            <a:r>
              <a:rPr sz="1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Metrics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408286" y="5450535"/>
            <a:ext cx="885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 marR="5080" indent="-3365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alibri"/>
                <a:cs typeface="Calibri"/>
              </a:rPr>
              <a:t>Scales</a:t>
            </a:r>
            <a:r>
              <a:rPr sz="18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00AF50"/>
                </a:solidFill>
                <a:latin typeface="Calibri"/>
                <a:cs typeface="Calibri"/>
              </a:rPr>
              <a:t>on </a:t>
            </a:r>
            <a:r>
              <a:rPr sz="1800" b="1" spc="-10" dirty="0">
                <a:solidFill>
                  <a:srgbClr val="00AF50"/>
                </a:solidFill>
                <a:latin typeface="Calibri"/>
                <a:cs typeface="Calibri"/>
              </a:rPr>
              <a:t>Demand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5373-5309-9547-ACF8-C17C7D7B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56370"/>
            <a:ext cx="10515599" cy="923330"/>
          </a:xfrm>
        </p:spPr>
        <p:txBody>
          <a:bodyPr/>
          <a:lstStyle/>
          <a:p>
            <a:r>
              <a:rPr lang="en-US" dirty="0"/>
              <a:t>Azure Toolset Overview</a:t>
            </a:r>
          </a:p>
        </p:txBody>
      </p:sp>
    </p:spTree>
    <p:extLst>
      <p:ext uri="{BB962C8B-B14F-4D97-AF65-F5344CB8AC3E}">
        <p14:creationId xmlns:p14="http://schemas.microsoft.com/office/powerpoint/2010/main" val="686318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45" dirty="0"/>
              <a:t>Azure</a:t>
            </a:r>
            <a:r>
              <a:rPr sz="4400" spc="-35" dirty="0"/>
              <a:t> </a:t>
            </a:r>
            <a:r>
              <a:rPr sz="4400" spc="-114" dirty="0"/>
              <a:t>T</a:t>
            </a:r>
            <a:r>
              <a:rPr sz="4400" spc="405" dirty="0"/>
              <a:t>oolset</a:t>
            </a:r>
            <a:r>
              <a:rPr sz="4400" spc="-55" dirty="0"/>
              <a:t> </a:t>
            </a:r>
            <a:r>
              <a:rPr sz="4400" spc="475" dirty="0"/>
              <a:t>Overview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Primary</a:t>
            </a:r>
            <a:r>
              <a:rPr sz="2600" spc="-6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97979"/>
                </a:solidFill>
                <a:latin typeface="Calibri"/>
                <a:cs typeface="Calibri"/>
              </a:rPr>
              <a:t>Trio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095" y="1580514"/>
            <a:ext cx="1905000" cy="1905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99486" y="3472942"/>
            <a:ext cx="1296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653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b="1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002539"/>
                </a:solidFill>
                <a:latin typeface="Calibri"/>
                <a:cs typeface="Calibri"/>
              </a:rPr>
              <a:t>API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Management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8200" y="4635500"/>
            <a:ext cx="1829435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endParaRPr sz="1800">
              <a:latin typeface="Times New Roman"/>
              <a:cs typeface="Times New Roman"/>
            </a:endParaRPr>
          </a:p>
          <a:p>
            <a:pPr marL="240665" marR="210820" indent="-22860">
              <a:lnSpc>
                <a:spcPct val="100000"/>
              </a:lnSpc>
              <a:spcBef>
                <a:spcPts val="5"/>
              </a:spcBef>
            </a:pPr>
            <a:r>
              <a:rPr sz="1800" b="1" spc="-20" dirty="0">
                <a:solidFill>
                  <a:srgbClr val="F4F8FA"/>
                </a:solidFill>
                <a:latin typeface="Calibri"/>
                <a:cs typeface="Calibri"/>
              </a:rPr>
              <a:t>Traffic</a:t>
            </a:r>
            <a:r>
              <a:rPr sz="1800" b="1" spc="-4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Shaping </a:t>
            </a: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and</a:t>
            </a:r>
            <a:r>
              <a:rPr sz="1800" b="1" spc="-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Throttling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56000" y="4635500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85"/>
              </a:spcBef>
            </a:pPr>
            <a:endParaRPr sz="1800">
              <a:latin typeface="Times New Roman"/>
              <a:cs typeface="Times New Roman"/>
            </a:endParaRPr>
          </a:p>
          <a:p>
            <a:pPr marL="53721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Caching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86500" y="4635500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endParaRPr sz="1800">
              <a:latin typeface="Times New Roman"/>
              <a:cs typeface="Times New Roman"/>
            </a:endParaRPr>
          </a:p>
          <a:p>
            <a:pPr marL="301625" marR="291465" indent="32766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Policy Enforcement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0" y="4635500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endParaRPr sz="1800">
              <a:latin typeface="Times New Roman"/>
              <a:cs typeface="Times New Roman"/>
            </a:endParaRPr>
          </a:p>
          <a:p>
            <a:pPr marL="473709" marR="464184" indent="3302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Backend Shielding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45" dirty="0"/>
              <a:t>Azure</a:t>
            </a:r>
            <a:r>
              <a:rPr sz="4400" spc="-35" dirty="0"/>
              <a:t> </a:t>
            </a:r>
            <a:r>
              <a:rPr sz="4400" spc="-114" dirty="0"/>
              <a:t>T</a:t>
            </a:r>
            <a:r>
              <a:rPr sz="4400" spc="405" dirty="0"/>
              <a:t>oolset</a:t>
            </a:r>
            <a:r>
              <a:rPr sz="4400" spc="-55" dirty="0"/>
              <a:t> </a:t>
            </a:r>
            <a:r>
              <a:rPr sz="4400" spc="475" dirty="0"/>
              <a:t>Overview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Primary</a:t>
            </a:r>
            <a:r>
              <a:rPr sz="2600" spc="-6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97979"/>
                </a:solidFill>
                <a:latin typeface="Calibri"/>
                <a:cs typeface="Calibri"/>
              </a:rPr>
              <a:t>Trio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095" y="1580514"/>
            <a:ext cx="1905000" cy="1905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4719" y="3568446"/>
            <a:ext cx="869442" cy="1471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41777" y="3843528"/>
            <a:ext cx="1221867" cy="1850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37150" y="1517650"/>
            <a:ext cx="1917192" cy="19171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27141" y="3472942"/>
            <a:ext cx="153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b="1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Functions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8200" y="4635500"/>
            <a:ext cx="1829435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85"/>
              </a:spcBef>
            </a:pPr>
            <a:endParaRPr sz="1800">
              <a:latin typeface="Times New Roman"/>
              <a:cs typeface="Times New Roman"/>
            </a:endParaRPr>
          </a:p>
          <a:p>
            <a:pPr marL="18415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Elastic</a:t>
            </a:r>
            <a:r>
              <a:rPr sz="1800" b="1" spc="-6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Capacity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56000" y="4635500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endParaRPr sz="1800">
              <a:latin typeface="Times New Roman"/>
              <a:cs typeface="Times New Roman"/>
            </a:endParaRPr>
          </a:p>
          <a:p>
            <a:pPr marL="457834" marR="274320" indent="-17399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Scale-to-</a:t>
            </a:r>
            <a:r>
              <a:rPr sz="1800" b="1" spc="-20" dirty="0">
                <a:solidFill>
                  <a:srgbClr val="F4F8FA"/>
                </a:solidFill>
                <a:latin typeface="Calibri"/>
                <a:cs typeface="Calibri"/>
              </a:rPr>
              <a:t>Zero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Efficiency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6500" y="4635500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endParaRPr sz="1800">
              <a:latin typeface="Times New Roman"/>
              <a:cs typeface="Times New Roman"/>
            </a:endParaRPr>
          </a:p>
          <a:p>
            <a:pPr marL="539115" marR="288290" indent="-242570">
              <a:lnSpc>
                <a:spcPct val="100000"/>
              </a:lnSpc>
              <a:spcBef>
                <a:spcPts val="5"/>
              </a:spcBef>
            </a:pPr>
            <a:r>
              <a:rPr sz="1800" b="1" spc="-20" dirty="0">
                <a:solidFill>
                  <a:srgbClr val="F4F8FA"/>
                </a:solidFill>
                <a:latin typeface="Calibri"/>
                <a:cs typeface="Calibri"/>
              </a:rPr>
              <a:t>Event-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Driven Triggers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0" y="4635500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endParaRPr sz="1800">
              <a:latin typeface="Times New Roman"/>
              <a:cs typeface="Times New Roman"/>
            </a:endParaRPr>
          </a:p>
          <a:p>
            <a:pPr marL="399415" marR="365125" indent="-26034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Isolation</a:t>
            </a:r>
            <a:r>
              <a:rPr sz="1800" b="1" spc="-3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4F8FA"/>
                </a:solidFill>
                <a:latin typeface="Calibri"/>
                <a:cs typeface="Calibri"/>
              </a:rPr>
              <a:t>of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Workloads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45" dirty="0"/>
              <a:t>Azure</a:t>
            </a:r>
            <a:r>
              <a:rPr sz="4400" spc="-35" dirty="0"/>
              <a:t> </a:t>
            </a:r>
            <a:r>
              <a:rPr sz="4400" spc="-114" dirty="0"/>
              <a:t>T</a:t>
            </a:r>
            <a:r>
              <a:rPr sz="4400" spc="405" dirty="0"/>
              <a:t>oolset</a:t>
            </a:r>
            <a:r>
              <a:rPr sz="4400" spc="-55" dirty="0"/>
              <a:t> </a:t>
            </a:r>
            <a:r>
              <a:rPr sz="4400" spc="475" dirty="0"/>
              <a:t>Overview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Primary</a:t>
            </a:r>
            <a:r>
              <a:rPr sz="2600" spc="-6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97979"/>
                </a:solidFill>
                <a:latin typeface="Calibri"/>
                <a:cs typeface="Calibri"/>
              </a:rPr>
              <a:t>Trio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095" y="1580514"/>
            <a:ext cx="1905000" cy="1905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4719" y="3568446"/>
            <a:ext cx="869442" cy="1471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41777" y="3843528"/>
            <a:ext cx="1221867" cy="1850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37150" y="1517650"/>
            <a:ext cx="1917192" cy="19171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56605" y="3565397"/>
            <a:ext cx="1472184" cy="15024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29905" y="1392936"/>
            <a:ext cx="1917192" cy="191719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14181" y="3504057"/>
            <a:ext cx="1551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7845" marR="5080" indent="-5257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b="1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Container </a:t>
            </a:r>
            <a:r>
              <a:rPr sz="1800" b="1" spc="-20" dirty="0">
                <a:solidFill>
                  <a:srgbClr val="002539"/>
                </a:solidFill>
                <a:latin typeface="Calibri"/>
                <a:cs typeface="Calibri"/>
              </a:rPr>
              <a:t>Apps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8200" y="4635500"/>
            <a:ext cx="1829435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85"/>
              </a:spcBef>
            </a:pPr>
            <a:endParaRPr sz="1800">
              <a:latin typeface="Times New Roman"/>
              <a:cs typeface="Times New Roman"/>
            </a:endParaRPr>
          </a:p>
          <a:p>
            <a:pPr marL="14351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Granular</a:t>
            </a:r>
            <a:r>
              <a:rPr sz="1800" b="1" spc="-9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Scaling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56000" y="4635500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endParaRPr sz="1800">
              <a:latin typeface="Times New Roman"/>
              <a:cs typeface="Times New Roman"/>
            </a:endParaRPr>
          </a:p>
          <a:p>
            <a:pPr marL="539115" marR="227329" indent="-30353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Multiple</a:t>
            </a:r>
            <a:r>
              <a:rPr sz="1800" b="1" spc="-3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Scale Triggers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86500" y="4635500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151765" rIns="0" bIns="0" rtlCol="0">
            <a:spAutoFit/>
          </a:bodyPr>
          <a:lstStyle/>
          <a:p>
            <a:pPr marL="260350" marR="250190" algn="ctr">
              <a:lnSpc>
                <a:spcPct val="100000"/>
              </a:lnSpc>
              <a:spcBef>
                <a:spcPts val="1195"/>
              </a:spcBef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Revisions</a:t>
            </a:r>
            <a:r>
              <a:rPr sz="1800" b="1" spc="-7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4F8FA"/>
                </a:solidFill>
                <a:latin typeface="Calibri"/>
                <a:cs typeface="Calibri"/>
              </a:rPr>
              <a:t>and </a:t>
            </a: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Blue-</a:t>
            </a:r>
            <a:r>
              <a:rPr sz="1800" b="1" spc="-20" dirty="0">
                <a:solidFill>
                  <a:srgbClr val="F4F8FA"/>
                </a:solidFill>
                <a:latin typeface="Calibri"/>
                <a:cs typeface="Calibri"/>
              </a:rPr>
              <a:t>Green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Deployments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17000" y="4635500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151765" rIns="0" bIns="0" rtlCol="0">
            <a:spAutoFit/>
          </a:bodyPr>
          <a:lstStyle/>
          <a:p>
            <a:pPr marL="156845" marR="147320" indent="635" algn="ctr">
              <a:lnSpc>
                <a:spcPct val="100000"/>
              </a:lnSpc>
              <a:spcBef>
                <a:spcPts val="119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Service-</a:t>
            </a:r>
            <a:r>
              <a:rPr sz="1800" b="1" spc="-25" dirty="0">
                <a:solidFill>
                  <a:srgbClr val="F4F8FA"/>
                </a:solidFill>
                <a:latin typeface="Calibri"/>
                <a:cs typeface="Calibri"/>
              </a:rPr>
              <a:t>to-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Service Communication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45" dirty="0"/>
              <a:t>Azure</a:t>
            </a:r>
            <a:r>
              <a:rPr sz="4400" spc="-35" dirty="0"/>
              <a:t> </a:t>
            </a:r>
            <a:r>
              <a:rPr sz="4400" spc="-114" dirty="0"/>
              <a:t>T</a:t>
            </a:r>
            <a:r>
              <a:rPr sz="4400" spc="405" dirty="0"/>
              <a:t>oolset</a:t>
            </a:r>
            <a:r>
              <a:rPr sz="4400" spc="-55" dirty="0"/>
              <a:t> </a:t>
            </a:r>
            <a:r>
              <a:rPr sz="4400" spc="475" dirty="0"/>
              <a:t>Overview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Primary</a:t>
            </a:r>
            <a:r>
              <a:rPr sz="2600" spc="-6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97979"/>
                </a:solidFill>
                <a:latin typeface="Calibri"/>
                <a:cs typeface="Calibri"/>
              </a:rPr>
              <a:t>Trio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391" y="4328540"/>
            <a:ext cx="1207008" cy="12070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132" y="5556300"/>
            <a:ext cx="10356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749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Azure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Front</a:t>
            </a:r>
            <a:r>
              <a:rPr sz="180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2539"/>
                </a:solidFill>
                <a:latin typeface="Calibri"/>
                <a:cs typeface="Calibri"/>
              </a:rPr>
              <a:t>Door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7095" y="1580514"/>
            <a:ext cx="1905000" cy="1905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10154" y="3472942"/>
            <a:ext cx="1274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API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Management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37150" y="1517650"/>
            <a:ext cx="1917192" cy="19171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40858" y="3472942"/>
            <a:ext cx="151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Functions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29905" y="1392936"/>
            <a:ext cx="1917192" cy="19171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29041" y="3504057"/>
            <a:ext cx="1524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9590" marR="5080" indent="-5175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Container </a:t>
            </a:r>
            <a:r>
              <a:rPr sz="1800" spc="-20" dirty="0">
                <a:solidFill>
                  <a:srgbClr val="002539"/>
                </a:solidFill>
                <a:latin typeface="Calibri"/>
                <a:cs typeface="Calibri"/>
              </a:rPr>
              <a:t>Apps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8200" y="1913508"/>
            <a:ext cx="1829435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85"/>
              </a:spcBef>
            </a:pPr>
            <a:endParaRPr sz="1800">
              <a:latin typeface="Times New Roman"/>
              <a:cs typeface="Times New Roman"/>
            </a:endParaRPr>
          </a:p>
          <a:p>
            <a:pPr marL="212090">
              <a:lnSpc>
                <a:spcPct val="100000"/>
              </a:lnSpc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Global</a:t>
            </a:r>
            <a:r>
              <a:rPr sz="1800" b="1" spc="-2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Routing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560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85"/>
              </a:spcBef>
            </a:pPr>
            <a:endParaRPr sz="1800">
              <a:latin typeface="Times New Roman"/>
              <a:cs typeface="Times New Roman"/>
            </a:endParaRPr>
          </a:p>
          <a:p>
            <a:pPr marL="177800">
              <a:lnSpc>
                <a:spcPct val="100000"/>
              </a:lnSpc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Instant</a:t>
            </a:r>
            <a:r>
              <a:rPr sz="1800" b="1" spc="-10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Failover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865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SSL</a:t>
            </a:r>
            <a:r>
              <a:rPr sz="1800" b="1" spc="-2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Offload</a:t>
            </a:r>
            <a:r>
              <a:rPr sz="1800" b="1" spc="-2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4F8FA"/>
                </a:solidFill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Caching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170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85"/>
              </a:spcBef>
            </a:pPr>
            <a:endParaRPr sz="1800">
              <a:latin typeface="Times New Roman"/>
              <a:cs typeface="Times New Roman"/>
            </a:endParaRPr>
          </a:p>
          <a:p>
            <a:pPr marL="137160">
              <a:lnSpc>
                <a:spcPct val="100000"/>
              </a:lnSpc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WAF</a:t>
            </a:r>
            <a:r>
              <a:rPr sz="1800" b="1" spc="-8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Integration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45" dirty="0"/>
              <a:t>Azure</a:t>
            </a:r>
            <a:r>
              <a:rPr sz="4400" spc="-35" dirty="0"/>
              <a:t> </a:t>
            </a:r>
            <a:r>
              <a:rPr sz="4400" spc="-114" dirty="0"/>
              <a:t>T</a:t>
            </a:r>
            <a:r>
              <a:rPr sz="4400" spc="405" dirty="0"/>
              <a:t>oolset</a:t>
            </a:r>
            <a:r>
              <a:rPr sz="4400" spc="-55" dirty="0"/>
              <a:t> </a:t>
            </a:r>
            <a:r>
              <a:rPr sz="4400" spc="475" dirty="0"/>
              <a:t>Overview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Primary</a:t>
            </a:r>
            <a:r>
              <a:rPr sz="2600" spc="-6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97979"/>
                </a:solidFill>
                <a:latin typeface="Calibri"/>
                <a:cs typeface="Calibri"/>
              </a:rPr>
              <a:t>Trio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391" y="4328540"/>
            <a:ext cx="1207008" cy="12070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132" y="5556300"/>
            <a:ext cx="10356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749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Azure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Front</a:t>
            </a:r>
            <a:r>
              <a:rPr sz="180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2539"/>
                </a:solidFill>
                <a:latin typeface="Calibri"/>
                <a:cs typeface="Calibri"/>
              </a:rPr>
              <a:t>Door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2236" y="4328540"/>
            <a:ext cx="1181100" cy="11811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39214" y="5559044"/>
            <a:ext cx="789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43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Azure Monitor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2717" y="4328540"/>
            <a:ext cx="1178052" cy="117805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018535" y="5554776"/>
            <a:ext cx="1073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705" marR="5080" indent="-16764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Application Insights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57095" y="1580514"/>
            <a:ext cx="1905000" cy="19050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10154" y="3472942"/>
            <a:ext cx="1274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API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Management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37150" y="1517650"/>
            <a:ext cx="1917192" cy="191719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340858" y="3472942"/>
            <a:ext cx="151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Functions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29905" y="1392936"/>
            <a:ext cx="1917192" cy="191719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329041" y="3504057"/>
            <a:ext cx="1524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9590" marR="5080" indent="-5175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Container </a:t>
            </a:r>
            <a:r>
              <a:rPr sz="1800" spc="-20" dirty="0">
                <a:solidFill>
                  <a:srgbClr val="002539"/>
                </a:solidFill>
                <a:latin typeface="Calibri"/>
                <a:cs typeface="Calibri"/>
              </a:rPr>
              <a:t>Apps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38200" y="1913508"/>
            <a:ext cx="1829435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Centralized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Control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60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Versioning</a:t>
            </a:r>
            <a:r>
              <a:rPr sz="1800" b="1" spc="-7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4F8FA"/>
                </a:solidFill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Rollback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865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Dynamic</a:t>
            </a:r>
            <a:endParaRPr sz="1800">
              <a:latin typeface="Calibri"/>
              <a:cs typeface="Calibri"/>
            </a:endParaRPr>
          </a:p>
          <a:p>
            <a:pPr marL="51308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Updates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170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85"/>
              </a:spcBef>
            </a:pPr>
            <a:endParaRPr sz="1800">
              <a:latin typeface="Times New Roman"/>
              <a:cs typeface="Times New Roman"/>
            </a:endParaRPr>
          </a:p>
          <a:p>
            <a:pPr marL="251460">
              <a:lnSpc>
                <a:spcPct val="100000"/>
              </a:lnSpc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Secure</a:t>
            </a:r>
            <a:r>
              <a:rPr sz="1800" b="1" spc="-6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Access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45" dirty="0"/>
              <a:t>Azure</a:t>
            </a:r>
            <a:r>
              <a:rPr sz="4400" spc="-35" dirty="0"/>
              <a:t> </a:t>
            </a:r>
            <a:r>
              <a:rPr sz="4400" spc="-114" dirty="0"/>
              <a:t>T</a:t>
            </a:r>
            <a:r>
              <a:rPr sz="4400" spc="405" dirty="0"/>
              <a:t>oolset</a:t>
            </a:r>
            <a:r>
              <a:rPr sz="4400" spc="-55" dirty="0"/>
              <a:t> </a:t>
            </a:r>
            <a:r>
              <a:rPr sz="4400" spc="475" dirty="0"/>
              <a:t>Overview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Primary</a:t>
            </a:r>
            <a:r>
              <a:rPr sz="2600" spc="-6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97979"/>
                </a:solidFill>
                <a:latin typeface="Calibri"/>
                <a:cs typeface="Calibri"/>
              </a:rPr>
              <a:t>Trio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391" y="4328540"/>
            <a:ext cx="1207008" cy="12070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132" y="5556300"/>
            <a:ext cx="10356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749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Azure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Front</a:t>
            </a:r>
            <a:r>
              <a:rPr sz="180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2539"/>
                </a:solidFill>
                <a:latin typeface="Calibri"/>
                <a:cs typeface="Calibri"/>
              </a:rPr>
              <a:t>Door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2236" y="4328540"/>
            <a:ext cx="1181100" cy="11811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39214" y="5559044"/>
            <a:ext cx="789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43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Azure Monitor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2717" y="4328540"/>
            <a:ext cx="1178052" cy="117805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018535" y="5554776"/>
            <a:ext cx="1073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705" marR="5080" indent="-16764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Application Insights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40403" y="4328540"/>
            <a:ext cx="1207008" cy="120700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335526" y="5556300"/>
            <a:ext cx="94106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045" marR="5080" indent="-22097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002539"/>
                </a:solidFill>
                <a:latin typeface="Calibri"/>
                <a:cs typeface="Calibri"/>
              </a:rPr>
              <a:t>Key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Vault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67171" y="4356100"/>
            <a:ext cx="1150620" cy="115062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498972" y="5578246"/>
            <a:ext cx="1289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24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App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Configuration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57095" y="1580514"/>
            <a:ext cx="1905000" cy="19050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510154" y="3472942"/>
            <a:ext cx="1274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API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Management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37150" y="1517650"/>
            <a:ext cx="1917192" cy="191719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340858" y="3472942"/>
            <a:ext cx="151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Functions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29905" y="1392936"/>
            <a:ext cx="1917192" cy="191719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329041" y="3504057"/>
            <a:ext cx="1524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9590" marR="5080" indent="-5175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Container </a:t>
            </a:r>
            <a:r>
              <a:rPr sz="1800" spc="-20" dirty="0">
                <a:solidFill>
                  <a:srgbClr val="002539"/>
                </a:solidFill>
                <a:latin typeface="Calibri"/>
                <a:cs typeface="Calibri"/>
              </a:rPr>
              <a:t>Apps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38200" y="1913508"/>
            <a:ext cx="1829435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Centralized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Control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560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Versioning</a:t>
            </a:r>
            <a:r>
              <a:rPr sz="1800" b="1" spc="-7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4F8FA"/>
                </a:solidFill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Rollback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865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Dynamic</a:t>
            </a:r>
            <a:endParaRPr sz="1800">
              <a:latin typeface="Calibri"/>
              <a:cs typeface="Calibri"/>
            </a:endParaRPr>
          </a:p>
          <a:p>
            <a:pPr marL="51308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Updates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170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85"/>
              </a:spcBef>
            </a:pPr>
            <a:endParaRPr sz="1800">
              <a:latin typeface="Times New Roman"/>
              <a:cs typeface="Times New Roman"/>
            </a:endParaRPr>
          </a:p>
          <a:p>
            <a:pPr marL="251460">
              <a:lnSpc>
                <a:spcPct val="100000"/>
              </a:lnSpc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Secure</a:t>
            </a:r>
            <a:r>
              <a:rPr sz="1800" b="1" spc="-6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Access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45" dirty="0"/>
              <a:t>Azure</a:t>
            </a:r>
            <a:r>
              <a:rPr sz="4400" spc="-35" dirty="0"/>
              <a:t> </a:t>
            </a:r>
            <a:r>
              <a:rPr sz="4400" spc="-114" dirty="0"/>
              <a:t>T</a:t>
            </a:r>
            <a:r>
              <a:rPr sz="4400" spc="405" dirty="0"/>
              <a:t>oolset</a:t>
            </a:r>
            <a:r>
              <a:rPr sz="4400" spc="-55" dirty="0"/>
              <a:t> </a:t>
            </a:r>
            <a:r>
              <a:rPr sz="4400" spc="475" dirty="0"/>
              <a:t>Overview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Primary</a:t>
            </a:r>
            <a:r>
              <a:rPr sz="2600" spc="-6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97979"/>
                </a:solidFill>
                <a:latin typeface="Calibri"/>
                <a:cs typeface="Calibri"/>
              </a:rPr>
              <a:t>Trio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391" y="4328540"/>
            <a:ext cx="1207008" cy="12070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132" y="5556300"/>
            <a:ext cx="10356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749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Azure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Front</a:t>
            </a:r>
            <a:r>
              <a:rPr sz="180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2539"/>
                </a:solidFill>
                <a:latin typeface="Calibri"/>
                <a:cs typeface="Calibri"/>
              </a:rPr>
              <a:t>Door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2236" y="4328540"/>
            <a:ext cx="1181100" cy="11811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39214" y="5559044"/>
            <a:ext cx="789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43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Azure Monitor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2717" y="4328540"/>
            <a:ext cx="1178052" cy="117805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018535" y="5554776"/>
            <a:ext cx="1073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705" marR="5080" indent="-16764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Application Insights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40403" y="4328540"/>
            <a:ext cx="1207008" cy="120700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335526" y="5556300"/>
            <a:ext cx="94106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045" marR="5080" indent="-22097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002539"/>
                </a:solidFill>
                <a:latin typeface="Calibri"/>
                <a:cs typeface="Calibri"/>
              </a:rPr>
              <a:t>Key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Vault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67171" y="4356100"/>
            <a:ext cx="1150620" cy="115062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498972" y="5578246"/>
            <a:ext cx="1289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24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App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Configuration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64857" y="4385183"/>
            <a:ext cx="1150620" cy="115061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058025" y="5525211"/>
            <a:ext cx="7308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Storage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62543" y="4328540"/>
            <a:ext cx="1153502" cy="115341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347709" y="5554776"/>
            <a:ext cx="750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marR="5080" indent="-230504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Cosmos 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DB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57095" y="1580514"/>
            <a:ext cx="1905000" cy="19050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510154" y="3472942"/>
            <a:ext cx="1274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API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Management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137150" y="1517650"/>
            <a:ext cx="1917192" cy="191719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340858" y="3472942"/>
            <a:ext cx="151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Functions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29905" y="1392936"/>
            <a:ext cx="1917192" cy="191719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8329041" y="3504057"/>
            <a:ext cx="1524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9590" marR="5080" indent="-5175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Container </a:t>
            </a:r>
            <a:r>
              <a:rPr sz="1800" spc="-20" dirty="0">
                <a:solidFill>
                  <a:srgbClr val="002539"/>
                </a:solidFill>
                <a:latin typeface="Calibri"/>
                <a:cs typeface="Calibri"/>
              </a:rPr>
              <a:t>Apps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38200" y="1913508"/>
            <a:ext cx="1829435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85"/>
              </a:spcBef>
            </a:pPr>
            <a:endParaRPr sz="1800">
              <a:latin typeface="Times New Roman"/>
              <a:cs typeface="Times New Roman"/>
            </a:endParaRPr>
          </a:p>
          <a:p>
            <a:pPr marL="156845">
              <a:lnSpc>
                <a:spcPct val="100000"/>
              </a:lnSpc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Geo-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Replication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560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Multi-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Region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Writes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865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Consistency</a:t>
            </a:r>
            <a:endParaRPr sz="18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Models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170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151130" rIns="0" bIns="0" rtlCol="0">
            <a:spAutoFit/>
          </a:bodyPr>
          <a:lstStyle/>
          <a:p>
            <a:pPr marL="286385" marR="135255" indent="-142240">
              <a:lnSpc>
                <a:spcPct val="100000"/>
              </a:lnSpc>
              <a:spcBef>
                <a:spcPts val="1190"/>
              </a:spcBef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Built-In</a:t>
            </a:r>
            <a:r>
              <a:rPr sz="1800" b="1" spc="-2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Backups </a:t>
            </a: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and</a:t>
            </a:r>
            <a:r>
              <a:rPr sz="1800" b="1" spc="2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Point-</a:t>
            </a:r>
            <a:r>
              <a:rPr sz="1800" b="1" spc="-25" dirty="0">
                <a:solidFill>
                  <a:srgbClr val="F4F8FA"/>
                </a:solidFill>
                <a:latin typeface="Calibri"/>
                <a:cs typeface="Calibri"/>
              </a:rPr>
              <a:t>in- </a:t>
            </a: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Time</a:t>
            </a:r>
            <a:r>
              <a:rPr sz="1800" b="1" spc="-2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Restore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45" dirty="0"/>
              <a:t>Azure</a:t>
            </a:r>
            <a:r>
              <a:rPr sz="4400" spc="-35" dirty="0"/>
              <a:t> </a:t>
            </a:r>
            <a:r>
              <a:rPr sz="4400" spc="-114" dirty="0"/>
              <a:t>T</a:t>
            </a:r>
            <a:r>
              <a:rPr sz="4400" spc="405" dirty="0"/>
              <a:t>oolset</a:t>
            </a:r>
            <a:r>
              <a:rPr sz="4400" spc="-55" dirty="0"/>
              <a:t> </a:t>
            </a:r>
            <a:r>
              <a:rPr sz="4400" spc="475" dirty="0"/>
              <a:t>Overview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Primary</a:t>
            </a:r>
            <a:r>
              <a:rPr sz="2600" spc="-6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97979"/>
                </a:solidFill>
                <a:latin typeface="Calibri"/>
                <a:cs typeface="Calibri"/>
              </a:rPr>
              <a:t>Trio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391" y="4328540"/>
            <a:ext cx="1207008" cy="12070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132" y="5556300"/>
            <a:ext cx="10356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749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Azure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Front</a:t>
            </a:r>
            <a:r>
              <a:rPr sz="180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2539"/>
                </a:solidFill>
                <a:latin typeface="Calibri"/>
                <a:cs typeface="Calibri"/>
              </a:rPr>
              <a:t>Door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2236" y="4328540"/>
            <a:ext cx="1181100" cy="11811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39214" y="5559044"/>
            <a:ext cx="789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43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Azure Monitor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42717" y="4328540"/>
            <a:ext cx="1178052" cy="117805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018535" y="5554776"/>
            <a:ext cx="1073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705" marR="5080" indent="-16764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Application Insights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40403" y="4328540"/>
            <a:ext cx="1207008" cy="120700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335526" y="5556300"/>
            <a:ext cx="94106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045" marR="5080" indent="-22097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002539"/>
                </a:solidFill>
                <a:latin typeface="Calibri"/>
                <a:cs typeface="Calibri"/>
              </a:rPr>
              <a:t>Key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Vault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67171" y="4356100"/>
            <a:ext cx="1150620" cy="115062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498972" y="5578246"/>
            <a:ext cx="1289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24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App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Configuration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64857" y="4385183"/>
            <a:ext cx="1150620" cy="115061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058025" y="5525211"/>
            <a:ext cx="7308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Storage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62543" y="4328540"/>
            <a:ext cx="1153502" cy="115341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347709" y="5554776"/>
            <a:ext cx="750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marR="5080" indent="-230504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Cosmos 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DB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32670" y="4356100"/>
            <a:ext cx="1150620" cy="115062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512554" y="5525211"/>
            <a:ext cx="990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Event</a:t>
            </a:r>
            <a:r>
              <a:rPr sz="180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2539"/>
                </a:solidFill>
                <a:latin typeface="Calibri"/>
                <a:cs typeface="Calibri"/>
              </a:rPr>
              <a:t>Grid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725911" y="4328540"/>
            <a:ext cx="1150620" cy="115062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956163" y="5508142"/>
            <a:ext cx="6915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Service</a:t>
            </a: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Bus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57095" y="1580514"/>
            <a:ext cx="1905000" cy="190500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510154" y="3472942"/>
            <a:ext cx="1274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API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Management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137150" y="1517650"/>
            <a:ext cx="1917192" cy="1917191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5340858" y="3472942"/>
            <a:ext cx="1510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Functions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129905" y="1392936"/>
            <a:ext cx="1917192" cy="1917191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329041" y="3504057"/>
            <a:ext cx="1524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9590" marR="5080" indent="-5175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18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Container </a:t>
            </a:r>
            <a:r>
              <a:rPr sz="1800" spc="-20" dirty="0">
                <a:solidFill>
                  <a:srgbClr val="002539"/>
                </a:solidFill>
                <a:latin typeface="Calibri"/>
                <a:cs typeface="Calibri"/>
              </a:rPr>
              <a:t>Apps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38200" y="1913508"/>
            <a:ext cx="1829435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85"/>
              </a:spcBef>
            </a:pPr>
            <a:endParaRPr sz="1800">
              <a:latin typeface="Times New Roman"/>
              <a:cs typeface="Times New Roman"/>
            </a:endParaRPr>
          </a:p>
          <a:p>
            <a:pPr marL="198120">
              <a:lnSpc>
                <a:spcPct val="100000"/>
              </a:lnSpc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Loose</a:t>
            </a:r>
            <a:r>
              <a:rPr sz="1800" b="1" spc="-4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Coupling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560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Retry</a:t>
            </a:r>
            <a:r>
              <a:rPr sz="1800" b="1" spc="-5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and</a:t>
            </a:r>
            <a:r>
              <a:rPr sz="1800" b="1" spc="-3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4F8FA"/>
                </a:solidFill>
                <a:latin typeface="Calibri"/>
                <a:cs typeface="Calibri"/>
              </a:rPr>
              <a:t>Dead-</a:t>
            </a:r>
            <a:endParaRPr sz="18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Lettering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865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b="1" spc="-20" dirty="0">
                <a:solidFill>
                  <a:srgbClr val="F4F8FA"/>
                </a:solidFill>
                <a:latin typeface="Calibri"/>
                <a:cs typeface="Calibri"/>
              </a:rPr>
              <a:t>Fan-</a:t>
            </a: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Out</a:t>
            </a: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4F8FA"/>
                </a:solidFill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Filtering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017000" y="1913508"/>
            <a:ext cx="1816100" cy="11557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Backpressure</a:t>
            </a:r>
            <a:endParaRPr sz="1800">
              <a:latin typeface="Calibri"/>
              <a:cs typeface="Calibri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Protection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016500"/>
            <a:ext cx="12192000" cy="1841500"/>
            <a:chOff x="0" y="5016500"/>
            <a:chExt cx="12192000" cy="1841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4650" y="5133936"/>
              <a:ext cx="1150620" cy="11506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06232" y="5016500"/>
              <a:ext cx="1150620" cy="11506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45" dirty="0"/>
              <a:t>Azure</a:t>
            </a:r>
            <a:r>
              <a:rPr sz="4400" spc="-35" dirty="0"/>
              <a:t> </a:t>
            </a:r>
            <a:r>
              <a:rPr sz="4400" spc="-114" dirty="0"/>
              <a:t>T</a:t>
            </a:r>
            <a:r>
              <a:rPr sz="4400" spc="405" dirty="0"/>
              <a:t>oolset</a:t>
            </a:r>
            <a:r>
              <a:rPr sz="4400" spc="-55" dirty="0"/>
              <a:t> </a:t>
            </a:r>
            <a:r>
              <a:rPr sz="4400" spc="475" dirty="0"/>
              <a:t>Overview</a:t>
            </a:r>
            <a:endParaRPr sz="440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6284" y="1871979"/>
            <a:ext cx="1181100" cy="11811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96388" y="3376421"/>
            <a:ext cx="1178052" cy="117805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41868" y="3411004"/>
            <a:ext cx="1153502" cy="115350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67955" y="1875535"/>
            <a:ext cx="1150620" cy="115062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433317" y="999871"/>
            <a:ext cx="4276725" cy="5085715"/>
            <a:chOff x="3433317" y="999871"/>
            <a:chExt cx="4276725" cy="508571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98110" y="999909"/>
              <a:ext cx="1207008" cy="120696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33317" y="4878031"/>
              <a:ext cx="1207008" cy="12069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56857" y="999871"/>
              <a:ext cx="1150619" cy="11506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26430" y="2189353"/>
              <a:ext cx="1545336" cy="15453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85944" y="3368421"/>
              <a:ext cx="1555750" cy="15557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54292" y="3308603"/>
              <a:ext cx="1555749" cy="1555750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65FDC-F3B6-CC9C-E39F-7BE27E630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833041"/>
            <a:ext cx="10515599" cy="1846659"/>
          </a:xfrm>
        </p:spPr>
        <p:txBody>
          <a:bodyPr/>
          <a:lstStyle/>
          <a:p>
            <a:r>
              <a:rPr lang="en-US" dirty="0"/>
              <a:t>High Availability &amp; Disaster Recovery Design</a:t>
            </a:r>
          </a:p>
        </p:txBody>
      </p:sp>
    </p:spTree>
    <p:extLst>
      <p:ext uri="{BB962C8B-B14F-4D97-AF65-F5344CB8AC3E}">
        <p14:creationId xmlns:p14="http://schemas.microsoft.com/office/powerpoint/2010/main" val="3982724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265" dirty="0"/>
              <a:t>Framing</a:t>
            </a:r>
            <a:r>
              <a:rPr sz="4400" spc="-40" dirty="0"/>
              <a:t> </a:t>
            </a:r>
            <a:r>
              <a:rPr sz="4400" spc="445" dirty="0"/>
              <a:t>the</a:t>
            </a:r>
            <a:r>
              <a:rPr sz="4400" spc="-15" dirty="0"/>
              <a:t> </a:t>
            </a:r>
            <a:r>
              <a:rPr sz="4400" spc="365" dirty="0"/>
              <a:t>Discipline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High</a:t>
            </a:r>
            <a:r>
              <a:rPr sz="2600" spc="-4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Availability</a:t>
            </a:r>
            <a:r>
              <a:rPr sz="2600" spc="-6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vs.</a:t>
            </a:r>
            <a:r>
              <a:rPr sz="2600" spc="-4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Disaster</a:t>
            </a:r>
            <a:r>
              <a:rPr sz="2600" spc="-7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Recovery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9900" y="1905000"/>
            <a:ext cx="3263900" cy="15621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F4F8FA"/>
                </a:solidFill>
                <a:latin typeface="Calibri"/>
                <a:cs typeface="Calibri"/>
              </a:rPr>
              <a:t>High</a:t>
            </a:r>
            <a:r>
              <a:rPr sz="2400" b="1" spc="-3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4F8FA"/>
                </a:solidFill>
                <a:latin typeface="Calibri"/>
                <a:cs typeface="Calibri"/>
              </a:rPr>
              <a:t>Availability</a:t>
            </a:r>
            <a:r>
              <a:rPr sz="2400" b="1" spc="-20" dirty="0">
                <a:solidFill>
                  <a:srgbClr val="F4F8FA"/>
                </a:solidFill>
                <a:latin typeface="Calibri"/>
                <a:cs typeface="Calibri"/>
              </a:rPr>
              <a:t> (HA)</a:t>
            </a:r>
            <a:endParaRPr sz="2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2400" dirty="0">
                <a:solidFill>
                  <a:srgbClr val="F4F8FA"/>
                </a:solidFill>
                <a:latin typeface="Calibri"/>
                <a:cs typeface="Calibri"/>
              </a:rPr>
              <a:t>Keep</a:t>
            </a:r>
            <a:r>
              <a:rPr sz="2400" spc="-9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4F8FA"/>
                </a:solidFill>
                <a:latin typeface="Calibri"/>
                <a:cs typeface="Calibri"/>
              </a:rPr>
              <a:t>Running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88200" y="1881123"/>
            <a:ext cx="3263900" cy="1562100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endParaRPr sz="2400">
              <a:latin typeface="Times New Roman"/>
              <a:cs typeface="Times New Roman"/>
            </a:endParaRPr>
          </a:p>
          <a:p>
            <a:pPr marL="196850">
              <a:lnSpc>
                <a:spcPct val="100000"/>
              </a:lnSpc>
            </a:pPr>
            <a:r>
              <a:rPr sz="2400" b="1" spc="-10" dirty="0">
                <a:solidFill>
                  <a:srgbClr val="F4F8FA"/>
                </a:solidFill>
                <a:latin typeface="Calibri"/>
                <a:cs typeface="Calibri"/>
              </a:rPr>
              <a:t>Disaster</a:t>
            </a:r>
            <a:r>
              <a:rPr sz="2400" b="1" spc="-8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4F8FA"/>
                </a:solidFill>
                <a:latin typeface="Calibri"/>
                <a:cs typeface="Calibri"/>
              </a:rPr>
              <a:t>Recovery</a:t>
            </a:r>
            <a:r>
              <a:rPr sz="2400" b="1" spc="-10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4F8FA"/>
                </a:solidFill>
                <a:latin typeface="Calibri"/>
                <a:cs typeface="Calibri"/>
              </a:rPr>
              <a:t>(DR)</a:t>
            </a:r>
            <a:endParaRPr sz="2400">
              <a:latin typeface="Calibri"/>
              <a:cs typeface="Calibri"/>
            </a:endParaRPr>
          </a:p>
          <a:p>
            <a:pPr marL="180975">
              <a:lnSpc>
                <a:spcPct val="100000"/>
              </a:lnSpc>
            </a:pPr>
            <a:r>
              <a:rPr sz="2400" spc="-10" dirty="0">
                <a:solidFill>
                  <a:srgbClr val="F4F8FA"/>
                </a:solidFill>
                <a:latin typeface="Calibri"/>
                <a:cs typeface="Calibri"/>
              </a:rPr>
              <a:t>Recover</a:t>
            </a:r>
            <a:r>
              <a:rPr sz="2400" spc="-9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4F8FA"/>
                </a:solidFill>
                <a:latin typeface="Calibri"/>
                <a:cs typeface="Calibri"/>
              </a:rPr>
              <a:t>When</a:t>
            </a:r>
            <a:r>
              <a:rPr sz="2400" spc="-8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4F8FA"/>
                </a:solidFill>
                <a:latin typeface="Calibri"/>
                <a:cs typeface="Calibri"/>
              </a:rPr>
              <a:t>Stopped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9050" y="4229100"/>
            <a:ext cx="4165600" cy="787400"/>
          </a:xfrm>
          <a:prstGeom prst="rect">
            <a:avLst/>
          </a:prstGeom>
          <a:solidFill>
            <a:srgbClr val="00B7C3"/>
          </a:solidFill>
          <a:ln w="12700">
            <a:solidFill>
              <a:srgbClr val="002E58"/>
            </a:solidFill>
          </a:ln>
        </p:spPr>
        <p:txBody>
          <a:bodyPr vert="horz" wrap="square" lIns="0" tIns="191770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510"/>
              </a:spcBef>
            </a:pPr>
            <a:r>
              <a:rPr sz="2400" b="1" dirty="0">
                <a:solidFill>
                  <a:srgbClr val="F4F8FA"/>
                </a:solidFill>
                <a:latin typeface="Calibri"/>
                <a:cs typeface="Calibri"/>
              </a:rPr>
              <a:t>Recovery</a:t>
            </a:r>
            <a:r>
              <a:rPr sz="2400" b="1" spc="-10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4F8FA"/>
                </a:solidFill>
                <a:latin typeface="Calibri"/>
                <a:cs typeface="Calibri"/>
              </a:rPr>
              <a:t>Time</a:t>
            </a:r>
            <a:r>
              <a:rPr sz="2400" b="1" spc="-9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4F8FA"/>
                </a:solidFill>
                <a:latin typeface="Calibri"/>
                <a:cs typeface="Calibri"/>
              </a:rPr>
              <a:t>Objective</a:t>
            </a:r>
            <a:r>
              <a:rPr sz="2400" b="1" spc="-7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4F8FA"/>
                </a:solidFill>
                <a:latin typeface="Calibri"/>
                <a:cs typeface="Calibri"/>
              </a:rPr>
              <a:t>(RTO)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7350" y="4229100"/>
            <a:ext cx="4165600" cy="787400"/>
          </a:xfrm>
          <a:prstGeom prst="rect">
            <a:avLst/>
          </a:prstGeom>
          <a:solidFill>
            <a:srgbClr val="00B7C3"/>
          </a:solidFill>
          <a:ln w="12700">
            <a:solidFill>
              <a:srgbClr val="002E58"/>
            </a:solidFill>
          </a:ln>
        </p:spPr>
        <p:txBody>
          <a:bodyPr vert="horz" wrap="square" lIns="0" tIns="19177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510"/>
              </a:spcBef>
            </a:pPr>
            <a:r>
              <a:rPr sz="2400" b="1" dirty="0">
                <a:solidFill>
                  <a:srgbClr val="F4F8FA"/>
                </a:solidFill>
                <a:latin typeface="Calibri"/>
                <a:cs typeface="Calibri"/>
              </a:rPr>
              <a:t>Recovery</a:t>
            </a:r>
            <a:r>
              <a:rPr sz="2400" b="1" spc="-12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4F8FA"/>
                </a:solidFill>
                <a:latin typeface="Calibri"/>
                <a:cs typeface="Calibri"/>
              </a:rPr>
              <a:t>Point</a:t>
            </a:r>
            <a:r>
              <a:rPr sz="2400" b="1" spc="-11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4F8FA"/>
                </a:solidFill>
                <a:latin typeface="Calibri"/>
                <a:cs typeface="Calibri"/>
              </a:rPr>
              <a:t>Objective</a:t>
            </a:r>
            <a:r>
              <a:rPr sz="2400" b="1" spc="-9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4F8FA"/>
                </a:solidFill>
                <a:latin typeface="Calibri"/>
                <a:cs typeface="Calibri"/>
              </a:rPr>
              <a:t>(RPO)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300857"/>
            <a:ext cx="12192000" cy="3557270"/>
            <a:chOff x="0" y="3300857"/>
            <a:chExt cx="12192000" cy="3557270"/>
          </a:xfrm>
        </p:grpSpPr>
        <p:sp>
          <p:nvSpPr>
            <p:cNvPr id="3" name="object 3"/>
            <p:cNvSpPr/>
            <p:nvPr/>
          </p:nvSpPr>
          <p:spPr>
            <a:xfrm>
              <a:off x="1926589" y="3307207"/>
              <a:ext cx="2892425" cy="2867025"/>
            </a:xfrm>
            <a:custGeom>
              <a:avLst/>
              <a:gdLst/>
              <a:ahLst/>
              <a:cxnLst/>
              <a:rect l="l" t="t" r="r" b="b"/>
              <a:pathLst>
                <a:path w="2892425" h="2867025">
                  <a:moveTo>
                    <a:pt x="1446022" y="0"/>
                  </a:moveTo>
                  <a:lnTo>
                    <a:pt x="1397322" y="797"/>
                  </a:lnTo>
                  <a:lnTo>
                    <a:pt x="1349026" y="3173"/>
                  </a:lnTo>
                  <a:lnTo>
                    <a:pt x="1301158" y="7103"/>
                  </a:lnTo>
                  <a:lnTo>
                    <a:pt x="1253743" y="12561"/>
                  </a:lnTo>
                  <a:lnTo>
                    <a:pt x="1206808" y="19523"/>
                  </a:lnTo>
                  <a:lnTo>
                    <a:pt x="1160376" y="27963"/>
                  </a:lnTo>
                  <a:lnTo>
                    <a:pt x="1114474" y="37855"/>
                  </a:lnTo>
                  <a:lnTo>
                    <a:pt x="1069128" y="49177"/>
                  </a:lnTo>
                  <a:lnTo>
                    <a:pt x="1024361" y="61901"/>
                  </a:lnTo>
                  <a:lnTo>
                    <a:pt x="980199" y="76003"/>
                  </a:lnTo>
                  <a:lnTo>
                    <a:pt x="936669" y="91458"/>
                  </a:lnTo>
                  <a:lnTo>
                    <a:pt x="893794" y="108240"/>
                  </a:lnTo>
                  <a:lnTo>
                    <a:pt x="851601" y="126326"/>
                  </a:lnTo>
                  <a:lnTo>
                    <a:pt x="810115" y="145689"/>
                  </a:lnTo>
                  <a:lnTo>
                    <a:pt x="769361" y="166304"/>
                  </a:lnTo>
                  <a:lnTo>
                    <a:pt x="729364" y="188148"/>
                  </a:lnTo>
                  <a:lnTo>
                    <a:pt x="690150" y="211193"/>
                  </a:lnTo>
                  <a:lnTo>
                    <a:pt x="651743" y="235416"/>
                  </a:lnTo>
                  <a:lnTo>
                    <a:pt x="614170" y="260791"/>
                  </a:lnTo>
                  <a:lnTo>
                    <a:pt x="577456" y="287293"/>
                  </a:lnTo>
                  <a:lnTo>
                    <a:pt x="541625" y="314898"/>
                  </a:lnTo>
                  <a:lnTo>
                    <a:pt x="506704" y="343579"/>
                  </a:lnTo>
                  <a:lnTo>
                    <a:pt x="472717" y="373312"/>
                  </a:lnTo>
                  <a:lnTo>
                    <a:pt x="439690" y="404072"/>
                  </a:lnTo>
                  <a:lnTo>
                    <a:pt x="407648" y="435834"/>
                  </a:lnTo>
                  <a:lnTo>
                    <a:pt x="376617" y="468573"/>
                  </a:lnTo>
                  <a:lnTo>
                    <a:pt x="346621" y="502263"/>
                  </a:lnTo>
                  <a:lnTo>
                    <a:pt x="317687" y="536880"/>
                  </a:lnTo>
                  <a:lnTo>
                    <a:pt x="289839" y="572398"/>
                  </a:lnTo>
                  <a:lnTo>
                    <a:pt x="263102" y="608793"/>
                  </a:lnTo>
                  <a:lnTo>
                    <a:pt x="237503" y="646039"/>
                  </a:lnTo>
                  <a:lnTo>
                    <a:pt x="213066" y="684111"/>
                  </a:lnTo>
                  <a:lnTo>
                    <a:pt x="189816" y="722984"/>
                  </a:lnTo>
                  <a:lnTo>
                    <a:pt x="167780" y="762633"/>
                  </a:lnTo>
                  <a:lnTo>
                    <a:pt x="146982" y="803034"/>
                  </a:lnTo>
                  <a:lnTo>
                    <a:pt x="127447" y="844160"/>
                  </a:lnTo>
                  <a:lnTo>
                    <a:pt x="109201" y="885987"/>
                  </a:lnTo>
                  <a:lnTo>
                    <a:pt x="92270" y="928490"/>
                  </a:lnTo>
                  <a:lnTo>
                    <a:pt x="76678" y="971644"/>
                  </a:lnTo>
                  <a:lnTo>
                    <a:pt x="62451" y="1015423"/>
                  </a:lnTo>
                  <a:lnTo>
                    <a:pt x="49614" y="1059802"/>
                  </a:lnTo>
                  <a:lnTo>
                    <a:pt x="38192" y="1104757"/>
                  </a:lnTo>
                  <a:lnTo>
                    <a:pt x="28211" y="1150263"/>
                  </a:lnTo>
                  <a:lnTo>
                    <a:pt x="19696" y="1196293"/>
                  </a:lnTo>
                  <a:lnTo>
                    <a:pt x="12673" y="1242824"/>
                  </a:lnTo>
                  <a:lnTo>
                    <a:pt x="7166" y="1289830"/>
                  </a:lnTo>
                  <a:lnTo>
                    <a:pt x="3202" y="1337286"/>
                  </a:lnTo>
                  <a:lnTo>
                    <a:pt x="804" y="1385168"/>
                  </a:lnTo>
                  <a:lnTo>
                    <a:pt x="0" y="1433448"/>
                  </a:lnTo>
                  <a:lnTo>
                    <a:pt x="804" y="1481729"/>
                  </a:lnTo>
                  <a:lnTo>
                    <a:pt x="3202" y="1529611"/>
                  </a:lnTo>
                  <a:lnTo>
                    <a:pt x="7166" y="1577067"/>
                  </a:lnTo>
                  <a:lnTo>
                    <a:pt x="12673" y="1624073"/>
                  </a:lnTo>
                  <a:lnTo>
                    <a:pt x="19696" y="1670604"/>
                  </a:lnTo>
                  <a:lnTo>
                    <a:pt x="28211" y="1716635"/>
                  </a:lnTo>
                  <a:lnTo>
                    <a:pt x="38192" y="1762141"/>
                  </a:lnTo>
                  <a:lnTo>
                    <a:pt x="49614" y="1807097"/>
                  </a:lnTo>
                  <a:lnTo>
                    <a:pt x="62451" y="1851477"/>
                  </a:lnTo>
                  <a:lnTo>
                    <a:pt x="76678" y="1895256"/>
                  </a:lnTo>
                  <a:lnTo>
                    <a:pt x="92270" y="1938410"/>
                  </a:lnTo>
                  <a:lnTo>
                    <a:pt x="109201" y="1980914"/>
                  </a:lnTo>
                  <a:lnTo>
                    <a:pt x="127447" y="2022741"/>
                  </a:lnTo>
                  <a:lnTo>
                    <a:pt x="146982" y="2063868"/>
                  </a:lnTo>
                  <a:lnTo>
                    <a:pt x="167780" y="2104269"/>
                  </a:lnTo>
                  <a:lnTo>
                    <a:pt x="189816" y="2143919"/>
                  </a:lnTo>
                  <a:lnTo>
                    <a:pt x="213066" y="2182793"/>
                  </a:lnTo>
                  <a:lnTo>
                    <a:pt x="237503" y="2220866"/>
                  </a:lnTo>
                  <a:lnTo>
                    <a:pt x="263102" y="2258113"/>
                  </a:lnTo>
                  <a:lnTo>
                    <a:pt x="289839" y="2294508"/>
                  </a:lnTo>
                  <a:lnTo>
                    <a:pt x="317687" y="2330027"/>
                  </a:lnTo>
                  <a:lnTo>
                    <a:pt x="346621" y="2364645"/>
                  </a:lnTo>
                  <a:lnTo>
                    <a:pt x="376617" y="2398336"/>
                  </a:lnTo>
                  <a:lnTo>
                    <a:pt x="407648" y="2431075"/>
                  </a:lnTo>
                  <a:lnTo>
                    <a:pt x="439690" y="2462838"/>
                  </a:lnTo>
                  <a:lnTo>
                    <a:pt x="472717" y="2493599"/>
                  </a:lnTo>
                  <a:lnTo>
                    <a:pt x="506704" y="2523333"/>
                  </a:lnTo>
                  <a:lnTo>
                    <a:pt x="541625" y="2552015"/>
                  </a:lnTo>
                  <a:lnTo>
                    <a:pt x="577456" y="2579620"/>
                  </a:lnTo>
                  <a:lnTo>
                    <a:pt x="614170" y="2606123"/>
                  </a:lnTo>
                  <a:lnTo>
                    <a:pt x="651743" y="2631499"/>
                  </a:lnTo>
                  <a:lnTo>
                    <a:pt x="690150" y="2655722"/>
                  </a:lnTo>
                  <a:lnTo>
                    <a:pt x="729364" y="2678768"/>
                  </a:lnTo>
                  <a:lnTo>
                    <a:pt x="769361" y="2700612"/>
                  </a:lnTo>
                  <a:lnTo>
                    <a:pt x="810115" y="2721229"/>
                  </a:lnTo>
                  <a:lnTo>
                    <a:pt x="851601" y="2740592"/>
                  </a:lnTo>
                  <a:lnTo>
                    <a:pt x="893794" y="2758678"/>
                  </a:lnTo>
                  <a:lnTo>
                    <a:pt x="936669" y="2775462"/>
                  </a:lnTo>
                  <a:lnTo>
                    <a:pt x="980199" y="2790917"/>
                  </a:lnTo>
                  <a:lnTo>
                    <a:pt x="1024361" y="2805019"/>
                  </a:lnTo>
                  <a:lnTo>
                    <a:pt x="1069128" y="2817744"/>
                  </a:lnTo>
                  <a:lnTo>
                    <a:pt x="1114474" y="2829065"/>
                  </a:lnTo>
                  <a:lnTo>
                    <a:pt x="1160376" y="2838959"/>
                  </a:lnTo>
                  <a:lnTo>
                    <a:pt x="1206808" y="2847399"/>
                  </a:lnTo>
                  <a:lnTo>
                    <a:pt x="1253743" y="2854361"/>
                  </a:lnTo>
                  <a:lnTo>
                    <a:pt x="1301158" y="2859819"/>
                  </a:lnTo>
                  <a:lnTo>
                    <a:pt x="1349026" y="2863749"/>
                  </a:lnTo>
                  <a:lnTo>
                    <a:pt x="1397322" y="2866125"/>
                  </a:lnTo>
                  <a:lnTo>
                    <a:pt x="1446022" y="2866923"/>
                  </a:lnTo>
                  <a:lnTo>
                    <a:pt x="1494728" y="2866125"/>
                  </a:lnTo>
                  <a:lnTo>
                    <a:pt x="1543032" y="2863749"/>
                  </a:lnTo>
                  <a:lnTo>
                    <a:pt x="1590906" y="2859819"/>
                  </a:lnTo>
                  <a:lnTo>
                    <a:pt x="1638326" y="2854361"/>
                  </a:lnTo>
                  <a:lnTo>
                    <a:pt x="1685267" y="2847399"/>
                  </a:lnTo>
                  <a:lnTo>
                    <a:pt x="1731703" y="2838959"/>
                  </a:lnTo>
                  <a:lnTo>
                    <a:pt x="1777609" y="2829065"/>
                  </a:lnTo>
                  <a:lnTo>
                    <a:pt x="1822959" y="2817744"/>
                  </a:lnTo>
                  <a:lnTo>
                    <a:pt x="1867729" y="2805019"/>
                  </a:lnTo>
                  <a:lnTo>
                    <a:pt x="1911893" y="2790917"/>
                  </a:lnTo>
                  <a:lnTo>
                    <a:pt x="1955426" y="2775462"/>
                  </a:lnTo>
                  <a:lnTo>
                    <a:pt x="1998302" y="2758678"/>
                  </a:lnTo>
                  <a:lnTo>
                    <a:pt x="2040496" y="2740592"/>
                  </a:lnTo>
                  <a:lnTo>
                    <a:pt x="2081983" y="2721229"/>
                  </a:lnTo>
                  <a:lnTo>
                    <a:pt x="2122738" y="2700612"/>
                  </a:lnTo>
                  <a:lnTo>
                    <a:pt x="2162736" y="2678768"/>
                  </a:lnTo>
                  <a:lnTo>
                    <a:pt x="2201950" y="2655722"/>
                  </a:lnTo>
                  <a:lnTo>
                    <a:pt x="2240356" y="2631499"/>
                  </a:lnTo>
                  <a:lnTo>
                    <a:pt x="2277928" y="2606123"/>
                  </a:lnTo>
                  <a:lnTo>
                    <a:pt x="2314642" y="2579620"/>
                  </a:lnTo>
                  <a:lnTo>
                    <a:pt x="2350471" y="2552015"/>
                  </a:lnTo>
                  <a:lnTo>
                    <a:pt x="2385391" y="2523333"/>
                  </a:lnTo>
                  <a:lnTo>
                    <a:pt x="2419376" y="2493599"/>
                  </a:lnTo>
                  <a:lnTo>
                    <a:pt x="2452401" y="2462838"/>
                  </a:lnTo>
                  <a:lnTo>
                    <a:pt x="2484441" y="2431075"/>
                  </a:lnTo>
                  <a:lnTo>
                    <a:pt x="2515471" y="2398336"/>
                  </a:lnTo>
                  <a:lnTo>
                    <a:pt x="2545464" y="2364645"/>
                  </a:lnTo>
                  <a:lnTo>
                    <a:pt x="2574396" y="2330027"/>
                  </a:lnTo>
                  <a:lnTo>
                    <a:pt x="2602242" y="2294508"/>
                  </a:lnTo>
                  <a:lnTo>
                    <a:pt x="2628976" y="2258113"/>
                  </a:lnTo>
                  <a:lnTo>
                    <a:pt x="2654573" y="2220866"/>
                  </a:lnTo>
                  <a:lnTo>
                    <a:pt x="2679007" y="2182793"/>
                  </a:lnTo>
                  <a:lnTo>
                    <a:pt x="2702254" y="2143919"/>
                  </a:lnTo>
                  <a:lnTo>
                    <a:pt x="2724288" y="2104269"/>
                  </a:lnTo>
                  <a:lnTo>
                    <a:pt x="2745083" y="2063868"/>
                  </a:lnTo>
                  <a:lnTo>
                    <a:pt x="2764616" y="2022741"/>
                  </a:lnTo>
                  <a:lnTo>
                    <a:pt x="2782859" y="1980914"/>
                  </a:lnTo>
                  <a:lnTo>
                    <a:pt x="2799788" y="1938410"/>
                  </a:lnTo>
                  <a:lnTo>
                    <a:pt x="2815378" y="1895256"/>
                  </a:lnTo>
                  <a:lnTo>
                    <a:pt x="2829603" y="1851477"/>
                  </a:lnTo>
                  <a:lnTo>
                    <a:pt x="2842438" y="1807097"/>
                  </a:lnTo>
                  <a:lnTo>
                    <a:pt x="2853858" y="1762141"/>
                  </a:lnTo>
                  <a:lnTo>
                    <a:pt x="2863837" y="1716635"/>
                  </a:lnTo>
                  <a:lnTo>
                    <a:pt x="2872350" y="1670604"/>
                  </a:lnTo>
                  <a:lnTo>
                    <a:pt x="2879372" y="1624073"/>
                  </a:lnTo>
                  <a:lnTo>
                    <a:pt x="2884878" y="1577067"/>
                  </a:lnTo>
                  <a:lnTo>
                    <a:pt x="2888842" y="1529611"/>
                  </a:lnTo>
                  <a:lnTo>
                    <a:pt x="2891239" y="1481729"/>
                  </a:lnTo>
                  <a:lnTo>
                    <a:pt x="2892044" y="1433448"/>
                  </a:lnTo>
                  <a:lnTo>
                    <a:pt x="2891239" y="1385168"/>
                  </a:lnTo>
                  <a:lnTo>
                    <a:pt x="2888842" y="1337286"/>
                  </a:lnTo>
                  <a:lnTo>
                    <a:pt x="2884878" y="1289830"/>
                  </a:lnTo>
                  <a:lnTo>
                    <a:pt x="2879372" y="1242824"/>
                  </a:lnTo>
                  <a:lnTo>
                    <a:pt x="2872350" y="1196293"/>
                  </a:lnTo>
                  <a:lnTo>
                    <a:pt x="2863837" y="1150263"/>
                  </a:lnTo>
                  <a:lnTo>
                    <a:pt x="2853858" y="1104757"/>
                  </a:lnTo>
                  <a:lnTo>
                    <a:pt x="2842438" y="1059802"/>
                  </a:lnTo>
                  <a:lnTo>
                    <a:pt x="2829603" y="1015423"/>
                  </a:lnTo>
                  <a:lnTo>
                    <a:pt x="2815378" y="971644"/>
                  </a:lnTo>
                  <a:lnTo>
                    <a:pt x="2799788" y="928490"/>
                  </a:lnTo>
                  <a:lnTo>
                    <a:pt x="2782859" y="885987"/>
                  </a:lnTo>
                  <a:lnTo>
                    <a:pt x="2764616" y="844160"/>
                  </a:lnTo>
                  <a:lnTo>
                    <a:pt x="2745083" y="803034"/>
                  </a:lnTo>
                  <a:lnTo>
                    <a:pt x="2724288" y="762633"/>
                  </a:lnTo>
                  <a:lnTo>
                    <a:pt x="2702254" y="722984"/>
                  </a:lnTo>
                  <a:lnTo>
                    <a:pt x="2679007" y="684111"/>
                  </a:lnTo>
                  <a:lnTo>
                    <a:pt x="2654573" y="646039"/>
                  </a:lnTo>
                  <a:lnTo>
                    <a:pt x="2628976" y="608793"/>
                  </a:lnTo>
                  <a:lnTo>
                    <a:pt x="2602242" y="572398"/>
                  </a:lnTo>
                  <a:lnTo>
                    <a:pt x="2574396" y="536880"/>
                  </a:lnTo>
                  <a:lnTo>
                    <a:pt x="2545464" y="502263"/>
                  </a:lnTo>
                  <a:lnTo>
                    <a:pt x="2515471" y="468573"/>
                  </a:lnTo>
                  <a:lnTo>
                    <a:pt x="2484441" y="435834"/>
                  </a:lnTo>
                  <a:lnTo>
                    <a:pt x="2452401" y="404072"/>
                  </a:lnTo>
                  <a:lnTo>
                    <a:pt x="2419376" y="373312"/>
                  </a:lnTo>
                  <a:lnTo>
                    <a:pt x="2385391" y="343579"/>
                  </a:lnTo>
                  <a:lnTo>
                    <a:pt x="2350471" y="314898"/>
                  </a:lnTo>
                  <a:lnTo>
                    <a:pt x="2314642" y="287293"/>
                  </a:lnTo>
                  <a:lnTo>
                    <a:pt x="2277928" y="260791"/>
                  </a:lnTo>
                  <a:lnTo>
                    <a:pt x="2240356" y="235416"/>
                  </a:lnTo>
                  <a:lnTo>
                    <a:pt x="2201950" y="211193"/>
                  </a:lnTo>
                  <a:lnTo>
                    <a:pt x="2162736" y="188148"/>
                  </a:lnTo>
                  <a:lnTo>
                    <a:pt x="2122738" y="166304"/>
                  </a:lnTo>
                  <a:lnTo>
                    <a:pt x="2081983" y="145689"/>
                  </a:lnTo>
                  <a:lnTo>
                    <a:pt x="2040496" y="126326"/>
                  </a:lnTo>
                  <a:lnTo>
                    <a:pt x="1998302" y="108240"/>
                  </a:lnTo>
                  <a:lnTo>
                    <a:pt x="1955426" y="91458"/>
                  </a:lnTo>
                  <a:lnTo>
                    <a:pt x="1911893" y="76003"/>
                  </a:lnTo>
                  <a:lnTo>
                    <a:pt x="1867729" y="61901"/>
                  </a:lnTo>
                  <a:lnTo>
                    <a:pt x="1822959" y="49177"/>
                  </a:lnTo>
                  <a:lnTo>
                    <a:pt x="1777609" y="37855"/>
                  </a:lnTo>
                  <a:lnTo>
                    <a:pt x="1731703" y="27963"/>
                  </a:lnTo>
                  <a:lnTo>
                    <a:pt x="1685267" y="19523"/>
                  </a:lnTo>
                  <a:lnTo>
                    <a:pt x="1638326" y="12561"/>
                  </a:lnTo>
                  <a:lnTo>
                    <a:pt x="1590906" y="7103"/>
                  </a:lnTo>
                  <a:lnTo>
                    <a:pt x="1543032" y="3173"/>
                  </a:lnTo>
                  <a:lnTo>
                    <a:pt x="1494728" y="797"/>
                  </a:lnTo>
                  <a:lnTo>
                    <a:pt x="1446022" y="0"/>
                  </a:lnTo>
                  <a:close/>
                </a:path>
              </a:pathLst>
            </a:custGeom>
            <a:solidFill>
              <a:srgbClr val="00B7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26589" y="3307207"/>
              <a:ext cx="2892425" cy="2867025"/>
            </a:xfrm>
            <a:custGeom>
              <a:avLst/>
              <a:gdLst/>
              <a:ahLst/>
              <a:cxnLst/>
              <a:rect l="l" t="t" r="r" b="b"/>
              <a:pathLst>
                <a:path w="2892425" h="2867025">
                  <a:moveTo>
                    <a:pt x="0" y="1433448"/>
                  </a:moveTo>
                  <a:lnTo>
                    <a:pt x="804" y="1385168"/>
                  </a:lnTo>
                  <a:lnTo>
                    <a:pt x="3202" y="1337286"/>
                  </a:lnTo>
                  <a:lnTo>
                    <a:pt x="7166" y="1289830"/>
                  </a:lnTo>
                  <a:lnTo>
                    <a:pt x="12673" y="1242824"/>
                  </a:lnTo>
                  <a:lnTo>
                    <a:pt x="19696" y="1196293"/>
                  </a:lnTo>
                  <a:lnTo>
                    <a:pt x="28211" y="1150263"/>
                  </a:lnTo>
                  <a:lnTo>
                    <a:pt x="38192" y="1104757"/>
                  </a:lnTo>
                  <a:lnTo>
                    <a:pt x="49614" y="1059802"/>
                  </a:lnTo>
                  <a:lnTo>
                    <a:pt x="62451" y="1015423"/>
                  </a:lnTo>
                  <a:lnTo>
                    <a:pt x="76678" y="971644"/>
                  </a:lnTo>
                  <a:lnTo>
                    <a:pt x="92270" y="928490"/>
                  </a:lnTo>
                  <a:lnTo>
                    <a:pt x="109201" y="885987"/>
                  </a:lnTo>
                  <a:lnTo>
                    <a:pt x="127447" y="844160"/>
                  </a:lnTo>
                  <a:lnTo>
                    <a:pt x="146982" y="803034"/>
                  </a:lnTo>
                  <a:lnTo>
                    <a:pt x="167780" y="762633"/>
                  </a:lnTo>
                  <a:lnTo>
                    <a:pt x="189816" y="722984"/>
                  </a:lnTo>
                  <a:lnTo>
                    <a:pt x="213066" y="684111"/>
                  </a:lnTo>
                  <a:lnTo>
                    <a:pt x="237503" y="646039"/>
                  </a:lnTo>
                  <a:lnTo>
                    <a:pt x="263102" y="608793"/>
                  </a:lnTo>
                  <a:lnTo>
                    <a:pt x="289839" y="572398"/>
                  </a:lnTo>
                  <a:lnTo>
                    <a:pt x="317687" y="536880"/>
                  </a:lnTo>
                  <a:lnTo>
                    <a:pt x="346621" y="502263"/>
                  </a:lnTo>
                  <a:lnTo>
                    <a:pt x="376617" y="468573"/>
                  </a:lnTo>
                  <a:lnTo>
                    <a:pt x="407648" y="435834"/>
                  </a:lnTo>
                  <a:lnTo>
                    <a:pt x="439690" y="404072"/>
                  </a:lnTo>
                  <a:lnTo>
                    <a:pt x="472717" y="373312"/>
                  </a:lnTo>
                  <a:lnTo>
                    <a:pt x="506704" y="343579"/>
                  </a:lnTo>
                  <a:lnTo>
                    <a:pt x="541625" y="314898"/>
                  </a:lnTo>
                  <a:lnTo>
                    <a:pt x="577456" y="287293"/>
                  </a:lnTo>
                  <a:lnTo>
                    <a:pt x="614170" y="260791"/>
                  </a:lnTo>
                  <a:lnTo>
                    <a:pt x="651743" y="235416"/>
                  </a:lnTo>
                  <a:lnTo>
                    <a:pt x="690150" y="211193"/>
                  </a:lnTo>
                  <a:lnTo>
                    <a:pt x="729364" y="188148"/>
                  </a:lnTo>
                  <a:lnTo>
                    <a:pt x="769361" y="166304"/>
                  </a:lnTo>
                  <a:lnTo>
                    <a:pt x="810115" y="145689"/>
                  </a:lnTo>
                  <a:lnTo>
                    <a:pt x="851601" y="126326"/>
                  </a:lnTo>
                  <a:lnTo>
                    <a:pt x="893794" y="108240"/>
                  </a:lnTo>
                  <a:lnTo>
                    <a:pt x="936669" y="91458"/>
                  </a:lnTo>
                  <a:lnTo>
                    <a:pt x="980199" y="76003"/>
                  </a:lnTo>
                  <a:lnTo>
                    <a:pt x="1024361" y="61901"/>
                  </a:lnTo>
                  <a:lnTo>
                    <a:pt x="1069128" y="49177"/>
                  </a:lnTo>
                  <a:lnTo>
                    <a:pt x="1114474" y="37855"/>
                  </a:lnTo>
                  <a:lnTo>
                    <a:pt x="1160376" y="27963"/>
                  </a:lnTo>
                  <a:lnTo>
                    <a:pt x="1206808" y="19523"/>
                  </a:lnTo>
                  <a:lnTo>
                    <a:pt x="1253743" y="12561"/>
                  </a:lnTo>
                  <a:lnTo>
                    <a:pt x="1301158" y="7103"/>
                  </a:lnTo>
                  <a:lnTo>
                    <a:pt x="1349026" y="3173"/>
                  </a:lnTo>
                  <a:lnTo>
                    <a:pt x="1397322" y="797"/>
                  </a:lnTo>
                  <a:lnTo>
                    <a:pt x="1446022" y="0"/>
                  </a:lnTo>
                  <a:lnTo>
                    <a:pt x="1494728" y="797"/>
                  </a:lnTo>
                  <a:lnTo>
                    <a:pt x="1543032" y="3173"/>
                  </a:lnTo>
                  <a:lnTo>
                    <a:pt x="1590906" y="7103"/>
                  </a:lnTo>
                  <a:lnTo>
                    <a:pt x="1638326" y="12561"/>
                  </a:lnTo>
                  <a:lnTo>
                    <a:pt x="1685267" y="19523"/>
                  </a:lnTo>
                  <a:lnTo>
                    <a:pt x="1731703" y="27963"/>
                  </a:lnTo>
                  <a:lnTo>
                    <a:pt x="1777609" y="37855"/>
                  </a:lnTo>
                  <a:lnTo>
                    <a:pt x="1822959" y="49177"/>
                  </a:lnTo>
                  <a:lnTo>
                    <a:pt x="1867729" y="61901"/>
                  </a:lnTo>
                  <a:lnTo>
                    <a:pt x="1911893" y="76003"/>
                  </a:lnTo>
                  <a:lnTo>
                    <a:pt x="1955426" y="91458"/>
                  </a:lnTo>
                  <a:lnTo>
                    <a:pt x="1998302" y="108240"/>
                  </a:lnTo>
                  <a:lnTo>
                    <a:pt x="2040496" y="126326"/>
                  </a:lnTo>
                  <a:lnTo>
                    <a:pt x="2081983" y="145689"/>
                  </a:lnTo>
                  <a:lnTo>
                    <a:pt x="2122738" y="166304"/>
                  </a:lnTo>
                  <a:lnTo>
                    <a:pt x="2162736" y="188148"/>
                  </a:lnTo>
                  <a:lnTo>
                    <a:pt x="2201950" y="211193"/>
                  </a:lnTo>
                  <a:lnTo>
                    <a:pt x="2240356" y="235416"/>
                  </a:lnTo>
                  <a:lnTo>
                    <a:pt x="2277928" y="260791"/>
                  </a:lnTo>
                  <a:lnTo>
                    <a:pt x="2314642" y="287293"/>
                  </a:lnTo>
                  <a:lnTo>
                    <a:pt x="2350471" y="314898"/>
                  </a:lnTo>
                  <a:lnTo>
                    <a:pt x="2385391" y="343579"/>
                  </a:lnTo>
                  <a:lnTo>
                    <a:pt x="2419376" y="373312"/>
                  </a:lnTo>
                  <a:lnTo>
                    <a:pt x="2452401" y="404072"/>
                  </a:lnTo>
                  <a:lnTo>
                    <a:pt x="2484441" y="435834"/>
                  </a:lnTo>
                  <a:lnTo>
                    <a:pt x="2515471" y="468573"/>
                  </a:lnTo>
                  <a:lnTo>
                    <a:pt x="2545464" y="502263"/>
                  </a:lnTo>
                  <a:lnTo>
                    <a:pt x="2574396" y="536880"/>
                  </a:lnTo>
                  <a:lnTo>
                    <a:pt x="2602242" y="572398"/>
                  </a:lnTo>
                  <a:lnTo>
                    <a:pt x="2628976" y="608793"/>
                  </a:lnTo>
                  <a:lnTo>
                    <a:pt x="2654573" y="646039"/>
                  </a:lnTo>
                  <a:lnTo>
                    <a:pt x="2679007" y="684111"/>
                  </a:lnTo>
                  <a:lnTo>
                    <a:pt x="2702254" y="722984"/>
                  </a:lnTo>
                  <a:lnTo>
                    <a:pt x="2724288" y="762633"/>
                  </a:lnTo>
                  <a:lnTo>
                    <a:pt x="2745083" y="803034"/>
                  </a:lnTo>
                  <a:lnTo>
                    <a:pt x="2764616" y="844160"/>
                  </a:lnTo>
                  <a:lnTo>
                    <a:pt x="2782859" y="885987"/>
                  </a:lnTo>
                  <a:lnTo>
                    <a:pt x="2799788" y="928490"/>
                  </a:lnTo>
                  <a:lnTo>
                    <a:pt x="2815378" y="971644"/>
                  </a:lnTo>
                  <a:lnTo>
                    <a:pt x="2829603" y="1015423"/>
                  </a:lnTo>
                  <a:lnTo>
                    <a:pt x="2842438" y="1059802"/>
                  </a:lnTo>
                  <a:lnTo>
                    <a:pt x="2853858" y="1104757"/>
                  </a:lnTo>
                  <a:lnTo>
                    <a:pt x="2863837" y="1150263"/>
                  </a:lnTo>
                  <a:lnTo>
                    <a:pt x="2872350" y="1196293"/>
                  </a:lnTo>
                  <a:lnTo>
                    <a:pt x="2879372" y="1242824"/>
                  </a:lnTo>
                  <a:lnTo>
                    <a:pt x="2884878" y="1289830"/>
                  </a:lnTo>
                  <a:lnTo>
                    <a:pt x="2888842" y="1337286"/>
                  </a:lnTo>
                  <a:lnTo>
                    <a:pt x="2891239" y="1385168"/>
                  </a:lnTo>
                  <a:lnTo>
                    <a:pt x="2892044" y="1433448"/>
                  </a:lnTo>
                  <a:lnTo>
                    <a:pt x="2891239" y="1481729"/>
                  </a:lnTo>
                  <a:lnTo>
                    <a:pt x="2888842" y="1529611"/>
                  </a:lnTo>
                  <a:lnTo>
                    <a:pt x="2884878" y="1577067"/>
                  </a:lnTo>
                  <a:lnTo>
                    <a:pt x="2879372" y="1624073"/>
                  </a:lnTo>
                  <a:lnTo>
                    <a:pt x="2872350" y="1670604"/>
                  </a:lnTo>
                  <a:lnTo>
                    <a:pt x="2863837" y="1716635"/>
                  </a:lnTo>
                  <a:lnTo>
                    <a:pt x="2853858" y="1762141"/>
                  </a:lnTo>
                  <a:lnTo>
                    <a:pt x="2842438" y="1807097"/>
                  </a:lnTo>
                  <a:lnTo>
                    <a:pt x="2829603" y="1851477"/>
                  </a:lnTo>
                  <a:lnTo>
                    <a:pt x="2815378" y="1895256"/>
                  </a:lnTo>
                  <a:lnTo>
                    <a:pt x="2799788" y="1938410"/>
                  </a:lnTo>
                  <a:lnTo>
                    <a:pt x="2782859" y="1980914"/>
                  </a:lnTo>
                  <a:lnTo>
                    <a:pt x="2764616" y="2022741"/>
                  </a:lnTo>
                  <a:lnTo>
                    <a:pt x="2745083" y="2063868"/>
                  </a:lnTo>
                  <a:lnTo>
                    <a:pt x="2724288" y="2104269"/>
                  </a:lnTo>
                  <a:lnTo>
                    <a:pt x="2702254" y="2143919"/>
                  </a:lnTo>
                  <a:lnTo>
                    <a:pt x="2679007" y="2182793"/>
                  </a:lnTo>
                  <a:lnTo>
                    <a:pt x="2654573" y="2220866"/>
                  </a:lnTo>
                  <a:lnTo>
                    <a:pt x="2628976" y="2258113"/>
                  </a:lnTo>
                  <a:lnTo>
                    <a:pt x="2602242" y="2294508"/>
                  </a:lnTo>
                  <a:lnTo>
                    <a:pt x="2574396" y="2330027"/>
                  </a:lnTo>
                  <a:lnTo>
                    <a:pt x="2545464" y="2364645"/>
                  </a:lnTo>
                  <a:lnTo>
                    <a:pt x="2515471" y="2398336"/>
                  </a:lnTo>
                  <a:lnTo>
                    <a:pt x="2484441" y="2431075"/>
                  </a:lnTo>
                  <a:lnTo>
                    <a:pt x="2452401" y="2462838"/>
                  </a:lnTo>
                  <a:lnTo>
                    <a:pt x="2419376" y="2493599"/>
                  </a:lnTo>
                  <a:lnTo>
                    <a:pt x="2385391" y="2523333"/>
                  </a:lnTo>
                  <a:lnTo>
                    <a:pt x="2350471" y="2552015"/>
                  </a:lnTo>
                  <a:lnTo>
                    <a:pt x="2314642" y="2579620"/>
                  </a:lnTo>
                  <a:lnTo>
                    <a:pt x="2277928" y="2606123"/>
                  </a:lnTo>
                  <a:lnTo>
                    <a:pt x="2240356" y="2631499"/>
                  </a:lnTo>
                  <a:lnTo>
                    <a:pt x="2201950" y="2655722"/>
                  </a:lnTo>
                  <a:lnTo>
                    <a:pt x="2162736" y="2678768"/>
                  </a:lnTo>
                  <a:lnTo>
                    <a:pt x="2122738" y="2700612"/>
                  </a:lnTo>
                  <a:lnTo>
                    <a:pt x="2081983" y="2721229"/>
                  </a:lnTo>
                  <a:lnTo>
                    <a:pt x="2040496" y="2740592"/>
                  </a:lnTo>
                  <a:lnTo>
                    <a:pt x="1998302" y="2758678"/>
                  </a:lnTo>
                  <a:lnTo>
                    <a:pt x="1955426" y="2775462"/>
                  </a:lnTo>
                  <a:lnTo>
                    <a:pt x="1911893" y="2790917"/>
                  </a:lnTo>
                  <a:lnTo>
                    <a:pt x="1867729" y="2805019"/>
                  </a:lnTo>
                  <a:lnTo>
                    <a:pt x="1822959" y="2817744"/>
                  </a:lnTo>
                  <a:lnTo>
                    <a:pt x="1777609" y="2829065"/>
                  </a:lnTo>
                  <a:lnTo>
                    <a:pt x="1731703" y="2838959"/>
                  </a:lnTo>
                  <a:lnTo>
                    <a:pt x="1685267" y="2847399"/>
                  </a:lnTo>
                  <a:lnTo>
                    <a:pt x="1638326" y="2854361"/>
                  </a:lnTo>
                  <a:lnTo>
                    <a:pt x="1590906" y="2859819"/>
                  </a:lnTo>
                  <a:lnTo>
                    <a:pt x="1543032" y="2863749"/>
                  </a:lnTo>
                  <a:lnTo>
                    <a:pt x="1494728" y="2866125"/>
                  </a:lnTo>
                  <a:lnTo>
                    <a:pt x="1446022" y="2866923"/>
                  </a:lnTo>
                  <a:lnTo>
                    <a:pt x="1397322" y="2866125"/>
                  </a:lnTo>
                  <a:lnTo>
                    <a:pt x="1349026" y="2863749"/>
                  </a:lnTo>
                  <a:lnTo>
                    <a:pt x="1301158" y="2859819"/>
                  </a:lnTo>
                  <a:lnTo>
                    <a:pt x="1253743" y="2854361"/>
                  </a:lnTo>
                  <a:lnTo>
                    <a:pt x="1206808" y="2847399"/>
                  </a:lnTo>
                  <a:lnTo>
                    <a:pt x="1160376" y="2838959"/>
                  </a:lnTo>
                  <a:lnTo>
                    <a:pt x="1114474" y="2829065"/>
                  </a:lnTo>
                  <a:lnTo>
                    <a:pt x="1069128" y="2817744"/>
                  </a:lnTo>
                  <a:lnTo>
                    <a:pt x="1024361" y="2805019"/>
                  </a:lnTo>
                  <a:lnTo>
                    <a:pt x="980199" y="2790917"/>
                  </a:lnTo>
                  <a:lnTo>
                    <a:pt x="936669" y="2775462"/>
                  </a:lnTo>
                  <a:lnTo>
                    <a:pt x="893794" y="2758678"/>
                  </a:lnTo>
                  <a:lnTo>
                    <a:pt x="851601" y="2740592"/>
                  </a:lnTo>
                  <a:lnTo>
                    <a:pt x="810115" y="2721229"/>
                  </a:lnTo>
                  <a:lnTo>
                    <a:pt x="769361" y="2700612"/>
                  </a:lnTo>
                  <a:lnTo>
                    <a:pt x="729364" y="2678768"/>
                  </a:lnTo>
                  <a:lnTo>
                    <a:pt x="690150" y="2655722"/>
                  </a:lnTo>
                  <a:lnTo>
                    <a:pt x="651743" y="2631499"/>
                  </a:lnTo>
                  <a:lnTo>
                    <a:pt x="614170" y="2606123"/>
                  </a:lnTo>
                  <a:lnTo>
                    <a:pt x="577456" y="2579620"/>
                  </a:lnTo>
                  <a:lnTo>
                    <a:pt x="541625" y="2552015"/>
                  </a:lnTo>
                  <a:lnTo>
                    <a:pt x="506704" y="2523333"/>
                  </a:lnTo>
                  <a:lnTo>
                    <a:pt x="472717" y="2493599"/>
                  </a:lnTo>
                  <a:lnTo>
                    <a:pt x="439690" y="2462838"/>
                  </a:lnTo>
                  <a:lnTo>
                    <a:pt x="407648" y="2431075"/>
                  </a:lnTo>
                  <a:lnTo>
                    <a:pt x="376617" y="2398336"/>
                  </a:lnTo>
                  <a:lnTo>
                    <a:pt x="346621" y="2364645"/>
                  </a:lnTo>
                  <a:lnTo>
                    <a:pt x="317687" y="2330027"/>
                  </a:lnTo>
                  <a:lnTo>
                    <a:pt x="289839" y="2294508"/>
                  </a:lnTo>
                  <a:lnTo>
                    <a:pt x="263102" y="2258113"/>
                  </a:lnTo>
                  <a:lnTo>
                    <a:pt x="237503" y="2220866"/>
                  </a:lnTo>
                  <a:lnTo>
                    <a:pt x="213066" y="2182793"/>
                  </a:lnTo>
                  <a:lnTo>
                    <a:pt x="189816" y="2143919"/>
                  </a:lnTo>
                  <a:lnTo>
                    <a:pt x="167780" y="2104269"/>
                  </a:lnTo>
                  <a:lnTo>
                    <a:pt x="146982" y="2063868"/>
                  </a:lnTo>
                  <a:lnTo>
                    <a:pt x="127447" y="2022741"/>
                  </a:lnTo>
                  <a:lnTo>
                    <a:pt x="109201" y="1980914"/>
                  </a:lnTo>
                  <a:lnTo>
                    <a:pt x="92270" y="1938410"/>
                  </a:lnTo>
                  <a:lnTo>
                    <a:pt x="76678" y="1895256"/>
                  </a:lnTo>
                  <a:lnTo>
                    <a:pt x="62451" y="1851477"/>
                  </a:lnTo>
                  <a:lnTo>
                    <a:pt x="49614" y="1807097"/>
                  </a:lnTo>
                  <a:lnTo>
                    <a:pt x="38192" y="1762141"/>
                  </a:lnTo>
                  <a:lnTo>
                    <a:pt x="28211" y="1716635"/>
                  </a:lnTo>
                  <a:lnTo>
                    <a:pt x="19696" y="1670604"/>
                  </a:lnTo>
                  <a:lnTo>
                    <a:pt x="12673" y="1624073"/>
                  </a:lnTo>
                  <a:lnTo>
                    <a:pt x="7166" y="1577067"/>
                  </a:lnTo>
                  <a:lnTo>
                    <a:pt x="3202" y="1529611"/>
                  </a:lnTo>
                  <a:lnTo>
                    <a:pt x="804" y="1481729"/>
                  </a:lnTo>
                  <a:lnTo>
                    <a:pt x="0" y="1433448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23464" y="3974846"/>
              <a:ext cx="975360" cy="827405"/>
            </a:xfrm>
            <a:custGeom>
              <a:avLst/>
              <a:gdLst/>
              <a:ahLst/>
              <a:cxnLst/>
              <a:rect l="l" t="t" r="r" b="b"/>
              <a:pathLst>
                <a:path w="975360" h="827404">
                  <a:moveTo>
                    <a:pt x="487552" y="0"/>
                  </a:moveTo>
                  <a:lnTo>
                    <a:pt x="434411" y="2426"/>
                  </a:lnTo>
                  <a:lnTo>
                    <a:pt x="382931" y="9539"/>
                  </a:lnTo>
                  <a:lnTo>
                    <a:pt x="333410" y="21085"/>
                  </a:lnTo>
                  <a:lnTo>
                    <a:pt x="286144" y="36812"/>
                  </a:lnTo>
                  <a:lnTo>
                    <a:pt x="241431" y="56467"/>
                  </a:lnTo>
                  <a:lnTo>
                    <a:pt x="199567" y="79800"/>
                  </a:lnTo>
                  <a:lnTo>
                    <a:pt x="160850" y="106558"/>
                  </a:lnTo>
                  <a:lnTo>
                    <a:pt x="125575" y="136487"/>
                  </a:lnTo>
                  <a:lnTo>
                    <a:pt x="94040" y="169337"/>
                  </a:lnTo>
                  <a:lnTo>
                    <a:pt x="66543" y="204855"/>
                  </a:lnTo>
                  <a:lnTo>
                    <a:pt x="43379" y="242789"/>
                  </a:lnTo>
                  <a:lnTo>
                    <a:pt x="24846" y="282886"/>
                  </a:lnTo>
                  <a:lnTo>
                    <a:pt x="11240" y="324895"/>
                  </a:lnTo>
                  <a:lnTo>
                    <a:pt x="2859" y="368563"/>
                  </a:lnTo>
                  <a:lnTo>
                    <a:pt x="0" y="413638"/>
                  </a:lnTo>
                  <a:lnTo>
                    <a:pt x="2859" y="458715"/>
                  </a:lnTo>
                  <a:lnTo>
                    <a:pt x="11240" y="502388"/>
                  </a:lnTo>
                  <a:lnTo>
                    <a:pt x="24846" y="544404"/>
                  </a:lnTo>
                  <a:lnTo>
                    <a:pt x="43379" y="584510"/>
                  </a:lnTo>
                  <a:lnTo>
                    <a:pt x="66543" y="622455"/>
                  </a:lnTo>
                  <a:lnTo>
                    <a:pt x="94040" y="657984"/>
                  </a:lnTo>
                  <a:lnTo>
                    <a:pt x="125575" y="690847"/>
                  </a:lnTo>
                  <a:lnTo>
                    <a:pt x="160850" y="720789"/>
                  </a:lnTo>
                  <a:lnTo>
                    <a:pt x="199567" y="747559"/>
                  </a:lnTo>
                  <a:lnTo>
                    <a:pt x="241431" y="770904"/>
                  </a:lnTo>
                  <a:lnTo>
                    <a:pt x="286144" y="790570"/>
                  </a:lnTo>
                  <a:lnTo>
                    <a:pt x="333410" y="806306"/>
                  </a:lnTo>
                  <a:lnTo>
                    <a:pt x="382931" y="817859"/>
                  </a:lnTo>
                  <a:lnTo>
                    <a:pt x="434411" y="824976"/>
                  </a:lnTo>
                  <a:lnTo>
                    <a:pt x="487552" y="827404"/>
                  </a:lnTo>
                  <a:lnTo>
                    <a:pt x="540672" y="824976"/>
                  </a:lnTo>
                  <a:lnTo>
                    <a:pt x="592136" y="817859"/>
                  </a:lnTo>
                  <a:lnTo>
                    <a:pt x="641646" y="806306"/>
                  </a:lnTo>
                  <a:lnTo>
                    <a:pt x="688906" y="790570"/>
                  </a:lnTo>
                  <a:lnTo>
                    <a:pt x="733617" y="770904"/>
                  </a:lnTo>
                  <a:lnTo>
                    <a:pt x="775483" y="747559"/>
                  </a:lnTo>
                  <a:lnTo>
                    <a:pt x="814205" y="720789"/>
                  </a:lnTo>
                  <a:lnTo>
                    <a:pt x="849486" y="690847"/>
                  </a:lnTo>
                  <a:lnTo>
                    <a:pt x="881028" y="657984"/>
                  </a:lnTo>
                  <a:lnTo>
                    <a:pt x="908534" y="622455"/>
                  </a:lnTo>
                  <a:lnTo>
                    <a:pt x="931706" y="584510"/>
                  </a:lnTo>
                  <a:lnTo>
                    <a:pt x="950247" y="544404"/>
                  </a:lnTo>
                  <a:lnTo>
                    <a:pt x="963859" y="502388"/>
                  </a:lnTo>
                  <a:lnTo>
                    <a:pt x="972244" y="458715"/>
                  </a:lnTo>
                  <a:lnTo>
                    <a:pt x="975106" y="413638"/>
                  </a:lnTo>
                  <a:lnTo>
                    <a:pt x="972244" y="368563"/>
                  </a:lnTo>
                  <a:lnTo>
                    <a:pt x="963859" y="324895"/>
                  </a:lnTo>
                  <a:lnTo>
                    <a:pt x="950247" y="282886"/>
                  </a:lnTo>
                  <a:lnTo>
                    <a:pt x="931706" y="242789"/>
                  </a:lnTo>
                  <a:lnTo>
                    <a:pt x="908534" y="204855"/>
                  </a:lnTo>
                  <a:lnTo>
                    <a:pt x="881028" y="169337"/>
                  </a:lnTo>
                  <a:lnTo>
                    <a:pt x="849486" y="136487"/>
                  </a:lnTo>
                  <a:lnTo>
                    <a:pt x="814205" y="106558"/>
                  </a:lnTo>
                  <a:lnTo>
                    <a:pt x="775483" y="79800"/>
                  </a:lnTo>
                  <a:lnTo>
                    <a:pt x="733617" y="56467"/>
                  </a:lnTo>
                  <a:lnTo>
                    <a:pt x="688906" y="36812"/>
                  </a:lnTo>
                  <a:lnTo>
                    <a:pt x="641646" y="21085"/>
                  </a:lnTo>
                  <a:lnTo>
                    <a:pt x="592136" y="9539"/>
                  </a:lnTo>
                  <a:lnTo>
                    <a:pt x="540672" y="2426"/>
                  </a:lnTo>
                  <a:lnTo>
                    <a:pt x="487552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23464" y="3974846"/>
              <a:ext cx="975360" cy="827405"/>
            </a:xfrm>
            <a:custGeom>
              <a:avLst/>
              <a:gdLst/>
              <a:ahLst/>
              <a:cxnLst/>
              <a:rect l="l" t="t" r="r" b="b"/>
              <a:pathLst>
                <a:path w="975360" h="827404">
                  <a:moveTo>
                    <a:pt x="0" y="413638"/>
                  </a:moveTo>
                  <a:lnTo>
                    <a:pt x="2859" y="368563"/>
                  </a:lnTo>
                  <a:lnTo>
                    <a:pt x="11240" y="324895"/>
                  </a:lnTo>
                  <a:lnTo>
                    <a:pt x="24846" y="282886"/>
                  </a:lnTo>
                  <a:lnTo>
                    <a:pt x="43379" y="242789"/>
                  </a:lnTo>
                  <a:lnTo>
                    <a:pt x="66543" y="204855"/>
                  </a:lnTo>
                  <a:lnTo>
                    <a:pt x="94040" y="169337"/>
                  </a:lnTo>
                  <a:lnTo>
                    <a:pt x="125575" y="136487"/>
                  </a:lnTo>
                  <a:lnTo>
                    <a:pt x="160850" y="106558"/>
                  </a:lnTo>
                  <a:lnTo>
                    <a:pt x="199567" y="79800"/>
                  </a:lnTo>
                  <a:lnTo>
                    <a:pt x="241431" y="56467"/>
                  </a:lnTo>
                  <a:lnTo>
                    <a:pt x="286144" y="36812"/>
                  </a:lnTo>
                  <a:lnTo>
                    <a:pt x="333410" y="21085"/>
                  </a:lnTo>
                  <a:lnTo>
                    <a:pt x="382931" y="9539"/>
                  </a:lnTo>
                  <a:lnTo>
                    <a:pt x="434411" y="2426"/>
                  </a:lnTo>
                  <a:lnTo>
                    <a:pt x="487552" y="0"/>
                  </a:lnTo>
                  <a:lnTo>
                    <a:pt x="540672" y="2426"/>
                  </a:lnTo>
                  <a:lnTo>
                    <a:pt x="592136" y="9539"/>
                  </a:lnTo>
                  <a:lnTo>
                    <a:pt x="641646" y="21085"/>
                  </a:lnTo>
                  <a:lnTo>
                    <a:pt x="688906" y="36812"/>
                  </a:lnTo>
                  <a:lnTo>
                    <a:pt x="733617" y="56467"/>
                  </a:lnTo>
                  <a:lnTo>
                    <a:pt x="775483" y="79800"/>
                  </a:lnTo>
                  <a:lnTo>
                    <a:pt x="814205" y="106558"/>
                  </a:lnTo>
                  <a:lnTo>
                    <a:pt x="849486" y="136487"/>
                  </a:lnTo>
                  <a:lnTo>
                    <a:pt x="881028" y="169337"/>
                  </a:lnTo>
                  <a:lnTo>
                    <a:pt x="908534" y="204855"/>
                  </a:lnTo>
                  <a:lnTo>
                    <a:pt x="931706" y="242789"/>
                  </a:lnTo>
                  <a:lnTo>
                    <a:pt x="950247" y="282886"/>
                  </a:lnTo>
                  <a:lnTo>
                    <a:pt x="963859" y="324895"/>
                  </a:lnTo>
                  <a:lnTo>
                    <a:pt x="972244" y="368563"/>
                  </a:lnTo>
                  <a:lnTo>
                    <a:pt x="975106" y="413638"/>
                  </a:lnTo>
                  <a:lnTo>
                    <a:pt x="972244" y="458715"/>
                  </a:lnTo>
                  <a:lnTo>
                    <a:pt x="963859" y="502388"/>
                  </a:lnTo>
                  <a:lnTo>
                    <a:pt x="950247" y="544404"/>
                  </a:lnTo>
                  <a:lnTo>
                    <a:pt x="931706" y="584510"/>
                  </a:lnTo>
                  <a:lnTo>
                    <a:pt x="908534" y="622455"/>
                  </a:lnTo>
                  <a:lnTo>
                    <a:pt x="881028" y="657984"/>
                  </a:lnTo>
                  <a:lnTo>
                    <a:pt x="849486" y="690847"/>
                  </a:lnTo>
                  <a:lnTo>
                    <a:pt x="814205" y="720789"/>
                  </a:lnTo>
                  <a:lnTo>
                    <a:pt x="775483" y="747559"/>
                  </a:lnTo>
                  <a:lnTo>
                    <a:pt x="733617" y="770904"/>
                  </a:lnTo>
                  <a:lnTo>
                    <a:pt x="688906" y="790570"/>
                  </a:lnTo>
                  <a:lnTo>
                    <a:pt x="641646" y="806306"/>
                  </a:lnTo>
                  <a:lnTo>
                    <a:pt x="592136" y="817859"/>
                  </a:lnTo>
                  <a:lnTo>
                    <a:pt x="540672" y="824976"/>
                  </a:lnTo>
                  <a:lnTo>
                    <a:pt x="487552" y="827404"/>
                  </a:lnTo>
                  <a:lnTo>
                    <a:pt x="434411" y="824976"/>
                  </a:lnTo>
                  <a:lnTo>
                    <a:pt x="382931" y="817859"/>
                  </a:lnTo>
                  <a:lnTo>
                    <a:pt x="333410" y="806306"/>
                  </a:lnTo>
                  <a:lnTo>
                    <a:pt x="286144" y="790570"/>
                  </a:lnTo>
                  <a:lnTo>
                    <a:pt x="241431" y="770904"/>
                  </a:lnTo>
                  <a:lnTo>
                    <a:pt x="199567" y="747559"/>
                  </a:lnTo>
                  <a:lnTo>
                    <a:pt x="160850" y="720789"/>
                  </a:lnTo>
                  <a:lnTo>
                    <a:pt x="125575" y="690847"/>
                  </a:lnTo>
                  <a:lnTo>
                    <a:pt x="94040" y="657984"/>
                  </a:lnTo>
                  <a:lnTo>
                    <a:pt x="66543" y="622455"/>
                  </a:lnTo>
                  <a:lnTo>
                    <a:pt x="43379" y="584510"/>
                  </a:lnTo>
                  <a:lnTo>
                    <a:pt x="24846" y="544404"/>
                  </a:lnTo>
                  <a:lnTo>
                    <a:pt x="11240" y="502388"/>
                  </a:lnTo>
                  <a:lnTo>
                    <a:pt x="2859" y="458715"/>
                  </a:lnTo>
                  <a:lnTo>
                    <a:pt x="0" y="413638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8768" y="358520"/>
            <a:ext cx="7759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325" dirty="0"/>
              <a:t>Designing</a:t>
            </a:r>
            <a:r>
              <a:rPr sz="4400" spc="-75" dirty="0"/>
              <a:t> </a:t>
            </a:r>
            <a:r>
              <a:rPr sz="4400" spc="360" dirty="0"/>
              <a:t>for</a:t>
            </a:r>
            <a:r>
              <a:rPr sz="4400" spc="-25" dirty="0"/>
              <a:t> </a:t>
            </a:r>
            <a:r>
              <a:rPr sz="4400" spc="475" dirty="0"/>
              <a:t>Redundancy</a:t>
            </a:r>
            <a:endParaRPr sz="4400"/>
          </a:p>
        </p:txBody>
      </p:sp>
      <p:sp>
        <p:nvSpPr>
          <p:cNvPr id="8" name="object 8"/>
          <p:cNvSpPr txBox="1"/>
          <p:nvPr/>
        </p:nvSpPr>
        <p:spPr>
          <a:xfrm>
            <a:off x="3066669" y="4207509"/>
            <a:ext cx="4883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4F8FA"/>
                </a:solidFill>
                <a:latin typeface="Calibri"/>
                <a:cs typeface="Calibri"/>
              </a:rPr>
              <a:t>AZ</a:t>
            </a:r>
            <a:r>
              <a:rPr sz="2000" b="1" spc="-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F4F8FA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23135" y="4898897"/>
            <a:ext cx="988060" cy="840105"/>
            <a:chOff x="2223135" y="4898897"/>
            <a:chExt cx="988060" cy="840105"/>
          </a:xfrm>
        </p:grpSpPr>
        <p:sp>
          <p:nvSpPr>
            <p:cNvPr id="10" name="object 10"/>
            <p:cNvSpPr/>
            <p:nvPr/>
          </p:nvSpPr>
          <p:spPr>
            <a:xfrm>
              <a:off x="2229485" y="4905247"/>
              <a:ext cx="975360" cy="827405"/>
            </a:xfrm>
            <a:custGeom>
              <a:avLst/>
              <a:gdLst/>
              <a:ahLst/>
              <a:cxnLst/>
              <a:rect l="l" t="t" r="r" b="b"/>
              <a:pathLst>
                <a:path w="975360" h="827404">
                  <a:moveTo>
                    <a:pt x="487552" y="0"/>
                  </a:moveTo>
                  <a:lnTo>
                    <a:pt x="434433" y="2426"/>
                  </a:lnTo>
                  <a:lnTo>
                    <a:pt x="382969" y="9539"/>
                  </a:lnTo>
                  <a:lnTo>
                    <a:pt x="333459" y="21085"/>
                  </a:lnTo>
                  <a:lnTo>
                    <a:pt x="286199" y="36812"/>
                  </a:lnTo>
                  <a:lnTo>
                    <a:pt x="241488" y="56467"/>
                  </a:lnTo>
                  <a:lnTo>
                    <a:pt x="199622" y="79800"/>
                  </a:lnTo>
                  <a:lnTo>
                    <a:pt x="160900" y="106558"/>
                  </a:lnTo>
                  <a:lnTo>
                    <a:pt x="125619" y="136487"/>
                  </a:lnTo>
                  <a:lnTo>
                    <a:pt x="94077" y="169337"/>
                  </a:lnTo>
                  <a:lnTo>
                    <a:pt x="66571" y="204855"/>
                  </a:lnTo>
                  <a:lnTo>
                    <a:pt x="43399" y="242789"/>
                  </a:lnTo>
                  <a:lnTo>
                    <a:pt x="24858" y="282886"/>
                  </a:lnTo>
                  <a:lnTo>
                    <a:pt x="11246" y="324895"/>
                  </a:lnTo>
                  <a:lnTo>
                    <a:pt x="2861" y="368563"/>
                  </a:lnTo>
                  <a:lnTo>
                    <a:pt x="0" y="413638"/>
                  </a:lnTo>
                  <a:lnTo>
                    <a:pt x="2861" y="458737"/>
                  </a:lnTo>
                  <a:lnTo>
                    <a:pt x="11246" y="502426"/>
                  </a:lnTo>
                  <a:lnTo>
                    <a:pt x="24858" y="544453"/>
                  </a:lnTo>
                  <a:lnTo>
                    <a:pt x="43399" y="584565"/>
                  </a:lnTo>
                  <a:lnTo>
                    <a:pt x="66571" y="622511"/>
                  </a:lnTo>
                  <a:lnTo>
                    <a:pt x="94077" y="658039"/>
                  </a:lnTo>
                  <a:lnTo>
                    <a:pt x="125619" y="690897"/>
                  </a:lnTo>
                  <a:lnTo>
                    <a:pt x="160900" y="720834"/>
                  </a:lnTo>
                  <a:lnTo>
                    <a:pt x="199622" y="747596"/>
                  </a:lnTo>
                  <a:lnTo>
                    <a:pt x="241488" y="770932"/>
                  </a:lnTo>
                  <a:lnTo>
                    <a:pt x="286199" y="790590"/>
                  </a:lnTo>
                  <a:lnTo>
                    <a:pt x="333459" y="806318"/>
                  </a:lnTo>
                  <a:lnTo>
                    <a:pt x="382969" y="817865"/>
                  </a:lnTo>
                  <a:lnTo>
                    <a:pt x="434433" y="824978"/>
                  </a:lnTo>
                  <a:lnTo>
                    <a:pt x="487552" y="827404"/>
                  </a:lnTo>
                  <a:lnTo>
                    <a:pt x="540694" y="824978"/>
                  </a:lnTo>
                  <a:lnTo>
                    <a:pt x="592174" y="817865"/>
                  </a:lnTo>
                  <a:lnTo>
                    <a:pt x="641695" y="806318"/>
                  </a:lnTo>
                  <a:lnTo>
                    <a:pt x="688961" y="790590"/>
                  </a:lnTo>
                  <a:lnTo>
                    <a:pt x="733674" y="770932"/>
                  </a:lnTo>
                  <a:lnTo>
                    <a:pt x="775538" y="747596"/>
                  </a:lnTo>
                  <a:lnTo>
                    <a:pt x="814255" y="720834"/>
                  </a:lnTo>
                  <a:lnTo>
                    <a:pt x="849530" y="690897"/>
                  </a:lnTo>
                  <a:lnTo>
                    <a:pt x="881065" y="658039"/>
                  </a:lnTo>
                  <a:lnTo>
                    <a:pt x="908562" y="622511"/>
                  </a:lnTo>
                  <a:lnTo>
                    <a:pt x="931726" y="584565"/>
                  </a:lnTo>
                  <a:lnTo>
                    <a:pt x="950259" y="544453"/>
                  </a:lnTo>
                  <a:lnTo>
                    <a:pt x="963865" y="502426"/>
                  </a:lnTo>
                  <a:lnTo>
                    <a:pt x="972246" y="458737"/>
                  </a:lnTo>
                  <a:lnTo>
                    <a:pt x="975106" y="413638"/>
                  </a:lnTo>
                  <a:lnTo>
                    <a:pt x="972246" y="368563"/>
                  </a:lnTo>
                  <a:lnTo>
                    <a:pt x="963865" y="324895"/>
                  </a:lnTo>
                  <a:lnTo>
                    <a:pt x="950259" y="282886"/>
                  </a:lnTo>
                  <a:lnTo>
                    <a:pt x="931726" y="242789"/>
                  </a:lnTo>
                  <a:lnTo>
                    <a:pt x="908562" y="204855"/>
                  </a:lnTo>
                  <a:lnTo>
                    <a:pt x="881065" y="169337"/>
                  </a:lnTo>
                  <a:lnTo>
                    <a:pt x="849530" y="136487"/>
                  </a:lnTo>
                  <a:lnTo>
                    <a:pt x="814255" y="106558"/>
                  </a:lnTo>
                  <a:lnTo>
                    <a:pt x="775538" y="79800"/>
                  </a:lnTo>
                  <a:lnTo>
                    <a:pt x="733674" y="56467"/>
                  </a:lnTo>
                  <a:lnTo>
                    <a:pt x="688961" y="36812"/>
                  </a:lnTo>
                  <a:lnTo>
                    <a:pt x="641695" y="21085"/>
                  </a:lnTo>
                  <a:lnTo>
                    <a:pt x="592174" y="9539"/>
                  </a:lnTo>
                  <a:lnTo>
                    <a:pt x="540694" y="2426"/>
                  </a:lnTo>
                  <a:lnTo>
                    <a:pt x="487552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29485" y="4905247"/>
              <a:ext cx="975360" cy="827405"/>
            </a:xfrm>
            <a:custGeom>
              <a:avLst/>
              <a:gdLst/>
              <a:ahLst/>
              <a:cxnLst/>
              <a:rect l="l" t="t" r="r" b="b"/>
              <a:pathLst>
                <a:path w="975360" h="827404">
                  <a:moveTo>
                    <a:pt x="0" y="413638"/>
                  </a:moveTo>
                  <a:lnTo>
                    <a:pt x="2861" y="368563"/>
                  </a:lnTo>
                  <a:lnTo>
                    <a:pt x="11246" y="324895"/>
                  </a:lnTo>
                  <a:lnTo>
                    <a:pt x="24858" y="282886"/>
                  </a:lnTo>
                  <a:lnTo>
                    <a:pt x="43399" y="242789"/>
                  </a:lnTo>
                  <a:lnTo>
                    <a:pt x="66571" y="204855"/>
                  </a:lnTo>
                  <a:lnTo>
                    <a:pt x="94077" y="169337"/>
                  </a:lnTo>
                  <a:lnTo>
                    <a:pt x="125619" y="136487"/>
                  </a:lnTo>
                  <a:lnTo>
                    <a:pt x="160900" y="106558"/>
                  </a:lnTo>
                  <a:lnTo>
                    <a:pt x="199622" y="79800"/>
                  </a:lnTo>
                  <a:lnTo>
                    <a:pt x="241488" y="56467"/>
                  </a:lnTo>
                  <a:lnTo>
                    <a:pt x="286199" y="36812"/>
                  </a:lnTo>
                  <a:lnTo>
                    <a:pt x="333459" y="21085"/>
                  </a:lnTo>
                  <a:lnTo>
                    <a:pt x="382969" y="9539"/>
                  </a:lnTo>
                  <a:lnTo>
                    <a:pt x="434433" y="2426"/>
                  </a:lnTo>
                  <a:lnTo>
                    <a:pt x="487552" y="0"/>
                  </a:lnTo>
                  <a:lnTo>
                    <a:pt x="540694" y="2426"/>
                  </a:lnTo>
                  <a:lnTo>
                    <a:pt x="592174" y="9539"/>
                  </a:lnTo>
                  <a:lnTo>
                    <a:pt x="641695" y="21085"/>
                  </a:lnTo>
                  <a:lnTo>
                    <a:pt x="688961" y="36812"/>
                  </a:lnTo>
                  <a:lnTo>
                    <a:pt x="733674" y="56467"/>
                  </a:lnTo>
                  <a:lnTo>
                    <a:pt x="775538" y="79800"/>
                  </a:lnTo>
                  <a:lnTo>
                    <a:pt x="814255" y="106558"/>
                  </a:lnTo>
                  <a:lnTo>
                    <a:pt x="849530" y="136487"/>
                  </a:lnTo>
                  <a:lnTo>
                    <a:pt x="881065" y="169337"/>
                  </a:lnTo>
                  <a:lnTo>
                    <a:pt x="908562" y="204855"/>
                  </a:lnTo>
                  <a:lnTo>
                    <a:pt x="931726" y="242789"/>
                  </a:lnTo>
                  <a:lnTo>
                    <a:pt x="950259" y="282886"/>
                  </a:lnTo>
                  <a:lnTo>
                    <a:pt x="963865" y="324895"/>
                  </a:lnTo>
                  <a:lnTo>
                    <a:pt x="972246" y="368563"/>
                  </a:lnTo>
                  <a:lnTo>
                    <a:pt x="975106" y="413638"/>
                  </a:lnTo>
                  <a:lnTo>
                    <a:pt x="972246" y="458737"/>
                  </a:lnTo>
                  <a:lnTo>
                    <a:pt x="963865" y="502426"/>
                  </a:lnTo>
                  <a:lnTo>
                    <a:pt x="950259" y="544453"/>
                  </a:lnTo>
                  <a:lnTo>
                    <a:pt x="931726" y="584565"/>
                  </a:lnTo>
                  <a:lnTo>
                    <a:pt x="908562" y="622511"/>
                  </a:lnTo>
                  <a:lnTo>
                    <a:pt x="881065" y="658039"/>
                  </a:lnTo>
                  <a:lnTo>
                    <a:pt x="849530" y="690897"/>
                  </a:lnTo>
                  <a:lnTo>
                    <a:pt x="814255" y="720834"/>
                  </a:lnTo>
                  <a:lnTo>
                    <a:pt x="775538" y="747596"/>
                  </a:lnTo>
                  <a:lnTo>
                    <a:pt x="733674" y="770932"/>
                  </a:lnTo>
                  <a:lnTo>
                    <a:pt x="688961" y="790590"/>
                  </a:lnTo>
                  <a:lnTo>
                    <a:pt x="641695" y="806318"/>
                  </a:lnTo>
                  <a:lnTo>
                    <a:pt x="592174" y="817865"/>
                  </a:lnTo>
                  <a:lnTo>
                    <a:pt x="540694" y="824978"/>
                  </a:lnTo>
                  <a:lnTo>
                    <a:pt x="487552" y="827404"/>
                  </a:lnTo>
                  <a:lnTo>
                    <a:pt x="434433" y="824978"/>
                  </a:lnTo>
                  <a:lnTo>
                    <a:pt x="382969" y="817865"/>
                  </a:lnTo>
                  <a:lnTo>
                    <a:pt x="333459" y="806318"/>
                  </a:lnTo>
                  <a:lnTo>
                    <a:pt x="286199" y="790590"/>
                  </a:lnTo>
                  <a:lnTo>
                    <a:pt x="241488" y="770932"/>
                  </a:lnTo>
                  <a:lnTo>
                    <a:pt x="199622" y="747596"/>
                  </a:lnTo>
                  <a:lnTo>
                    <a:pt x="160900" y="720834"/>
                  </a:lnTo>
                  <a:lnTo>
                    <a:pt x="125619" y="690897"/>
                  </a:lnTo>
                  <a:lnTo>
                    <a:pt x="94077" y="658039"/>
                  </a:lnTo>
                  <a:lnTo>
                    <a:pt x="66571" y="622511"/>
                  </a:lnTo>
                  <a:lnTo>
                    <a:pt x="43399" y="584565"/>
                  </a:lnTo>
                  <a:lnTo>
                    <a:pt x="24858" y="544453"/>
                  </a:lnTo>
                  <a:lnTo>
                    <a:pt x="11246" y="502426"/>
                  </a:lnTo>
                  <a:lnTo>
                    <a:pt x="2861" y="458737"/>
                  </a:lnTo>
                  <a:lnTo>
                    <a:pt x="0" y="413638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72944" y="5138166"/>
            <a:ext cx="4870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4F8FA"/>
                </a:solidFill>
                <a:latin typeface="Calibri"/>
                <a:cs typeface="Calibri"/>
              </a:rPr>
              <a:t>AZ</a:t>
            </a:r>
            <a:r>
              <a:rPr sz="2000" b="1" spc="-1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000" b="1" spc="-60" dirty="0">
                <a:solidFill>
                  <a:srgbClr val="F4F8FA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10965" y="4898897"/>
            <a:ext cx="988060" cy="840105"/>
            <a:chOff x="3410965" y="4898897"/>
            <a:chExt cx="988060" cy="840105"/>
          </a:xfrm>
        </p:grpSpPr>
        <p:sp>
          <p:nvSpPr>
            <p:cNvPr id="14" name="object 14"/>
            <p:cNvSpPr/>
            <p:nvPr/>
          </p:nvSpPr>
          <p:spPr>
            <a:xfrm>
              <a:off x="3417315" y="4905247"/>
              <a:ext cx="975360" cy="827405"/>
            </a:xfrm>
            <a:custGeom>
              <a:avLst/>
              <a:gdLst/>
              <a:ahLst/>
              <a:cxnLst/>
              <a:rect l="l" t="t" r="r" b="b"/>
              <a:pathLst>
                <a:path w="975360" h="827404">
                  <a:moveTo>
                    <a:pt x="487553" y="0"/>
                  </a:moveTo>
                  <a:lnTo>
                    <a:pt x="434433" y="2426"/>
                  </a:lnTo>
                  <a:lnTo>
                    <a:pt x="382969" y="9539"/>
                  </a:lnTo>
                  <a:lnTo>
                    <a:pt x="333459" y="21085"/>
                  </a:lnTo>
                  <a:lnTo>
                    <a:pt x="286199" y="36812"/>
                  </a:lnTo>
                  <a:lnTo>
                    <a:pt x="241488" y="56467"/>
                  </a:lnTo>
                  <a:lnTo>
                    <a:pt x="199622" y="79800"/>
                  </a:lnTo>
                  <a:lnTo>
                    <a:pt x="160900" y="106558"/>
                  </a:lnTo>
                  <a:lnTo>
                    <a:pt x="125619" y="136487"/>
                  </a:lnTo>
                  <a:lnTo>
                    <a:pt x="94077" y="169337"/>
                  </a:lnTo>
                  <a:lnTo>
                    <a:pt x="66571" y="204855"/>
                  </a:lnTo>
                  <a:lnTo>
                    <a:pt x="43399" y="242789"/>
                  </a:lnTo>
                  <a:lnTo>
                    <a:pt x="24858" y="282886"/>
                  </a:lnTo>
                  <a:lnTo>
                    <a:pt x="11246" y="324895"/>
                  </a:lnTo>
                  <a:lnTo>
                    <a:pt x="2861" y="368563"/>
                  </a:lnTo>
                  <a:lnTo>
                    <a:pt x="0" y="413638"/>
                  </a:lnTo>
                  <a:lnTo>
                    <a:pt x="2861" y="458737"/>
                  </a:lnTo>
                  <a:lnTo>
                    <a:pt x="11246" y="502426"/>
                  </a:lnTo>
                  <a:lnTo>
                    <a:pt x="24858" y="544453"/>
                  </a:lnTo>
                  <a:lnTo>
                    <a:pt x="43399" y="584565"/>
                  </a:lnTo>
                  <a:lnTo>
                    <a:pt x="66571" y="622511"/>
                  </a:lnTo>
                  <a:lnTo>
                    <a:pt x="94077" y="658039"/>
                  </a:lnTo>
                  <a:lnTo>
                    <a:pt x="125619" y="690897"/>
                  </a:lnTo>
                  <a:lnTo>
                    <a:pt x="160900" y="720834"/>
                  </a:lnTo>
                  <a:lnTo>
                    <a:pt x="199622" y="747596"/>
                  </a:lnTo>
                  <a:lnTo>
                    <a:pt x="241488" y="770932"/>
                  </a:lnTo>
                  <a:lnTo>
                    <a:pt x="286199" y="790590"/>
                  </a:lnTo>
                  <a:lnTo>
                    <a:pt x="333459" y="806318"/>
                  </a:lnTo>
                  <a:lnTo>
                    <a:pt x="382969" y="817865"/>
                  </a:lnTo>
                  <a:lnTo>
                    <a:pt x="434433" y="824978"/>
                  </a:lnTo>
                  <a:lnTo>
                    <a:pt x="487553" y="827404"/>
                  </a:lnTo>
                  <a:lnTo>
                    <a:pt x="540672" y="824978"/>
                  </a:lnTo>
                  <a:lnTo>
                    <a:pt x="592136" y="817865"/>
                  </a:lnTo>
                  <a:lnTo>
                    <a:pt x="641646" y="806318"/>
                  </a:lnTo>
                  <a:lnTo>
                    <a:pt x="688906" y="790590"/>
                  </a:lnTo>
                  <a:lnTo>
                    <a:pt x="733617" y="770932"/>
                  </a:lnTo>
                  <a:lnTo>
                    <a:pt x="775483" y="747596"/>
                  </a:lnTo>
                  <a:lnTo>
                    <a:pt x="814205" y="720834"/>
                  </a:lnTo>
                  <a:lnTo>
                    <a:pt x="849486" y="690897"/>
                  </a:lnTo>
                  <a:lnTo>
                    <a:pt x="881028" y="658039"/>
                  </a:lnTo>
                  <a:lnTo>
                    <a:pt x="908534" y="622511"/>
                  </a:lnTo>
                  <a:lnTo>
                    <a:pt x="931706" y="584565"/>
                  </a:lnTo>
                  <a:lnTo>
                    <a:pt x="950247" y="544453"/>
                  </a:lnTo>
                  <a:lnTo>
                    <a:pt x="963859" y="502426"/>
                  </a:lnTo>
                  <a:lnTo>
                    <a:pt x="972244" y="458737"/>
                  </a:lnTo>
                  <a:lnTo>
                    <a:pt x="975106" y="413638"/>
                  </a:lnTo>
                  <a:lnTo>
                    <a:pt x="972244" y="368563"/>
                  </a:lnTo>
                  <a:lnTo>
                    <a:pt x="963859" y="324895"/>
                  </a:lnTo>
                  <a:lnTo>
                    <a:pt x="950247" y="282886"/>
                  </a:lnTo>
                  <a:lnTo>
                    <a:pt x="931706" y="242789"/>
                  </a:lnTo>
                  <a:lnTo>
                    <a:pt x="908534" y="204855"/>
                  </a:lnTo>
                  <a:lnTo>
                    <a:pt x="881028" y="169337"/>
                  </a:lnTo>
                  <a:lnTo>
                    <a:pt x="849486" y="136487"/>
                  </a:lnTo>
                  <a:lnTo>
                    <a:pt x="814205" y="106558"/>
                  </a:lnTo>
                  <a:lnTo>
                    <a:pt x="775483" y="79800"/>
                  </a:lnTo>
                  <a:lnTo>
                    <a:pt x="733617" y="56467"/>
                  </a:lnTo>
                  <a:lnTo>
                    <a:pt x="688906" y="36812"/>
                  </a:lnTo>
                  <a:lnTo>
                    <a:pt x="641646" y="21085"/>
                  </a:lnTo>
                  <a:lnTo>
                    <a:pt x="592136" y="9539"/>
                  </a:lnTo>
                  <a:lnTo>
                    <a:pt x="540672" y="2426"/>
                  </a:lnTo>
                  <a:lnTo>
                    <a:pt x="487553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17315" y="4905247"/>
              <a:ext cx="975360" cy="827405"/>
            </a:xfrm>
            <a:custGeom>
              <a:avLst/>
              <a:gdLst/>
              <a:ahLst/>
              <a:cxnLst/>
              <a:rect l="l" t="t" r="r" b="b"/>
              <a:pathLst>
                <a:path w="975360" h="827404">
                  <a:moveTo>
                    <a:pt x="0" y="413638"/>
                  </a:moveTo>
                  <a:lnTo>
                    <a:pt x="2861" y="368563"/>
                  </a:lnTo>
                  <a:lnTo>
                    <a:pt x="11246" y="324895"/>
                  </a:lnTo>
                  <a:lnTo>
                    <a:pt x="24858" y="282886"/>
                  </a:lnTo>
                  <a:lnTo>
                    <a:pt x="43399" y="242789"/>
                  </a:lnTo>
                  <a:lnTo>
                    <a:pt x="66571" y="204855"/>
                  </a:lnTo>
                  <a:lnTo>
                    <a:pt x="94077" y="169337"/>
                  </a:lnTo>
                  <a:lnTo>
                    <a:pt x="125619" y="136487"/>
                  </a:lnTo>
                  <a:lnTo>
                    <a:pt x="160900" y="106558"/>
                  </a:lnTo>
                  <a:lnTo>
                    <a:pt x="199622" y="79800"/>
                  </a:lnTo>
                  <a:lnTo>
                    <a:pt x="241488" y="56467"/>
                  </a:lnTo>
                  <a:lnTo>
                    <a:pt x="286199" y="36812"/>
                  </a:lnTo>
                  <a:lnTo>
                    <a:pt x="333459" y="21085"/>
                  </a:lnTo>
                  <a:lnTo>
                    <a:pt x="382969" y="9539"/>
                  </a:lnTo>
                  <a:lnTo>
                    <a:pt x="434433" y="2426"/>
                  </a:lnTo>
                  <a:lnTo>
                    <a:pt x="487553" y="0"/>
                  </a:lnTo>
                  <a:lnTo>
                    <a:pt x="540672" y="2426"/>
                  </a:lnTo>
                  <a:lnTo>
                    <a:pt x="592136" y="9539"/>
                  </a:lnTo>
                  <a:lnTo>
                    <a:pt x="641646" y="21085"/>
                  </a:lnTo>
                  <a:lnTo>
                    <a:pt x="688906" y="36812"/>
                  </a:lnTo>
                  <a:lnTo>
                    <a:pt x="733617" y="56467"/>
                  </a:lnTo>
                  <a:lnTo>
                    <a:pt x="775483" y="79800"/>
                  </a:lnTo>
                  <a:lnTo>
                    <a:pt x="814205" y="106558"/>
                  </a:lnTo>
                  <a:lnTo>
                    <a:pt x="849486" y="136487"/>
                  </a:lnTo>
                  <a:lnTo>
                    <a:pt x="881028" y="169337"/>
                  </a:lnTo>
                  <a:lnTo>
                    <a:pt x="908534" y="204855"/>
                  </a:lnTo>
                  <a:lnTo>
                    <a:pt x="931706" y="242789"/>
                  </a:lnTo>
                  <a:lnTo>
                    <a:pt x="950247" y="282886"/>
                  </a:lnTo>
                  <a:lnTo>
                    <a:pt x="963859" y="324895"/>
                  </a:lnTo>
                  <a:lnTo>
                    <a:pt x="972244" y="368563"/>
                  </a:lnTo>
                  <a:lnTo>
                    <a:pt x="975106" y="413638"/>
                  </a:lnTo>
                  <a:lnTo>
                    <a:pt x="972244" y="458737"/>
                  </a:lnTo>
                  <a:lnTo>
                    <a:pt x="963859" y="502426"/>
                  </a:lnTo>
                  <a:lnTo>
                    <a:pt x="950247" y="544453"/>
                  </a:lnTo>
                  <a:lnTo>
                    <a:pt x="931706" y="584565"/>
                  </a:lnTo>
                  <a:lnTo>
                    <a:pt x="908534" y="622511"/>
                  </a:lnTo>
                  <a:lnTo>
                    <a:pt x="881028" y="658039"/>
                  </a:lnTo>
                  <a:lnTo>
                    <a:pt x="849486" y="690897"/>
                  </a:lnTo>
                  <a:lnTo>
                    <a:pt x="814205" y="720834"/>
                  </a:lnTo>
                  <a:lnTo>
                    <a:pt x="775483" y="747596"/>
                  </a:lnTo>
                  <a:lnTo>
                    <a:pt x="733617" y="770932"/>
                  </a:lnTo>
                  <a:lnTo>
                    <a:pt x="688906" y="790590"/>
                  </a:lnTo>
                  <a:lnTo>
                    <a:pt x="641646" y="806318"/>
                  </a:lnTo>
                  <a:lnTo>
                    <a:pt x="592136" y="817865"/>
                  </a:lnTo>
                  <a:lnTo>
                    <a:pt x="540672" y="824978"/>
                  </a:lnTo>
                  <a:lnTo>
                    <a:pt x="487553" y="827404"/>
                  </a:lnTo>
                  <a:lnTo>
                    <a:pt x="434433" y="824978"/>
                  </a:lnTo>
                  <a:lnTo>
                    <a:pt x="382969" y="817865"/>
                  </a:lnTo>
                  <a:lnTo>
                    <a:pt x="333459" y="806318"/>
                  </a:lnTo>
                  <a:lnTo>
                    <a:pt x="286199" y="790590"/>
                  </a:lnTo>
                  <a:lnTo>
                    <a:pt x="241488" y="770932"/>
                  </a:lnTo>
                  <a:lnTo>
                    <a:pt x="199622" y="747596"/>
                  </a:lnTo>
                  <a:lnTo>
                    <a:pt x="160900" y="720834"/>
                  </a:lnTo>
                  <a:lnTo>
                    <a:pt x="125619" y="690897"/>
                  </a:lnTo>
                  <a:lnTo>
                    <a:pt x="94077" y="658039"/>
                  </a:lnTo>
                  <a:lnTo>
                    <a:pt x="66571" y="622511"/>
                  </a:lnTo>
                  <a:lnTo>
                    <a:pt x="43399" y="584565"/>
                  </a:lnTo>
                  <a:lnTo>
                    <a:pt x="24858" y="544453"/>
                  </a:lnTo>
                  <a:lnTo>
                    <a:pt x="11246" y="502426"/>
                  </a:lnTo>
                  <a:lnTo>
                    <a:pt x="2861" y="458737"/>
                  </a:lnTo>
                  <a:lnTo>
                    <a:pt x="0" y="413638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660775" y="5138166"/>
            <a:ext cx="4870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4F8FA"/>
                </a:solidFill>
                <a:latin typeface="Calibri"/>
                <a:cs typeface="Calibri"/>
              </a:rPr>
              <a:t>AZ</a:t>
            </a:r>
            <a:r>
              <a:rPr sz="2000" b="1" spc="-1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000" b="1" spc="-60" dirty="0">
                <a:solidFill>
                  <a:srgbClr val="F4F8FA"/>
                </a:solidFill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368540" y="3300857"/>
            <a:ext cx="2905125" cy="2879725"/>
            <a:chOff x="7368540" y="3300857"/>
            <a:chExt cx="2905125" cy="2879725"/>
          </a:xfrm>
        </p:grpSpPr>
        <p:sp>
          <p:nvSpPr>
            <p:cNvPr id="18" name="object 18"/>
            <p:cNvSpPr/>
            <p:nvPr/>
          </p:nvSpPr>
          <p:spPr>
            <a:xfrm>
              <a:off x="7374890" y="3307207"/>
              <a:ext cx="2892425" cy="2867025"/>
            </a:xfrm>
            <a:custGeom>
              <a:avLst/>
              <a:gdLst/>
              <a:ahLst/>
              <a:cxnLst/>
              <a:rect l="l" t="t" r="r" b="b"/>
              <a:pathLst>
                <a:path w="2892425" h="2867025">
                  <a:moveTo>
                    <a:pt x="1446021" y="0"/>
                  </a:moveTo>
                  <a:lnTo>
                    <a:pt x="1397322" y="797"/>
                  </a:lnTo>
                  <a:lnTo>
                    <a:pt x="1349026" y="3173"/>
                  </a:lnTo>
                  <a:lnTo>
                    <a:pt x="1301158" y="7103"/>
                  </a:lnTo>
                  <a:lnTo>
                    <a:pt x="1253743" y="12561"/>
                  </a:lnTo>
                  <a:lnTo>
                    <a:pt x="1206808" y="19523"/>
                  </a:lnTo>
                  <a:lnTo>
                    <a:pt x="1160376" y="27963"/>
                  </a:lnTo>
                  <a:lnTo>
                    <a:pt x="1114474" y="37855"/>
                  </a:lnTo>
                  <a:lnTo>
                    <a:pt x="1069128" y="49177"/>
                  </a:lnTo>
                  <a:lnTo>
                    <a:pt x="1024361" y="61901"/>
                  </a:lnTo>
                  <a:lnTo>
                    <a:pt x="980199" y="76003"/>
                  </a:lnTo>
                  <a:lnTo>
                    <a:pt x="936669" y="91458"/>
                  </a:lnTo>
                  <a:lnTo>
                    <a:pt x="893794" y="108240"/>
                  </a:lnTo>
                  <a:lnTo>
                    <a:pt x="851601" y="126326"/>
                  </a:lnTo>
                  <a:lnTo>
                    <a:pt x="810115" y="145689"/>
                  </a:lnTo>
                  <a:lnTo>
                    <a:pt x="769361" y="166304"/>
                  </a:lnTo>
                  <a:lnTo>
                    <a:pt x="729364" y="188148"/>
                  </a:lnTo>
                  <a:lnTo>
                    <a:pt x="690150" y="211193"/>
                  </a:lnTo>
                  <a:lnTo>
                    <a:pt x="651743" y="235416"/>
                  </a:lnTo>
                  <a:lnTo>
                    <a:pt x="614170" y="260791"/>
                  </a:lnTo>
                  <a:lnTo>
                    <a:pt x="577456" y="287293"/>
                  </a:lnTo>
                  <a:lnTo>
                    <a:pt x="541625" y="314898"/>
                  </a:lnTo>
                  <a:lnTo>
                    <a:pt x="506704" y="343579"/>
                  </a:lnTo>
                  <a:lnTo>
                    <a:pt x="472717" y="373312"/>
                  </a:lnTo>
                  <a:lnTo>
                    <a:pt x="439690" y="404072"/>
                  </a:lnTo>
                  <a:lnTo>
                    <a:pt x="407648" y="435834"/>
                  </a:lnTo>
                  <a:lnTo>
                    <a:pt x="376617" y="468573"/>
                  </a:lnTo>
                  <a:lnTo>
                    <a:pt x="346621" y="502263"/>
                  </a:lnTo>
                  <a:lnTo>
                    <a:pt x="317687" y="536880"/>
                  </a:lnTo>
                  <a:lnTo>
                    <a:pt x="289839" y="572398"/>
                  </a:lnTo>
                  <a:lnTo>
                    <a:pt x="263102" y="608793"/>
                  </a:lnTo>
                  <a:lnTo>
                    <a:pt x="237503" y="646039"/>
                  </a:lnTo>
                  <a:lnTo>
                    <a:pt x="213066" y="684111"/>
                  </a:lnTo>
                  <a:lnTo>
                    <a:pt x="189816" y="722984"/>
                  </a:lnTo>
                  <a:lnTo>
                    <a:pt x="167780" y="762633"/>
                  </a:lnTo>
                  <a:lnTo>
                    <a:pt x="146982" y="803034"/>
                  </a:lnTo>
                  <a:lnTo>
                    <a:pt x="127447" y="844160"/>
                  </a:lnTo>
                  <a:lnTo>
                    <a:pt x="109201" y="885987"/>
                  </a:lnTo>
                  <a:lnTo>
                    <a:pt x="92270" y="928490"/>
                  </a:lnTo>
                  <a:lnTo>
                    <a:pt x="76678" y="971644"/>
                  </a:lnTo>
                  <a:lnTo>
                    <a:pt x="62451" y="1015423"/>
                  </a:lnTo>
                  <a:lnTo>
                    <a:pt x="49614" y="1059802"/>
                  </a:lnTo>
                  <a:lnTo>
                    <a:pt x="38192" y="1104757"/>
                  </a:lnTo>
                  <a:lnTo>
                    <a:pt x="28211" y="1150263"/>
                  </a:lnTo>
                  <a:lnTo>
                    <a:pt x="19696" y="1196293"/>
                  </a:lnTo>
                  <a:lnTo>
                    <a:pt x="12673" y="1242824"/>
                  </a:lnTo>
                  <a:lnTo>
                    <a:pt x="7166" y="1289830"/>
                  </a:lnTo>
                  <a:lnTo>
                    <a:pt x="3202" y="1337286"/>
                  </a:lnTo>
                  <a:lnTo>
                    <a:pt x="804" y="1385168"/>
                  </a:lnTo>
                  <a:lnTo>
                    <a:pt x="0" y="1433448"/>
                  </a:lnTo>
                  <a:lnTo>
                    <a:pt x="804" y="1481729"/>
                  </a:lnTo>
                  <a:lnTo>
                    <a:pt x="3202" y="1529611"/>
                  </a:lnTo>
                  <a:lnTo>
                    <a:pt x="7166" y="1577067"/>
                  </a:lnTo>
                  <a:lnTo>
                    <a:pt x="12673" y="1624073"/>
                  </a:lnTo>
                  <a:lnTo>
                    <a:pt x="19696" y="1670604"/>
                  </a:lnTo>
                  <a:lnTo>
                    <a:pt x="28211" y="1716635"/>
                  </a:lnTo>
                  <a:lnTo>
                    <a:pt x="38192" y="1762141"/>
                  </a:lnTo>
                  <a:lnTo>
                    <a:pt x="49614" y="1807097"/>
                  </a:lnTo>
                  <a:lnTo>
                    <a:pt x="62451" y="1851477"/>
                  </a:lnTo>
                  <a:lnTo>
                    <a:pt x="76678" y="1895256"/>
                  </a:lnTo>
                  <a:lnTo>
                    <a:pt x="92270" y="1938410"/>
                  </a:lnTo>
                  <a:lnTo>
                    <a:pt x="109201" y="1980914"/>
                  </a:lnTo>
                  <a:lnTo>
                    <a:pt x="127447" y="2022741"/>
                  </a:lnTo>
                  <a:lnTo>
                    <a:pt x="146982" y="2063868"/>
                  </a:lnTo>
                  <a:lnTo>
                    <a:pt x="167780" y="2104269"/>
                  </a:lnTo>
                  <a:lnTo>
                    <a:pt x="189816" y="2143919"/>
                  </a:lnTo>
                  <a:lnTo>
                    <a:pt x="213066" y="2182793"/>
                  </a:lnTo>
                  <a:lnTo>
                    <a:pt x="237503" y="2220866"/>
                  </a:lnTo>
                  <a:lnTo>
                    <a:pt x="263102" y="2258113"/>
                  </a:lnTo>
                  <a:lnTo>
                    <a:pt x="289839" y="2294508"/>
                  </a:lnTo>
                  <a:lnTo>
                    <a:pt x="317687" y="2330027"/>
                  </a:lnTo>
                  <a:lnTo>
                    <a:pt x="346621" y="2364645"/>
                  </a:lnTo>
                  <a:lnTo>
                    <a:pt x="376617" y="2398336"/>
                  </a:lnTo>
                  <a:lnTo>
                    <a:pt x="407648" y="2431075"/>
                  </a:lnTo>
                  <a:lnTo>
                    <a:pt x="439690" y="2462838"/>
                  </a:lnTo>
                  <a:lnTo>
                    <a:pt x="472717" y="2493599"/>
                  </a:lnTo>
                  <a:lnTo>
                    <a:pt x="506704" y="2523333"/>
                  </a:lnTo>
                  <a:lnTo>
                    <a:pt x="541625" y="2552015"/>
                  </a:lnTo>
                  <a:lnTo>
                    <a:pt x="577456" y="2579620"/>
                  </a:lnTo>
                  <a:lnTo>
                    <a:pt x="614170" y="2606123"/>
                  </a:lnTo>
                  <a:lnTo>
                    <a:pt x="651743" y="2631499"/>
                  </a:lnTo>
                  <a:lnTo>
                    <a:pt x="690150" y="2655722"/>
                  </a:lnTo>
                  <a:lnTo>
                    <a:pt x="729364" y="2678768"/>
                  </a:lnTo>
                  <a:lnTo>
                    <a:pt x="769361" y="2700612"/>
                  </a:lnTo>
                  <a:lnTo>
                    <a:pt x="810115" y="2721229"/>
                  </a:lnTo>
                  <a:lnTo>
                    <a:pt x="851601" y="2740592"/>
                  </a:lnTo>
                  <a:lnTo>
                    <a:pt x="893794" y="2758678"/>
                  </a:lnTo>
                  <a:lnTo>
                    <a:pt x="936669" y="2775462"/>
                  </a:lnTo>
                  <a:lnTo>
                    <a:pt x="980199" y="2790917"/>
                  </a:lnTo>
                  <a:lnTo>
                    <a:pt x="1024361" y="2805019"/>
                  </a:lnTo>
                  <a:lnTo>
                    <a:pt x="1069128" y="2817744"/>
                  </a:lnTo>
                  <a:lnTo>
                    <a:pt x="1114474" y="2829065"/>
                  </a:lnTo>
                  <a:lnTo>
                    <a:pt x="1160376" y="2838959"/>
                  </a:lnTo>
                  <a:lnTo>
                    <a:pt x="1206808" y="2847399"/>
                  </a:lnTo>
                  <a:lnTo>
                    <a:pt x="1253743" y="2854361"/>
                  </a:lnTo>
                  <a:lnTo>
                    <a:pt x="1301158" y="2859819"/>
                  </a:lnTo>
                  <a:lnTo>
                    <a:pt x="1349026" y="2863749"/>
                  </a:lnTo>
                  <a:lnTo>
                    <a:pt x="1397322" y="2866125"/>
                  </a:lnTo>
                  <a:lnTo>
                    <a:pt x="1446021" y="2866923"/>
                  </a:lnTo>
                  <a:lnTo>
                    <a:pt x="1494728" y="2866125"/>
                  </a:lnTo>
                  <a:lnTo>
                    <a:pt x="1543032" y="2863749"/>
                  </a:lnTo>
                  <a:lnTo>
                    <a:pt x="1590906" y="2859819"/>
                  </a:lnTo>
                  <a:lnTo>
                    <a:pt x="1638326" y="2854361"/>
                  </a:lnTo>
                  <a:lnTo>
                    <a:pt x="1685267" y="2847399"/>
                  </a:lnTo>
                  <a:lnTo>
                    <a:pt x="1731703" y="2838959"/>
                  </a:lnTo>
                  <a:lnTo>
                    <a:pt x="1777609" y="2829065"/>
                  </a:lnTo>
                  <a:lnTo>
                    <a:pt x="1822959" y="2817744"/>
                  </a:lnTo>
                  <a:lnTo>
                    <a:pt x="1867729" y="2805019"/>
                  </a:lnTo>
                  <a:lnTo>
                    <a:pt x="1911893" y="2790917"/>
                  </a:lnTo>
                  <a:lnTo>
                    <a:pt x="1955426" y="2775462"/>
                  </a:lnTo>
                  <a:lnTo>
                    <a:pt x="1998302" y="2758678"/>
                  </a:lnTo>
                  <a:lnTo>
                    <a:pt x="2040496" y="2740592"/>
                  </a:lnTo>
                  <a:lnTo>
                    <a:pt x="2081983" y="2721229"/>
                  </a:lnTo>
                  <a:lnTo>
                    <a:pt x="2122738" y="2700612"/>
                  </a:lnTo>
                  <a:lnTo>
                    <a:pt x="2162736" y="2678768"/>
                  </a:lnTo>
                  <a:lnTo>
                    <a:pt x="2201950" y="2655722"/>
                  </a:lnTo>
                  <a:lnTo>
                    <a:pt x="2240356" y="2631499"/>
                  </a:lnTo>
                  <a:lnTo>
                    <a:pt x="2277928" y="2606123"/>
                  </a:lnTo>
                  <a:lnTo>
                    <a:pt x="2314642" y="2579620"/>
                  </a:lnTo>
                  <a:lnTo>
                    <a:pt x="2350471" y="2552015"/>
                  </a:lnTo>
                  <a:lnTo>
                    <a:pt x="2385391" y="2523333"/>
                  </a:lnTo>
                  <a:lnTo>
                    <a:pt x="2419376" y="2493599"/>
                  </a:lnTo>
                  <a:lnTo>
                    <a:pt x="2452401" y="2462838"/>
                  </a:lnTo>
                  <a:lnTo>
                    <a:pt x="2484441" y="2431075"/>
                  </a:lnTo>
                  <a:lnTo>
                    <a:pt x="2515471" y="2398336"/>
                  </a:lnTo>
                  <a:lnTo>
                    <a:pt x="2545464" y="2364645"/>
                  </a:lnTo>
                  <a:lnTo>
                    <a:pt x="2574396" y="2330027"/>
                  </a:lnTo>
                  <a:lnTo>
                    <a:pt x="2602242" y="2294508"/>
                  </a:lnTo>
                  <a:lnTo>
                    <a:pt x="2628976" y="2258113"/>
                  </a:lnTo>
                  <a:lnTo>
                    <a:pt x="2654573" y="2220866"/>
                  </a:lnTo>
                  <a:lnTo>
                    <a:pt x="2679007" y="2182793"/>
                  </a:lnTo>
                  <a:lnTo>
                    <a:pt x="2702254" y="2143919"/>
                  </a:lnTo>
                  <a:lnTo>
                    <a:pt x="2724288" y="2104269"/>
                  </a:lnTo>
                  <a:lnTo>
                    <a:pt x="2745083" y="2063868"/>
                  </a:lnTo>
                  <a:lnTo>
                    <a:pt x="2764616" y="2022741"/>
                  </a:lnTo>
                  <a:lnTo>
                    <a:pt x="2782859" y="1980914"/>
                  </a:lnTo>
                  <a:lnTo>
                    <a:pt x="2799788" y="1938410"/>
                  </a:lnTo>
                  <a:lnTo>
                    <a:pt x="2815378" y="1895256"/>
                  </a:lnTo>
                  <a:lnTo>
                    <a:pt x="2829603" y="1851477"/>
                  </a:lnTo>
                  <a:lnTo>
                    <a:pt x="2842438" y="1807097"/>
                  </a:lnTo>
                  <a:lnTo>
                    <a:pt x="2853858" y="1762141"/>
                  </a:lnTo>
                  <a:lnTo>
                    <a:pt x="2863837" y="1716635"/>
                  </a:lnTo>
                  <a:lnTo>
                    <a:pt x="2872350" y="1670604"/>
                  </a:lnTo>
                  <a:lnTo>
                    <a:pt x="2879372" y="1624073"/>
                  </a:lnTo>
                  <a:lnTo>
                    <a:pt x="2884878" y="1577067"/>
                  </a:lnTo>
                  <a:lnTo>
                    <a:pt x="2888842" y="1529611"/>
                  </a:lnTo>
                  <a:lnTo>
                    <a:pt x="2891239" y="1481729"/>
                  </a:lnTo>
                  <a:lnTo>
                    <a:pt x="2892043" y="1433448"/>
                  </a:lnTo>
                  <a:lnTo>
                    <a:pt x="2891239" y="1385168"/>
                  </a:lnTo>
                  <a:lnTo>
                    <a:pt x="2888842" y="1337286"/>
                  </a:lnTo>
                  <a:lnTo>
                    <a:pt x="2884878" y="1289830"/>
                  </a:lnTo>
                  <a:lnTo>
                    <a:pt x="2879372" y="1242824"/>
                  </a:lnTo>
                  <a:lnTo>
                    <a:pt x="2872350" y="1196293"/>
                  </a:lnTo>
                  <a:lnTo>
                    <a:pt x="2863837" y="1150263"/>
                  </a:lnTo>
                  <a:lnTo>
                    <a:pt x="2853858" y="1104757"/>
                  </a:lnTo>
                  <a:lnTo>
                    <a:pt x="2842438" y="1059802"/>
                  </a:lnTo>
                  <a:lnTo>
                    <a:pt x="2829603" y="1015423"/>
                  </a:lnTo>
                  <a:lnTo>
                    <a:pt x="2815378" y="971644"/>
                  </a:lnTo>
                  <a:lnTo>
                    <a:pt x="2799788" y="928490"/>
                  </a:lnTo>
                  <a:lnTo>
                    <a:pt x="2782859" y="885987"/>
                  </a:lnTo>
                  <a:lnTo>
                    <a:pt x="2764616" y="844160"/>
                  </a:lnTo>
                  <a:lnTo>
                    <a:pt x="2745083" y="803034"/>
                  </a:lnTo>
                  <a:lnTo>
                    <a:pt x="2724288" y="762633"/>
                  </a:lnTo>
                  <a:lnTo>
                    <a:pt x="2702254" y="722984"/>
                  </a:lnTo>
                  <a:lnTo>
                    <a:pt x="2679007" y="684111"/>
                  </a:lnTo>
                  <a:lnTo>
                    <a:pt x="2654573" y="646039"/>
                  </a:lnTo>
                  <a:lnTo>
                    <a:pt x="2628976" y="608793"/>
                  </a:lnTo>
                  <a:lnTo>
                    <a:pt x="2602242" y="572398"/>
                  </a:lnTo>
                  <a:lnTo>
                    <a:pt x="2574396" y="536880"/>
                  </a:lnTo>
                  <a:lnTo>
                    <a:pt x="2545464" y="502263"/>
                  </a:lnTo>
                  <a:lnTo>
                    <a:pt x="2515471" y="468573"/>
                  </a:lnTo>
                  <a:lnTo>
                    <a:pt x="2484441" y="435834"/>
                  </a:lnTo>
                  <a:lnTo>
                    <a:pt x="2452401" y="404072"/>
                  </a:lnTo>
                  <a:lnTo>
                    <a:pt x="2419376" y="373312"/>
                  </a:lnTo>
                  <a:lnTo>
                    <a:pt x="2385391" y="343579"/>
                  </a:lnTo>
                  <a:lnTo>
                    <a:pt x="2350471" y="314898"/>
                  </a:lnTo>
                  <a:lnTo>
                    <a:pt x="2314642" y="287293"/>
                  </a:lnTo>
                  <a:lnTo>
                    <a:pt x="2277928" y="260791"/>
                  </a:lnTo>
                  <a:lnTo>
                    <a:pt x="2240356" y="235416"/>
                  </a:lnTo>
                  <a:lnTo>
                    <a:pt x="2201950" y="211193"/>
                  </a:lnTo>
                  <a:lnTo>
                    <a:pt x="2162736" y="188148"/>
                  </a:lnTo>
                  <a:lnTo>
                    <a:pt x="2122738" y="166304"/>
                  </a:lnTo>
                  <a:lnTo>
                    <a:pt x="2081983" y="145689"/>
                  </a:lnTo>
                  <a:lnTo>
                    <a:pt x="2040496" y="126326"/>
                  </a:lnTo>
                  <a:lnTo>
                    <a:pt x="1998302" y="108240"/>
                  </a:lnTo>
                  <a:lnTo>
                    <a:pt x="1955426" y="91458"/>
                  </a:lnTo>
                  <a:lnTo>
                    <a:pt x="1911893" y="76003"/>
                  </a:lnTo>
                  <a:lnTo>
                    <a:pt x="1867729" y="61901"/>
                  </a:lnTo>
                  <a:lnTo>
                    <a:pt x="1822959" y="49177"/>
                  </a:lnTo>
                  <a:lnTo>
                    <a:pt x="1777609" y="37855"/>
                  </a:lnTo>
                  <a:lnTo>
                    <a:pt x="1731703" y="27963"/>
                  </a:lnTo>
                  <a:lnTo>
                    <a:pt x="1685267" y="19523"/>
                  </a:lnTo>
                  <a:lnTo>
                    <a:pt x="1638326" y="12561"/>
                  </a:lnTo>
                  <a:lnTo>
                    <a:pt x="1590906" y="7103"/>
                  </a:lnTo>
                  <a:lnTo>
                    <a:pt x="1543032" y="3173"/>
                  </a:lnTo>
                  <a:lnTo>
                    <a:pt x="1494728" y="797"/>
                  </a:lnTo>
                  <a:lnTo>
                    <a:pt x="1446021" y="0"/>
                  </a:lnTo>
                  <a:close/>
                </a:path>
              </a:pathLst>
            </a:custGeom>
            <a:solidFill>
              <a:srgbClr val="00B7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74890" y="3307207"/>
              <a:ext cx="2892425" cy="2867025"/>
            </a:xfrm>
            <a:custGeom>
              <a:avLst/>
              <a:gdLst/>
              <a:ahLst/>
              <a:cxnLst/>
              <a:rect l="l" t="t" r="r" b="b"/>
              <a:pathLst>
                <a:path w="2892425" h="2867025">
                  <a:moveTo>
                    <a:pt x="0" y="1433448"/>
                  </a:moveTo>
                  <a:lnTo>
                    <a:pt x="804" y="1385168"/>
                  </a:lnTo>
                  <a:lnTo>
                    <a:pt x="3202" y="1337286"/>
                  </a:lnTo>
                  <a:lnTo>
                    <a:pt x="7166" y="1289830"/>
                  </a:lnTo>
                  <a:lnTo>
                    <a:pt x="12673" y="1242824"/>
                  </a:lnTo>
                  <a:lnTo>
                    <a:pt x="19696" y="1196293"/>
                  </a:lnTo>
                  <a:lnTo>
                    <a:pt x="28211" y="1150263"/>
                  </a:lnTo>
                  <a:lnTo>
                    <a:pt x="38192" y="1104757"/>
                  </a:lnTo>
                  <a:lnTo>
                    <a:pt x="49614" y="1059802"/>
                  </a:lnTo>
                  <a:lnTo>
                    <a:pt x="62451" y="1015423"/>
                  </a:lnTo>
                  <a:lnTo>
                    <a:pt x="76678" y="971644"/>
                  </a:lnTo>
                  <a:lnTo>
                    <a:pt x="92270" y="928490"/>
                  </a:lnTo>
                  <a:lnTo>
                    <a:pt x="109201" y="885987"/>
                  </a:lnTo>
                  <a:lnTo>
                    <a:pt x="127447" y="844160"/>
                  </a:lnTo>
                  <a:lnTo>
                    <a:pt x="146982" y="803034"/>
                  </a:lnTo>
                  <a:lnTo>
                    <a:pt x="167780" y="762633"/>
                  </a:lnTo>
                  <a:lnTo>
                    <a:pt x="189816" y="722984"/>
                  </a:lnTo>
                  <a:lnTo>
                    <a:pt x="213066" y="684111"/>
                  </a:lnTo>
                  <a:lnTo>
                    <a:pt x="237503" y="646039"/>
                  </a:lnTo>
                  <a:lnTo>
                    <a:pt x="263102" y="608793"/>
                  </a:lnTo>
                  <a:lnTo>
                    <a:pt x="289839" y="572398"/>
                  </a:lnTo>
                  <a:lnTo>
                    <a:pt x="317687" y="536880"/>
                  </a:lnTo>
                  <a:lnTo>
                    <a:pt x="346621" y="502263"/>
                  </a:lnTo>
                  <a:lnTo>
                    <a:pt x="376617" y="468573"/>
                  </a:lnTo>
                  <a:lnTo>
                    <a:pt x="407648" y="435834"/>
                  </a:lnTo>
                  <a:lnTo>
                    <a:pt x="439690" y="404072"/>
                  </a:lnTo>
                  <a:lnTo>
                    <a:pt x="472717" y="373312"/>
                  </a:lnTo>
                  <a:lnTo>
                    <a:pt x="506704" y="343579"/>
                  </a:lnTo>
                  <a:lnTo>
                    <a:pt x="541625" y="314898"/>
                  </a:lnTo>
                  <a:lnTo>
                    <a:pt x="577456" y="287293"/>
                  </a:lnTo>
                  <a:lnTo>
                    <a:pt x="614170" y="260791"/>
                  </a:lnTo>
                  <a:lnTo>
                    <a:pt x="651743" y="235416"/>
                  </a:lnTo>
                  <a:lnTo>
                    <a:pt x="690150" y="211193"/>
                  </a:lnTo>
                  <a:lnTo>
                    <a:pt x="729364" y="188148"/>
                  </a:lnTo>
                  <a:lnTo>
                    <a:pt x="769361" y="166304"/>
                  </a:lnTo>
                  <a:lnTo>
                    <a:pt x="810115" y="145689"/>
                  </a:lnTo>
                  <a:lnTo>
                    <a:pt x="851601" y="126326"/>
                  </a:lnTo>
                  <a:lnTo>
                    <a:pt x="893794" y="108240"/>
                  </a:lnTo>
                  <a:lnTo>
                    <a:pt x="936669" y="91458"/>
                  </a:lnTo>
                  <a:lnTo>
                    <a:pt x="980199" y="76003"/>
                  </a:lnTo>
                  <a:lnTo>
                    <a:pt x="1024361" y="61901"/>
                  </a:lnTo>
                  <a:lnTo>
                    <a:pt x="1069128" y="49177"/>
                  </a:lnTo>
                  <a:lnTo>
                    <a:pt x="1114474" y="37855"/>
                  </a:lnTo>
                  <a:lnTo>
                    <a:pt x="1160376" y="27963"/>
                  </a:lnTo>
                  <a:lnTo>
                    <a:pt x="1206808" y="19523"/>
                  </a:lnTo>
                  <a:lnTo>
                    <a:pt x="1253743" y="12561"/>
                  </a:lnTo>
                  <a:lnTo>
                    <a:pt x="1301158" y="7103"/>
                  </a:lnTo>
                  <a:lnTo>
                    <a:pt x="1349026" y="3173"/>
                  </a:lnTo>
                  <a:lnTo>
                    <a:pt x="1397322" y="797"/>
                  </a:lnTo>
                  <a:lnTo>
                    <a:pt x="1446021" y="0"/>
                  </a:lnTo>
                  <a:lnTo>
                    <a:pt x="1494728" y="797"/>
                  </a:lnTo>
                  <a:lnTo>
                    <a:pt x="1543032" y="3173"/>
                  </a:lnTo>
                  <a:lnTo>
                    <a:pt x="1590906" y="7103"/>
                  </a:lnTo>
                  <a:lnTo>
                    <a:pt x="1638326" y="12561"/>
                  </a:lnTo>
                  <a:lnTo>
                    <a:pt x="1685267" y="19523"/>
                  </a:lnTo>
                  <a:lnTo>
                    <a:pt x="1731703" y="27963"/>
                  </a:lnTo>
                  <a:lnTo>
                    <a:pt x="1777609" y="37855"/>
                  </a:lnTo>
                  <a:lnTo>
                    <a:pt x="1822959" y="49177"/>
                  </a:lnTo>
                  <a:lnTo>
                    <a:pt x="1867729" y="61901"/>
                  </a:lnTo>
                  <a:lnTo>
                    <a:pt x="1911893" y="76003"/>
                  </a:lnTo>
                  <a:lnTo>
                    <a:pt x="1955426" y="91458"/>
                  </a:lnTo>
                  <a:lnTo>
                    <a:pt x="1998302" y="108240"/>
                  </a:lnTo>
                  <a:lnTo>
                    <a:pt x="2040496" y="126326"/>
                  </a:lnTo>
                  <a:lnTo>
                    <a:pt x="2081983" y="145689"/>
                  </a:lnTo>
                  <a:lnTo>
                    <a:pt x="2122738" y="166304"/>
                  </a:lnTo>
                  <a:lnTo>
                    <a:pt x="2162736" y="188148"/>
                  </a:lnTo>
                  <a:lnTo>
                    <a:pt x="2201950" y="211193"/>
                  </a:lnTo>
                  <a:lnTo>
                    <a:pt x="2240356" y="235416"/>
                  </a:lnTo>
                  <a:lnTo>
                    <a:pt x="2277928" y="260791"/>
                  </a:lnTo>
                  <a:lnTo>
                    <a:pt x="2314642" y="287293"/>
                  </a:lnTo>
                  <a:lnTo>
                    <a:pt x="2350471" y="314898"/>
                  </a:lnTo>
                  <a:lnTo>
                    <a:pt x="2385391" y="343579"/>
                  </a:lnTo>
                  <a:lnTo>
                    <a:pt x="2419376" y="373312"/>
                  </a:lnTo>
                  <a:lnTo>
                    <a:pt x="2452401" y="404072"/>
                  </a:lnTo>
                  <a:lnTo>
                    <a:pt x="2484441" y="435834"/>
                  </a:lnTo>
                  <a:lnTo>
                    <a:pt x="2515471" y="468573"/>
                  </a:lnTo>
                  <a:lnTo>
                    <a:pt x="2545464" y="502263"/>
                  </a:lnTo>
                  <a:lnTo>
                    <a:pt x="2574396" y="536880"/>
                  </a:lnTo>
                  <a:lnTo>
                    <a:pt x="2602242" y="572398"/>
                  </a:lnTo>
                  <a:lnTo>
                    <a:pt x="2628976" y="608793"/>
                  </a:lnTo>
                  <a:lnTo>
                    <a:pt x="2654573" y="646039"/>
                  </a:lnTo>
                  <a:lnTo>
                    <a:pt x="2679007" y="684111"/>
                  </a:lnTo>
                  <a:lnTo>
                    <a:pt x="2702254" y="722984"/>
                  </a:lnTo>
                  <a:lnTo>
                    <a:pt x="2724288" y="762633"/>
                  </a:lnTo>
                  <a:lnTo>
                    <a:pt x="2745083" y="803034"/>
                  </a:lnTo>
                  <a:lnTo>
                    <a:pt x="2764616" y="844160"/>
                  </a:lnTo>
                  <a:lnTo>
                    <a:pt x="2782859" y="885987"/>
                  </a:lnTo>
                  <a:lnTo>
                    <a:pt x="2799788" y="928490"/>
                  </a:lnTo>
                  <a:lnTo>
                    <a:pt x="2815378" y="971644"/>
                  </a:lnTo>
                  <a:lnTo>
                    <a:pt x="2829603" y="1015423"/>
                  </a:lnTo>
                  <a:lnTo>
                    <a:pt x="2842438" y="1059802"/>
                  </a:lnTo>
                  <a:lnTo>
                    <a:pt x="2853858" y="1104757"/>
                  </a:lnTo>
                  <a:lnTo>
                    <a:pt x="2863837" y="1150263"/>
                  </a:lnTo>
                  <a:lnTo>
                    <a:pt x="2872350" y="1196293"/>
                  </a:lnTo>
                  <a:lnTo>
                    <a:pt x="2879372" y="1242824"/>
                  </a:lnTo>
                  <a:lnTo>
                    <a:pt x="2884878" y="1289830"/>
                  </a:lnTo>
                  <a:lnTo>
                    <a:pt x="2888842" y="1337286"/>
                  </a:lnTo>
                  <a:lnTo>
                    <a:pt x="2891239" y="1385168"/>
                  </a:lnTo>
                  <a:lnTo>
                    <a:pt x="2892043" y="1433448"/>
                  </a:lnTo>
                  <a:lnTo>
                    <a:pt x="2891239" y="1481729"/>
                  </a:lnTo>
                  <a:lnTo>
                    <a:pt x="2888842" y="1529611"/>
                  </a:lnTo>
                  <a:lnTo>
                    <a:pt x="2884878" y="1577067"/>
                  </a:lnTo>
                  <a:lnTo>
                    <a:pt x="2879372" y="1624073"/>
                  </a:lnTo>
                  <a:lnTo>
                    <a:pt x="2872350" y="1670604"/>
                  </a:lnTo>
                  <a:lnTo>
                    <a:pt x="2863837" y="1716635"/>
                  </a:lnTo>
                  <a:lnTo>
                    <a:pt x="2853858" y="1762141"/>
                  </a:lnTo>
                  <a:lnTo>
                    <a:pt x="2842438" y="1807097"/>
                  </a:lnTo>
                  <a:lnTo>
                    <a:pt x="2829603" y="1851477"/>
                  </a:lnTo>
                  <a:lnTo>
                    <a:pt x="2815378" y="1895256"/>
                  </a:lnTo>
                  <a:lnTo>
                    <a:pt x="2799788" y="1938410"/>
                  </a:lnTo>
                  <a:lnTo>
                    <a:pt x="2782859" y="1980914"/>
                  </a:lnTo>
                  <a:lnTo>
                    <a:pt x="2764616" y="2022741"/>
                  </a:lnTo>
                  <a:lnTo>
                    <a:pt x="2745083" y="2063868"/>
                  </a:lnTo>
                  <a:lnTo>
                    <a:pt x="2724288" y="2104269"/>
                  </a:lnTo>
                  <a:lnTo>
                    <a:pt x="2702254" y="2143919"/>
                  </a:lnTo>
                  <a:lnTo>
                    <a:pt x="2679007" y="2182793"/>
                  </a:lnTo>
                  <a:lnTo>
                    <a:pt x="2654573" y="2220866"/>
                  </a:lnTo>
                  <a:lnTo>
                    <a:pt x="2628976" y="2258113"/>
                  </a:lnTo>
                  <a:lnTo>
                    <a:pt x="2602242" y="2294508"/>
                  </a:lnTo>
                  <a:lnTo>
                    <a:pt x="2574396" y="2330027"/>
                  </a:lnTo>
                  <a:lnTo>
                    <a:pt x="2545464" y="2364645"/>
                  </a:lnTo>
                  <a:lnTo>
                    <a:pt x="2515471" y="2398336"/>
                  </a:lnTo>
                  <a:lnTo>
                    <a:pt x="2484441" y="2431075"/>
                  </a:lnTo>
                  <a:lnTo>
                    <a:pt x="2452401" y="2462838"/>
                  </a:lnTo>
                  <a:lnTo>
                    <a:pt x="2419376" y="2493599"/>
                  </a:lnTo>
                  <a:lnTo>
                    <a:pt x="2385391" y="2523333"/>
                  </a:lnTo>
                  <a:lnTo>
                    <a:pt x="2350471" y="2552015"/>
                  </a:lnTo>
                  <a:lnTo>
                    <a:pt x="2314642" y="2579620"/>
                  </a:lnTo>
                  <a:lnTo>
                    <a:pt x="2277928" y="2606123"/>
                  </a:lnTo>
                  <a:lnTo>
                    <a:pt x="2240356" y="2631499"/>
                  </a:lnTo>
                  <a:lnTo>
                    <a:pt x="2201950" y="2655722"/>
                  </a:lnTo>
                  <a:lnTo>
                    <a:pt x="2162736" y="2678768"/>
                  </a:lnTo>
                  <a:lnTo>
                    <a:pt x="2122738" y="2700612"/>
                  </a:lnTo>
                  <a:lnTo>
                    <a:pt x="2081983" y="2721229"/>
                  </a:lnTo>
                  <a:lnTo>
                    <a:pt x="2040496" y="2740592"/>
                  </a:lnTo>
                  <a:lnTo>
                    <a:pt x="1998302" y="2758678"/>
                  </a:lnTo>
                  <a:lnTo>
                    <a:pt x="1955426" y="2775462"/>
                  </a:lnTo>
                  <a:lnTo>
                    <a:pt x="1911893" y="2790917"/>
                  </a:lnTo>
                  <a:lnTo>
                    <a:pt x="1867729" y="2805019"/>
                  </a:lnTo>
                  <a:lnTo>
                    <a:pt x="1822959" y="2817744"/>
                  </a:lnTo>
                  <a:lnTo>
                    <a:pt x="1777609" y="2829065"/>
                  </a:lnTo>
                  <a:lnTo>
                    <a:pt x="1731703" y="2838959"/>
                  </a:lnTo>
                  <a:lnTo>
                    <a:pt x="1685267" y="2847399"/>
                  </a:lnTo>
                  <a:lnTo>
                    <a:pt x="1638326" y="2854361"/>
                  </a:lnTo>
                  <a:lnTo>
                    <a:pt x="1590906" y="2859819"/>
                  </a:lnTo>
                  <a:lnTo>
                    <a:pt x="1543032" y="2863749"/>
                  </a:lnTo>
                  <a:lnTo>
                    <a:pt x="1494728" y="2866125"/>
                  </a:lnTo>
                  <a:lnTo>
                    <a:pt x="1446021" y="2866923"/>
                  </a:lnTo>
                  <a:lnTo>
                    <a:pt x="1397322" y="2866125"/>
                  </a:lnTo>
                  <a:lnTo>
                    <a:pt x="1349026" y="2863749"/>
                  </a:lnTo>
                  <a:lnTo>
                    <a:pt x="1301158" y="2859819"/>
                  </a:lnTo>
                  <a:lnTo>
                    <a:pt x="1253743" y="2854361"/>
                  </a:lnTo>
                  <a:lnTo>
                    <a:pt x="1206808" y="2847399"/>
                  </a:lnTo>
                  <a:lnTo>
                    <a:pt x="1160376" y="2838959"/>
                  </a:lnTo>
                  <a:lnTo>
                    <a:pt x="1114474" y="2829065"/>
                  </a:lnTo>
                  <a:lnTo>
                    <a:pt x="1069128" y="2817744"/>
                  </a:lnTo>
                  <a:lnTo>
                    <a:pt x="1024361" y="2805019"/>
                  </a:lnTo>
                  <a:lnTo>
                    <a:pt x="980199" y="2790917"/>
                  </a:lnTo>
                  <a:lnTo>
                    <a:pt x="936669" y="2775462"/>
                  </a:lnTo>
                  <a:lnTo>
                    <a:pt x="893794" y="2758678"/>
                  </a:lnTo>
                  <a:lnTo>
                    <a:pt x="851601" y="2740592"/>
                  </a:lnTo>
                  <a:lnTo>
                    <a:pt x="810115" y="2721229"/>
                  </a:lnTo>
                  <a:lnTo>
                    <a:pt x="769361" y="2700612"/>
                  </a:lnTo>
                  <a:lnTo>
                    <a:pt x="729364" y="2678768"/>
                  </a:lnTo>
                  <a:lnTo>
                    <a:pt x="690150" y="2655722"/>
                  </a:lnTo>
                  <a:lnTo>
                    <a:pt x="651743" y="2631499"/>
                  </a:lnTo>
                  <a:lnTo>
                    <a:pt x="614170" y="2606123"/>
                  </a:lnTo>
                  <a:lnTo>
                    <a:pt x="577456" y="2579620"/>
                  </a:lnTo>
                  <a:lnTo>
                    <a:pt x="541625" y="2552015"/>
                  </a:lnTo>
                  <a:lnTo>
                    <a:pt x="506704" y="2523333"/>
                  </a:lnTo>
                  <a:lnTo>
                    <a:pt x="472717" y="2493599"/>
                  </a:lnTo>
                  <a:lnTo>
                    <a:pt x="439690" y="2462838"/>
                  </a:lnTo>
                  <a:lnTo>
                    <a:pt x="407648" y="2431075"/>
                  </a:lnTo>
                  <a:lnTo>
                    <a:pt x="376617" y="2398336"/>
                  </a:lnTo>
                  <a:lnTo>
                    <a:pt x="346621" y="2364645"/>
                  </a:lnTo>
                  <a:lnTo>
                    <a:pt x="317687" y="2330027"/>
                  </a:lnTo>
                  <a:lnTo>
                    <a:pt x="289839" y="2294508"/>
                  </a:lnTo>
                  <a:lnTo>
                    <a:pt x="263102" y="2258113"/>
                  </a:lnTo>
                  <a:lnTo>
                    <a:pt x="237503" y="2220866"/>
                  </a:lnTo>
                  <a:lnTo>
                    <a:pt x="213066" y="2182793"/>
                  </a:lnTo>
                  <a:lnTo>
                    <a:pt x="189816" y="2143919"/>
                  </a:lnTo>
                  <a:lnTo>
                    <a:pt x="167780" y="2104269"/>
                  </a:lnTo>
                  <a:lnTo>
                    <a:pt x="146982" y="2063868"/>
                  </a:lnTo>
                  <a:lnTo>
                    <a:pt x="127447" y="2022741"/>
                  </a:lnTo>
                  <a:lnTo>
                    <a:pt x="109201" y="1980914"/>
                  </a:lnTo>
                  <a:lnTo>
                    <a:pt x="92270" y="1938410"/>
                  </a:lnTo>
                  <a:lnTo>
                    <a:pt x="76678" y="1895256"/>
                  </a:lnTo>
                  <a:lnTo>
                    <a:pt x="62451" y="1851477"/>
                  </a:lnTo>
                  <a:lnTo>
                    <a:pt x="49614" y="1807097"/>
                  </a:lnTo>
                  <a:lnTo>
                    <a:pt x="38192" y="1762141"/>
                  </a:lnTo>
                  <a:lnTo>
                    <a:pt x="28211" y="1716635"/>
                  </a:lnTo>
                  <a:lnTo>
                    <a:pt x="19696" y="1670604"/>
                  </a:lnTo>
                  <a:lnTo>
                    <a:pt x="12673" y="1624073"/>
                  </a:lnTo>
                  <a:lnTo>
                    <a:pt x="7166" y="1577067"/>
                  </a:lnTo>
                  <a:lnTo>
                    <a:pt x="3202" y="1529611"/>
                  </a:lnTo>
                  <a:lnTo>
                    <a:pt x="804" y="1481729"/>
                  </a:lnTo>
                  <a:lnTo>
                    <a:pt x="0" y="1433448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71764" y="3922395"/>
              <a:ext cx="975360" cy="762635"/>
            </a:xfrm>
            <a:custGeom>
              <a:avLst/>
              <a:gdLst/>
              <a:ahLst/>
              <a:cxnLst/>
              <a:rect l="l" t="t" r="r" b="b"/>
              <a:pathLst>
                <a:path w="975359" h="762635">
                  <a:moveTo>
                    <a:pt x="487552" y="0"/>
                  </a:moveTo>
                  <a:lnTo>
                    <a:pt x="434411" y="2235"/>
                  </a:lnTo>
                  <a:lnTo>
                    <a:pt x="382931" y="8787"/>
                  </a:lnTo>
                  <a:lnTo>
                    <a:pt x="333410" y="19422"/>
                  </a:lnTo>
                  <a:lnTo>
                    <a:pt x="286144" y="33910"/>
                  </a:lnTo>
                  <a:lnTo>
                    <a:pt x="241431" y="52018"/>
                  </a:lnTo>
                  <a:lnTo>
                    <a:pt x="199567" y="73513"/>
                  </a:lnTo>
                  <a:lnTo>
                    <a:pt x="160850" y="98164"/>
                  </a:lnTo>
                  <a:lnTo>
                    <a:pt x="125575" y="125739"/>
                  </a:lnTo>
                  <a:lnTo>
                    <a:pt x="94040" y="156005"/>
                  </a:lnTo>
                  <a:lnTo>
                    <a:pt x="66543" y="188731"/>
                  </a:lnTo>
                  <a:lnTo>
                    <a:pt x="43379" y="223684"/>
                  </a:lnTo>
                  <a:lnTo>
                    <a:pt x="24846" y="260632"/>
                  </a:lnTo>
                  <a:lnTo>
                    <a:pt x="11240" y="299343"/>
                  </a:lnTo>
                  <a:lnTo>
                    <a:pt x="2859" y="339585"/>
                  </a:lnTo>
                  <a:lnTo>
                    <a:pt x="0" y="381126"/>
                  </a:lnTo>
                  <a:lnTo>
                    <a:pt x="2859" y="422669"/>
                  </a:lnTo>
                  <a:lnTo>
                    <a:pt x="11240" y="462916"/>
                  </a:lnTo>
                  <a:lnTo>
                    <a:pt x="24846" y="501634"/>
                  </a:lnTo>
                  <a:lnTo>
                    <a:pt x="43379" y="538591"/>
                  </a:lnTo>
                  <a:lnTo>
                    <a:pt x="66543" y="573555"/>
                  </a:lnTo>
                  <a:lnTo>
                    <a:pt x="94040" y="606292"/>
                  </a:lnTo>
                  <a:lnTo>
                    <a:pt x="125575" y="636571"/>
                  </a:lnTo>
                  <a:lnTo>
                    <a:pt x="160850" y="664159"/>
                  </a:lnTo>
                  <a:lnTo>
                    <a:pt x="199567" y="688822"/>
                  </a:lnTo>
                  <a:lnTo>
                    <a:pt x="241431" y="710329"/>
                  </a:lnTo>
                  <a:lnTo>
                    <a:pt x="286144" y="728448"/>
                  </a:lnTo>
                  <a:lnTo>
                    <a:pt x="333410" y="742944"/>
                  </a:lnTo>
                  <a:lnTo>
                    <a:pt x="382931" y="753587"/>
                  </a:lnTo>
                  <a:lnTo>
                    <a:pt x="434411" y="760143"/>
                  </a:lnTo>
                  <a:lnTo>
                    <a:pt x="487552" y="762380"/>
                  </a:lnTo>
                  <a:lnTo>
                    <a:pt x="540672" y="760143"/>
                  </a:lnTo>
                  <a:lnTo>
                    <a:pt x="592136" y="753587"/>
                  </a:lnTo>
                  <a:lnTo>
                    <a:pt x="641646" y="742944"/>
                  </a:lnTo>
                  <a:lnTo>
                    <a:pt x="688906" y="728448"/>
                  </a:lnTo>
                  <a:lnTo>
                    <a:pt x="733617" y="710329"/>
                  </a:lnTo>
                  <a:lnTo>
                    <a:pt x="775483" y="688822"/>
                  </a:lnTo>
                  <a:lnTo>
                    <a:pt x="814205" y="664159"/>
                  </a:lnTo>
                  <a:lnTo>
                    <a:pt x="849486" y="636571"/>
                  </a:lnTo>
                  <a:lnTo>
                    <a:pt x="881028" y="606292"/>
                  </a:lnTo>
                  <a:lnTo>
                    <a:pt x="908534" y="573555"/>
                  </a:lnTo>
                  <a:lnTo>
                    <a:pt x="931706" y="538591"/>
                  </a:lnTo>
                  <a:lnTo>
                    <a:pt x="950247" y="501634"/>
                  </a:lnTo>
                  <a:lnTo>
                    <a:pt x="963859" y="462916"/>
                  </a:lnTo>
                  <a:lnTo>
                    <a:pt x="972244" y="422669"/>
                  </a:lnTo>
                  <a:lnTo>
                    <a:pt x="975105" y="381126"/>
                  </a:lnTo>
                  <a:lnTo>
                    <a:pt x="972244" y="339585"/>
                  </a:lnTo>
                  <a:lnTo>
                    <a:pt x="963859" y="299343"/>
                  </a:lnTo>
                  <a:lnTo>
                    <a:pt x="950247" y="260632"/>
                  </a:lnTo>
                  <a:lnTo>
                    <a:pt x="931706" y="223684"/>
                  </a:lnTo>
                  <a:lnTo>
                    <a:pt x="908534" y="188731"/>
                  </a:lnTo>
                  <a:lnTo>
                    <a:pt x="881028" y="156005"/>
                  </a:lnTo>
                  <a:lnTo>
                    <a:pt x="849486" y="125739"/>
                  </a:lnTo>
                  <a:lnTo>
                    <a:pt x="814205" y="98164"/>
                  </a:lnTo>
                  <a:lnTo>
                    <a:pt x="775483" y="73513"/>
                  </a:lnTo>
                  <a:lnTo>
                    <a:pt x="733617" y="52018"/>
                  </a:lnTo>
                  <a:lnTo>
                    <a:pt x="688906" y="33910"/>
                  </a:lnTo>
                  <a:lnTo>
                    <a:pt x="641646" y="19422"/>
                  </a:lnTo>
                  <a:lnTo>
                    <a:pt x="592136" y="8787"/>
                  </a:lnTo>
                  <a:lnTo>
                    <a:pt x="540672" y="2235"/>
                  </a:lnTo>
                  <a:lnTo>
                    <a:pt x="487552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71764" y="3922395"/>
              <a:ext cx="975360" cy="762635"/>
            </a:xfrm>
            <a:custGeom>
              <a:avLst/>
              <a:gdLst/>
              <a:ahLst/>
              <a:cxnLst/>
              <a:rect l="l" t="t" r="r" b="b"/>
              <a:pathLst>
                <a:path w="975359" h="762635">
                  <a:moveTo>
                    <a:pt x="0" y="381126"/>
                  </a:moveTo>
                  <a:lnTo>
                    <a:pt x="2859" y="339585"/>
                  </a:lnTo>
                  <a:lnTo>
                    <a:pt x="11240" y="299343"/>
                  </a:lnTo>
                  <a:lnTo>
                    <a:pt x="24846" y="260632"/>
                  </a:lnTo>
                  <a:lnTo>
                    <a:pt x="43379" y="223684"/>
                  </a:lnTo>
                  <a:lnTo>
                    <a:pt x="66543" y="188731"/>
                  </a:lnTo>
                  <a:lnTo>
                    <a:pt x="94040" y="156005"/>
                  </a:lnTo>
                  <a:lnTo>
                    <a:pt x="125575" y="125739"/>
                  </a:lnTo>
                  <a:lnTo>
                    <a:pt x="160850" y="98164"/>
                  </a:lnTo>
                  <a:lnTo>
                    <a:pt x="199567" y="73513"/>
                  </a:lnTo>
                  <a:lnTo>
                    <a:pt x="241431" y="52018"/>
                  </a:lnTo>
                  <a:lnTo>
                    <a:pt x="286144" y="33910"/>
                  </a:lnTo>
                  <a:lnTo>
                    <a:pt x="333410" y="19422"/>
                  </a:lnTo>
                  <a:lnTo>
                    <a:pt x="382931" y="8787"/>
                  </a:lnTo>
                  <a:lnTo>
                    <a:pt x="434411" y="2235"/>
                  </a:lnTo>
                  <a:lnTo>
                    <a:pt x="487552" y="0"/>
                  </a:lnTo>
                  <a:lnTo>
                    <a:pt x="540672" y="2235"/>
                  </a:lnTo>
                  <a:lnTo>
                    <a:pt x="592136" y="8787"/>
                  </a:lnTo>
                  <a:lnTo>
                    <a:pt x="641646" y="19422"/>
                  </a:lnTo>
                  <a:lnTo>
                    <a:pt x="688906" y="33910"/>
                  </a:lnTo>
                  <a:lnTo>
                    <a:pt x="733617" y="52018"/>
                  </a:lnTo>
                  <a:lnTo>
                    <a:pt x="775483" y="73513"/>
                  </a:lnTo>
                  <a:lnTo>
                    <a:pt x="814205" y="98164"/>
                  </a:lnTo>
                  <a:lnTo>
                    <a:pt x="849486" y="125739"/>
                  </a:lnTo>
                  <a:lnTo>
                    <a:pt x="881028" y="156005"/>
                  </a:lnTo>
                  <a:lnTo>
                    <a:pt x="908534" y="188731"/>
                  </a:lnTo>
                  <a:lnTo>
                    <a:pt x="931706" y="223684"/>
                  </a:lnTo>
                  <a:lnTo>
                    <a:pt x="950247" y="260632"/>
                  </a:lnTo>
                  <a:lnTo>
                    <a:pt x="963859" y="299343"/>
                  </a:lnTo>
                  <a:lnTo>
                    <a:pt x="972244" y="339585"/>
                  </a:lnTo>
                  <a:lnTo>
                    <a:pt x="975105" y="381126"/>
                  </a:lnTo>
                  <a:lnTo>
                    <a:pt x="972244" y="422669"/>
                  </a:lnTo>
                  <a:lnTo>
                    <a:pt x="963859" y="462916"/>
                  </a:lnTo>
                  <a:lnTo>
                    <a:pt x="950247" y="501634"/>
                  </a:lnTo>
                  <a:lnTo>
                    <a:pt x="931706" y="538591"/>
                  </a:lnTo>
                  <a:lnTo>
                    <a:pt x="908534" y="573555"/>
                  </a:lnTo>
                  <a:lnTo>
                    <a:pt x="881028" y="606292"/>
                  </a:lnTo>
                  <a:lnTo>
                    <a:pt x="849486" y="636571"/>
                  </a:lnTo>
                  <a:lnTo>
                    <a:pt x="814205" y="664159"/>
                  </a:lnTo>
                  <a:lnTo>
                    <a:pt x="775483" y="688822"/>
                  </a:lnTo>
                  <a:lnTo>
                    <a:pt x="733617" y="710329"/>
                  </a:lnTo>
                  <a:lnTo>
                    <a:pt x="688906" y="728448"/>
                  </a:lnTo>
                  <a:lnTo>
                    <a:pt x="641646" y="742944"/>
                  </a:lnTo>
                  <a:lnTo>
                    <a:pt x="592136" y="753587"/>
                  </a:lnTo>
                  <a:lnTo>
                    <a:pt x="540672" y="760143"/>
                  </a:lnTo>
                  <a:lnTo>
                    <a:pt x="487552" y="762380"/>
                  </a:lnTo>
                  <a:lnTo>
                    <a:pt x="434411" y="760143"/>
                  </a:lnTo>
                  <a:lnTo>
                    <a:pt x="382931" y="753587"/>
                  </a:lnTo>
                  <a:lnTo>
                    <a:pt x="333410" y="742944"/>
                  </a:lnTo>
                  <a:lnTo>
                    <a:pt x="286144" y="728448"/>
                  </a:lnTo>
                  <a:lnTo>
                    <a:pt x="241431" y="710329"/>
                  </a:lnTo>
                  <a:lnTo>
                    <a:pt x="199567" y="688822"/>
                  </a:lnTo>
                  <a:lnTo>
                    <a:pt x="160850" y="664159"/>
                  </a:lnTo>
                  <a:lnTo>
                    <a:pt x="125575" y="636571"/>
                  </a:lnTo>
                  <a:lnTo>
                    <a:pt x="94040" y="606292"/>
                  </a:lnTo>
                  <a:lnTo>
                    <a:pt x="66543" y="573555"/>
                  </a:lnTo>
                  <a:lnTo>
                    <a:pt x="43379" y="538591"/>
                  </a:lnTo>
                  <a:lnTo>
                    <a:pt x="24846" y="501634"/>
                  </a:lnTo>
                  <a:lnTo>
                    <a:pt x="11240" y="462916"/>
                  </a:lnTo>
                  <a:lnTo>
                    <a:pt x="2859" y="422669"/>
                  </a:lnTo>
                  <a:lnTo>
                    <a:pt x="0" y="381126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515857" y="4122546"/>
            <a:ext cx="4870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4F8FA"/>
                </a:solidFill>
                <a:latin typeface="Calibri"/>
                <a:cs typeface="Calibri"/>
              </a:rPr>
              <a:t>AZ</a:t>
            </a:r>
            <a:r>
              <a:rPr sz="2000" b="1" spc="-1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000" b="1" spc="-60" dirty="0">
                <a:solidFill>
                  <a:srgbClr val="F4F8FA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671434" y="4773295"/>
            <a:ext cx="988060" cy="775335"/>
            <a:chOff x="7671434" y="4773295"/>
            <a:chExt cx="988060" cy="775335"/>
          </a:xfrm>
        </p:grpSpPr>
        <p:sp>
          <p:nvSpPr>
            <p:cNvPr id="24" name="object 24"/>
            <p:cNvSpPr/>
            <p:nvPr/>
          </p:nvSpPr>
          <p:spPr>
            <a:xfrm>
              <a:off x="7677784" y="4779645"/>
              <a:ext cx="975360" cy="762635"/>
            </a:xfrm>
            <a:custGeom>
              <a:avLst/>
              <a:gdLst/>
              <a:ahLst/>
              <a:cxnLst/>
              <a:rect l="l" t="t" r="r" b="b"/>
              <a:pathLst>
                <a:path w="975359" h="762635">
                  <a:moveTo>
                    <a:pt x="487553" y="0"/>
                  </a:moveTo>
                  <a:lnTo>
                    <a:pt x="434433" y="2237"/>
                  </a:lnTo>
                  <a:lnTo>
                    <a:pt x="382969" y="8792"/>
                  </a:lnTo>
                  <a:lnTo>
                    <a:pt x="333459" y="19435"/>
                  </a:lnTo>
                  <a:lnTo>
                    <a:pt x="286199" y="33930"/>
                  </a:lnTo>
                  <a:lnTo>
                    <a:pt x="241488" y="52046"/>
                  </a:lnTo>
                  <a:lnTo>
                    <a:pt x="199622" y="73550"/>
                  </a:lnTo>
                  <a:lnTo>
                    <a:pt x="160900" y="98209"/>
                  </a:lnTo>
                  <a:lnTo>
                    <a:pt x="125619" y="125790"/>
                  </a:lnTo>
                  <a:lnTo>
                    <a:pt x="94077" y="156060"/>
                  </a:lnTo>
                  <a:lnTo>
                    <a:pt x="66571" y="188787"/>
                  </a:lnTo>
                  <a:lnTo>
                    <a:pt x="43399" y="223738"/>
                  </a:lnTo>
                  <a:lnTo>
                    <a:pt x="24858" y="260681"/>
                  </a:lnTo>
                  <a:lnTo>
                    <a:pt x="11246" y="299381"/>
                  </a:lnTo>
                  <a:lnTo>
                    <a:pt x="2861" y="339608"/>
                  </a:lnTo>
                  <a:lnTo>
                    <a:pt x="0" y="381126"/>
                  </a:lnTo>
                  <a:lnTo>
                    <a:pt x="2861" y="422669"/>
                  </a:lnTo>
                  <a:lnTo>
                    <a:pt x="11246" y="462916"/>
                  </a:lnTo>
                  <a:lnTo>
                    <a:pt x="24858" y="501634"/>
                  </a:lnTo>
                  <a:lnTo>
                    <a:pt x="43399" y="538591"/>
                  </a:lnTo>
                  <a:lnTo>
                    <a:pt x="66571" y="573555"/>
                  </a:lnTo>
                  <a:lnTo>
                    <a:pt x="94077" y="606292"/>
                  </a:lnTo>
                  <a:lnTo>
                    <a:pt x="125619" y="636571"/>
                  </a:lnTo>
                  <a:lnTo>
                    <a:pt x="160900" y="664159"/>
                  </a:lnTo>
                  <a:lnTo>
                    <a:pt x="199622" y="688822"/>
                  </a:lnTo>
                  <a:lnTo>
                    <a:pt x="241488" y="710329"/>
                  </a:lnTo>
                  <a:lnTo>
                    <a:pt x="286199" y="728448"/>
                  </a:lnTo>
                  <a:lnTo>
                    <a:pt x="333459" y="742944"/>
                  </a:lnTo>
                  <a:lnTo>
                    <a:pt x="382969" y="753587"/>
                  </a:lnTo>
                  <a:lnTo>
                    <a:pt x="434433" y="760143"/>
                  </a:lnTo>
                  <a:lnTo>
                    <a:pt x="487553" y="762380"/>
                  </a:lnTo>
                  <a:lnTo>
                    <a:pt x="540694" y="760143"/>
                  </a:lnTo>
                  <a:lnTo>
                    <a:pt x="592174" y="753587"/>
                  </a:lnTo>
                  <a:lnTo>
                    <a:pt x="641695" y="742944"/>
                  </a:lnTo>
                  <a:lnTo>
                    <a:pt x="688961" y="728448"/>
                  </a:lnTo>
                  <a:lnTo>
                    <a:pt x="733674" y="710329"/>
                  </a:lnTo>
                  <a:lnTo>
                    <a:pt x="775538" y="688822"/>
                  </a:lnTo>
                  <a:lnTo>
                    <a:pt x="814255" y="664159"/>
                  </a:lnTo>
                  <a:lnTo>
                    <a:pt x="849530" y="636571"/>
                  </a:lnTo>
                  <a:lnTo>
                    <a:pt x="881065" y="606292"/>
                  </a:lnTo>
                  <a:lnTo>
                    <a:pt x="908562" y="573555"/>
                  </a:lnTo>
                  <a:lnTo>
                    <a:pt x="931726" y="538591"/>
                  </a:lnTo>
                  <a:lnTo>
                    <a:pt x="950259" y="501634"/>
                  </a:lnTo>
                  <a:lnTo>
                    <a:pt x="963865" y="462916"/>
                  </a:lnTo>
                  <a:lnTo>
                    <a:pt x="972246" y="422669"/>
                  </a:lnTo>
                  <a:lnTo>
                    <a:pt x="975106" y="381126"/>
                  </a:lnTo>
                  <a:lnTo>
                    <a:pt x="972246" y="339608"/>
                  </a:lnTo>
                  <a:lnTo>
                    <a:pt x="963865" y="299381"/>
                  </a:lnTo>
                  <a:lnTo>
                    <a:pt x="950259" y="260681"/>
                  </a:lnTo>
                  <a:lnTo>
                    <a:pt x="931726" y="223738"/>
                  </a:lnTo>
                  <a:lnTo>
                    <a:pt x="908562" y="188787"/>
                  </a:lnTo>
                  <a:lnTo>
                    <a:pt x="881065" y="156060"/>
                  </a:lnTo>
                  <a:lnTo>
                    <a:pt x="849530" y="125790"/>
                  </a:lnTo>
                  <a:lnTo>
                    <a:pt x="814255" y="98209"/>
                  </a:lnTo>
                  <a:lnTo>
                    <a:pt x="775538" y="73550"/>
                  </a:lnTo>
                  <a:lnTo>
                    <a:pt x="733674" y="52046"/>
                  </a:lnTo>
                  <a:lnTo>
                    <a:pt x="688961" y="33930"/>
                  </a:lnTo>
                  <a:lnTo>
                    <a:pt x="641695" y="19435"/>
                  </a:lnTo>
                  <a:lnTo>
                    <a:pt x="592174" y="8792"/>
                  </a:lnTo>
                  <a:lnTo>
                    <a:pt x="540694" y="2237"/>
                  </a:lnTo>
                  <a:lnTo>
                    <a:pt x="487553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77784" y="4779645"/>
              <a:ext cx="975360" cy="762635"/>
            </a:xfrm>
            <a:custGeom>
              <a:avLst/>
              <a:gdLst/>
              <a:ahLst/>
              <a:cxnLst/>
              <a:rect l="l" t="t" r="r" b="b"/>
              <a:pathLst>
                <a:path w="975359" h="762635">
                  <a:moveTo>
                    <a:pt x="0" y="381126"/>
                  </a:moveTo>
                  <a:lnTo>
                    <a:pt x="2861" y="339608"/>
                  </a:lnTo>
                  <a:lnTo>
                    <a:pt x="11246" y="299381"/>
                  </a:lnTo>
                  <a:lnTo>
                    <a:pt x="24858" y="260681"/>
                  </a:lnTo>
                  <a:lnTo>
                    <a:pt x="43399" y="223738"/>
                  </a:lnTo>
                  <a:lnTo>
                    <a:pt x="66571" y="188787"/>
                  </a:lnTo>
                  <a:lnTo>
                    <a:pt x="94077" y="156060"/>
                  </a:lnTo>
                  <a:lnTo>
                    <a:pt x="125619" y="125790"/>
                  </a:lnTo>
                  <a:lnTo>
                    <a:pt x="160900" y="98209"/>
                  </a:lnTo>
                  <a:lnTo>
                    <a:pt x="199622" y="73550"/>
                  </a:lnTo>
                  <a:lnTo>
                    <a:pt x="241488" y="52046"/>
                  </a:lnTo>
                  <a:lnTo>
                    <a:pt x="286199" y="33930"/>
                  </a:lnTo>
                  <a:lnTo>
                    <a:pt x="333459" y="19435"/>
                  </a:lnTo>
                  <a:lnTo>
                    <a:pt x="382969" y="8792"/>
                  </a:lnTo>
                  <a:lnTo>
                    <a:pt x="434433" y="2237"/>
                  </a:lnTo>
                  <a:lnTo>
                    <a:pt x="487553" y="0"/>
                  </a:lnTo>
                  <a:lnTo>
                    <a:pt x="540694" y="2237"/>
                  </a:lnTo>
                  <a:lnTo>
                    <a:pt x="592174" y="8792"/>
                  </a:lnTo>
                  <a:lnTo>
                    <a:pt x="641695" y="19435"/>
                  </a:lnTo>
                  <a:lnTo>
                    <a:pt x="688961" y="33930"/>
                  </a:lnTo>
                  <a:lnTo>
                    <a:pt x="733674" y="52046"/>
                  </a:lnTo>
                  <a:lnTo>
                    <a:pt x="775538" y="73550"/>
                  </a:lnTo>
                  <a:lnTo>
                    <a:pt x="814255" y="98209"/>
                  </a:lnTo>
                  <a:lnTo>
                    <a:pt x="849530" y="125790"/>
                  </a:lnTo>
                  <a:lnTo>
                    <a:pt x="881065" y="156060"/>
                  </a:lnTo>
                  <a:lnTo>
                    <a:pt x="908562" y="188787"/>
                  </a:lnTo>
                  <a:lnTo>
                    <a:pt x="931726" y="223738"/>
                  </a:lnTo>
                  <a:lnTo>
                    <a:pt x="950259" y="260681"/>
                  </a:lnTo>
                  <a:lnTo>
                    <a:pt x="963865" y="299381"/>
                  </a:lnTo>
                  <a:lnTo>
                    <a:pt x="972246" y="339608"/>
                  </a:lnTo>
                  <a:lnTo>
                    <a:pt x="975106" y="381126"/>
                  </a:lnTo>
                  <a:lnTo>
                    <a:pt x="972246" y="422669"/>
                  </a:lnTo>
                  <a:lnTo>
                    <a:pt x="963865" y="462916"/>
                  </a:lnTo>
                  <a:lnTo>
                    <a:pt x="950259" y="501634"/>
                  </a:lnTo>
                  <a:lnTo>
                    <a:pt x="931726" y="538591"/>
                  </a:lnTo>
                  <a:lnTo>
                    <a:pt x="908562" y="573555"/>
                  </a:lnTo>
                  <a:lnTo>
                    <a:pt x="881065" y="606292"/>
                  </a:lnTo>
                  <a:lnTo>
                    <a:pt x="849530" y="636571"/>
                  </a:lnTo>
                  <a:lnTo>
                    <a:pt x="814255" y="664159"/>
                  </a:lnTo>
                  <a:lnTo>
                    <a:pt x="775538" y="688822"/>
                  </a:lnTo>
                  <a:lnTo>
                    <a:pt x="733674" y="710329"/>
                  </a:lnTo>
                  <a:lnTo>
                    <a:pt x="688961" y="728448"/>
                  </a:lnTo>
                  <a:lnTo>
                    <a:pt x="641695" y="742944"/>
                  </a:lnTo>
                  <a:lnTo>
                    <a:pt x="592174" y="753587"/>
                  </a:lnTo>
                  <a:lnTo>
                    <a:pt x="540694" y="760143"/>
                  </a:lnTo>
                  <a:lnTo>
                    <a:pt x="487553" y="762380"/>
                  </a:lnTo>
                  <a:lnTo>
                    <a:pt x="434433" y="760143"/>
                  </a:lnTo>
                  <a:lnTo>
                    <a:pt x="382969" y="753587"/>
                  </a:lnTo>
                  <a:lnTo>
                    <a:pt x="333459" y="742944"/>
                  </a:lnTo>
                  <a:lnTo>
                    <a:pt x="286199" y="728448"/>
                  </a:lnTo>
                  <a:lnTo>
                    <a:pt x="241488" y="710329"/>
                  </a:lnTo>
                  <a:lnTo>
                    <a:pt x="199622" y="688822"/>
                  </a:lnTo>
                  <a:lnTo>
                    <a:pt x="160900" y="664159"/>
                  </a:lnTo>
                  <a:lnTo>
                    <a:pt x="125619" y="636571"/>
                  </a:lnTo>
                  <a:lnTo>
                    <a:pt x="94077" y="606292"/>
                  </a:lnTo>
                  <a:lnTo>
                    <a:pt x="66571" y="573555"/>
                  </a:lnTo>
                  <a:lnTo>
                    <a:pt x="43399" y="538591"/>
                  </a:lnTo>
                  <a:lnTo>
                    <a:pt x="24858" y="501634"/>
                  </a:lnTo>
                  <a:lnTo>
                    <a:pt x="11246" y="462916"/>
                  </a:lnTo>
                  <a:lnTo>
                    <a:pt x="2861" y="422669"/>
                  </a:lnTo>
                  <a:lnTo>
                    <a:pt x="0" y="381126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921879" y="4979923"/>
            <a:ext cx="4870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4F8FA"/>
                </a:solidFill>
                <a:latin typeface="Calibri"/>
                <a:cs typeface="Calibri"/>
              </a:rPr>
              <a:t>AZ</a:t>
            </a:r>
            <a:r>
              <a:rPr sz="2000" b="1" spc="-1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000" b="1" spc="-60" dirty="0">
                <a:solidFill>
                  <a:srgbClr val="F4F8FA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859266" y="4773295"/>
            <a:ext cx="988060" cy="775335"/>
            <a:chOff x="8859266" y="4773295"/>
            <a:chExt cx="988060" cy="775335"/>
          </a:xfrm>
        </p:grpSpPr>
        <p:sp>
          <p:nvSpPr>
            <p:cNvPr id="28" name="object 28"/>
            <p:cNvSpPr/>
            <p:nvPr/>
          </p:nvSpPr>
          <p:spPr>
            <a:xfrm>
              <a:off x="8865616" y="4779645"/>
              <a:ext cx="975360" cy="762635"/>
            </a:xfrm>
            <a:custGeom>
              <a:avLst/>
              <a:gdLst/>
              <a:ahLst/>
              <a:cxnLst/>
              <a:rect l="l" t="t" r="r" b="b"/>
              <a:pathLst>
                <a:path w="975359" h="762635">
                  <a:moveTo>
                    <a:pt x="487552" y="0"/>
                  </a:moveTo>
                  <a:lnTo>
                    <a:pt x="434433" y="2237"/>
                  </a:lnTo>
                  <a:lnTo>
                    <a:pt x="382969" y="8792"/>
                  </a:lnTo>
                  <a:lnTo>
                    <a:pt x="333459" y="19435"/>
                  </a:lnTo>
                  <a:lnTo>
                    <a:pt x="286199" y="33930"/>
                  </a:lnTo>
                  <a:lnTo>
                    <a:pt x="241488" y="52046"/>
                  </a:lnTo>
                  <a:lnTo>
                    <a:pt x="199622" y="73550"/>
                  </a:lnTo>
                  <a:lnTo>
                    <a:pt x="160900" y="98209"/>
                  </a:lnTo>
                  <a:lnTo>
                    <a:pt x="125619" y="125790"/>
                  </a:lnTo>
                  <a:lnTo>
                    <a:pt x="94077" y="156060"/>
                  </a:lnTo>
                  <a:lnTo>
                    <a:pt x="66571" y="188787"/>
                  </a:lnTo>
                  <a:lnTo>
                    <a:pt x="43399" y="223738"/>
                  </a:lnTo>
                  <a:lnTo>
                    <a:pt x="24858" y="260681"/>
                  </a:lnTo>
                  <a:lnTo>
                    <a:pt x="11246" y="299381"/>
                  </a:lnTo>
                  <a:lnTo>
                    <a:pt x="2861" y="339608"/>
                  </a:lnTo>
                  <a:lnTo>
                    <a:pt x="0" y="381126"/>
                  </a:lnTo>
                  <a:lnTo>
                    <a:pt x="2861" y="422669"/>
                  </a:lnTo>
                  <a:lnTo>
                    <a:pt x="11246" y="462916"/>
                  </a:lnTo>
                  <a:lnTo>
                    <a:pt x="24858" y="501634"/>
                  </a:lnTo>
                  <a:lnTo>
                    <a:pt x="43399" y="538591"/>
                  </a:lnTo>
                  <a:lnTo>
                    <a:pt x="66571" y="573555"/>
                  </a:lnTo>
                  <a:lnTo>
                    <a:pt x="94077" y="606292"/>
                  </a:lnTo>
                  <a:lnTo>
                    <a:pt x="125619" y="636571"/>
                  </a:lnTo>
                  <a:lnTo>
                    <a:pt x="160900" y="664159"/>
                  </a:lnTo>
                  <a:lnTo>
                    <a:pt x="199622" y="688822"/>
                  </a:lnTo>
                  <a:lnTo>
                    <a:pt x="241488" y="710329"/>
                  </a:lnTo>
                  <a:lnTo>
                    <a:pt x="286199" y="728448"/>
                  </a:lnTo>
                  <a:lnTo>
                    <a:pt x="333459" y="742944"/>
                  </a:lnTo>
                  <a:lnTo>
                    <a:pt x="382969" y="753587"/>
                  </a:lnTo>
                  <a:lnTo>
                    <a:pt x="434433" y="760143"/>
                  </a:lnTo>
                  <a:lnTo>
                    <a:pt x="487552" y="762380"/>
                  </a:lnTo>
                  <a:lnTo>
                    <a:pt x="540672" y="760143"/>
                  </a:lnTo>
                  <a:lnTo>
                    <a:pt x="592136" y="753587"/>
                  </a:lnTo>
                  <a:lnTo>
                    <a:pt x="641646" y="742944"/>
                  </a:lnTo>
                  <a:lnTo>
                    <a:pt x="688906" y="728448"/>
                  </a:lnTo>
                  <a:lnTo>
                    <a:pt x="733617" y="710329"/>
                  </a:lnTo>
                  <a:lnTo>
                    <a:pt x="775483" y="688822"/>
                  </a:lnTo>
                  <a:lnTo>
                    <a:pt x="814205" y="664159"/>
                  </a:lnTo>
                  <a:lnTo>
                    <a:pt x="849486" y="636571"/>
                  </a:lnTo>
                  <a:lnTo>
                    <a:pt x="881028" y="606292"/>
                  </a:lnTo>
                  <a:lnTo>
                    <a:pt x="908534" y="573555"/>
                  </a:lnTo>
                  <a:lnTo>
                    <a:pt x="931706" y="538591"/>
                  </a:lnTo>
                  <a:lnTo>
                    <a:pt x="950247" y="501634"/>
                  </a:lnTo>
                  <a:lnTo>
                    <a:pt x="963859" y="462916"/>
                  </a:lnTo>
                  <a:lnTo>
                    <a:pt x="972244" y="422669"/>
                  </a:lnTo>
                  <a:lnTo>
                    <a:pt x="975105" y="381126"/>
                  </a:lnTo>
                  <a:lnTo>
                    <a:pt x="972244" y="339608"/>
                  </a:lnTo>
                  <a:lnTo>
                    <a:pt x="963859" y="299381"/>
                  </a:lnTo>
                  <a:lnTo>
                    <a:pt x="950247" y="260681"/>
                  </a:lnTo>
                  <a:lnTo>
                    <a:pt x="931706" y="223738"/>
                  </a:lnTo>
                  <a:lnTo>
                    <a:pt x="908534" y="188787"/>
                  </a:lnTo>
                  <a:lnTo>
                    <a:pt x="881028" y="156060"/>
                  </a:lnTo>
                  <a:lnTo>
                    <a:pt x="849486" y="125790"/>
                  </a:lnTo>
                  <a:lnTo>
                    <a:pt x="814205" y="98209"/>
                  </a:lnTo>
                  <a:lnTo>
                    <a:pt x="775483" y="73550"/>
                  </a:lnTo>
                  <a:lnTo>
                    <a:pt x="733617" y="52046"/>
                  </a:lnTo>
                  <a:lnTo>
                    <a:pt x="688906" y="33930"/>
                  </a:lnTo>
                  <a:lnTo>
                    <a:pt x="641646" y="19435"/>
                  </a:lnTo>
                  <a:lnTo>
                    <a:pt x="592136" y="8792"/>
                  </a:lnTo>
                  <a:lnTo>
                    <a:pt x="540672" y="2237"/>
                  </a:lnTo>
                  <a:lnTo>
                    <a:pt x="487552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65616" y="4779645"/>
              <a:ext cx="975360" cy="762635"/>
            </a:xfrm>
            <a:custGeom>
              <a:avLst/>
              <a:gdLst/>
              <a:ahLst/>
              <a:cxnLst/>
              <a:rect l="l" t="t" r="r" b="b"/>
              <a:pathLst>
                <a:path w="975359" h="762635">
                  <a:moveTo>
                    <a:pt x="0" y="381126"/>
                  </a:moveTo>
                  <a:lnTo>
                    <a:pt x="2861" y="339608"/>
                  </a:lnTo>
                  <a:lnTo>
                    <a:pt x="11246" y="299381"/>
                  </a:lnTo>
                  <a:lnTo>
                    <a:pt x="24858" y="260681"/>
                  </a:lnTo>
                  <a:lnTo>
                    <a:pt x="43399" y="223738"/>
                  </a:lnTo>
                  <a:lnTo>
                    <a:pt x="66571" y="188787"/>
                  </a:lnTo>
                  <a:lnTo>
                    <a:pt x="94077" y="156060"/>
                  </a:lnTo>
                  <a:lnTo>
                    <a:pt x="125619" y="125790"/>
                  </a:lnTo>
                  <a:lnTo>
                    <a:pt x="160900" y="98209"/>
                  </a:lnTo>
                  <a:lnTo>
                    <a:pt x="199622" y="73550"/>
                  </a:lnTo>
                  <a:lnTo>
                    <a:pt x="241488" y="52046"/>
                  </a:lnTo>
                  <a:lnTo>
                    <a:pt x="286199" y="33930"/>
                  </a:lnTo>
                  <a:lnTo>
                    <a:pt x="333459" y="19435"/>
                  </a:lnTo>
                  <a:lnTo>
                    <a:pt x="382969" y="8792"/>
                  </a:lnTo>
                  <a:lnTo>
                    <a:pt x="434433" y="2237"/>
                  </a:lnTo>
                  <a:lnTo>
                    <a:pt x="487552" y="0"/>
                  </a:lnTo>
                  <a:lnTo>
                    <a:pt x="540672" y="2237"/>
                  </a:lnTo>
                  <a:lnTo>
                    <a:pt x="592136" y="8792"/>
                  </a:lnTo>
                  <a:lnTo>
                    <a:pt x="641646" y="19435"/>
                  </a:lnTo>
                  <a:lnTo>
                    <a:pt x="688906" y="33930"/>
                  </a:lnTo>
                  <a:lnTo>
                    <a:pt x="733617" y="52046"/>
                  </a:lnTo>
                  <a:lnTo>
                    <a:pt x="775483" y="73550"/>
                  </a:lnTo>
                  <a:lnTo>
                    <a:pt x="814205" y="98209"/>
                  </a:lnTo>
                  <a:lnTo>
                    <a:pt x="849486" y="125790"/>
                  </a:lnTo>
                  <a:lnTo>
                    <a:pt x="881028" y="156060"/>
                  </a:lnTo>
                  <a:lnTo>
                    <a:pt x="908534" y="188787"/>
                  </a:lnTo>
                  <a:lnTo>
                    <a:pt x="931706" y="223738"/>
                  </a:lnTo>
                  <a:lnTo>
                    <a:pt x="950247" y="260681"/>
                  </a:lnTo>
                  <a:lnTo>
                    <a:pt x="963859" y="299381"/>
                  </a:lnTo>
                  <a:lnTo>
                    <a:pt x="972244" y="339608"/>
                  </a:lnTo>
                  <a:lnTo>
                    <a:pt x="975105" y="381126"/>
                  </a:lnTo>
                  <a:lnTo>
                    <a:pt x="972244" y="422669"/>
                  </a:lnTo>
                  <a:lnTo>
                    <a:pt x="963859" y="462916"/>
                  </a:lnTo>
                  <a:lnTo>
                    <a:pt x="950247" y="501634"/>
                  </a:lnTo>
                  <a:lnTo>
                    <a:pt x="931706" y="538591"/>
                  </a:lnTo>
                  <a:lnTo>
                    <a:pt x="908534" y="573555"/>
                  </a:lnTo>
                  <a:lnTo>
                    <a:pt x="881028" y="606292"/>
                  </a:lnTo>
                  <a:lnTo>
                    <a:pt x="849486" y="636571"/>
                  </a:lnTo>
                  <a:lnTo>
                    <a:pt x="814205" y="664159"/>
                  </a:lnTo>
                  <a:lnTo>
                    <a:pt x="775483" y="688822"/>
                  </a:lnTo>
                  <a:lnTo>
                    <a:pt x="733617" y="710329"/>
                  </a:lnTo>
                  <a:lnTo>
                    <a:pt x="688906" y="728448"/>
                  </a:lnTo>
                  <a:lnTo>
                    <a:pt x="641646" y="742944"/>
                  </a:lnTo>
                  <a:lnTo>
                    <a:pt x="592136" y="753587"/>
                  </a:lnTo>
                  <a:lnTo>
                    <a:pt x="540672" y="760143"/>
                  </a:lnTo>
                  <a:lnTo>
                    <a:pt x="487552" y="762380"/>
                  </a:lnTo>
                  <a:lnTo>
                    <a:pt x="434433" y="760143"/>
                  </a:lnTo>
                  <a:lnTo>
                    <a:pt x="382969" y="753587"/>
                  </a:lnTo>
                  <a:lnTo>
                    <a:pt x="333459" y="742944"/>
                  </a:lnTo>
                  <a:lnTo>
                    <a:pt x="286199" y="728448"/>
                  </a:lnTo>
                  <a:lnTo>
                    <a:pt x="241488" y="710329"/>
                  </a:lnTo>
                  <a:lnTo>
                    <a:pt x="199622" y="688822"/>
                  </a:lnTo>
                  <a:lnTo>
                    <a:pt x="160900" y="664159"/>
                  </a:lnTo>
                  <a:lnTo>
                    <a:pt x="125619" y="636571"/>
                  </a:lnTo>
                  <a:lnTo>
                    <a:pt x="94077" y="606292"/>
                  </a:lnTo>
                  <a:lnTo>
                    <a:pt x="66571" y="573555"/>
                  </a:lnTo>
                  <a:lnTo>
                    <a:pt x="43399" y="538591"/>
                  </a:lnTo>
                  <a:lnTo>
                    <a:pt x="24858" y="501634"/>
                  </a:lnTo>
                  <a:lnTo>
                    <a:pt x="11246" y="462916"/>
                  </a:lnTo>
                  <a:lnTo>
                    <a:pt x="2861" y="422669"/>
                  </a:lnTo>
                  <a:lnTo>
                    <a:pt x="0" y="381126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109709" y="4979923"/>
            <a:ext cx="4883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4F8FA"/>
                </a:solidFill>
                <a:latin typeface="Calibri"/>
                <a:cs typeface="Calibri"/>
              </a:rPr>
              <a:t>AZ</a:t>
            </a:r>
            <a:r>
              <a:rPr sz="2000" b="1" spc="-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F4F8FA"/>
                </a:solidFill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818634" y="4512055"/>
            <a:ext cx="2556510" cy="457200"/>
          </a:xfrm>
          <a:custGeom>
            <a:avLst/>
            <a:gdLst/>
            <a:ahLst/>
            <a:cxnLst/>
            <a:rect l="l" t="t" r="r" b="b"/>
            <a:pathLst>
              <a:path w="2556509" h="457200">
                <a:moveTo>
                  <a:pt x="457200" y="0"/>
                </a:moveTo>
                <a:lnTo>
                  <a:pt x="0" y="228600"/>
                </a:lnTo>
                <a:lnTo>
                  <a:pt x="457200" y="457200"/>
                </a:lnTo>
                <a:lnTo>
                  <a:pt x="457200" y="304800"/>
                </a:lnTo>
                <a:lnTo>
                  <a:pt x="381000" y="304800"/>
                </a:lnTo>
                <a:lnTo>
                  <a:pt x="381000" y="152400"/>
                </a:lnTo>
                <a:lnTo>
                  <a:pt x="457200" y="152400"/>
                </a:lnTo>
                <a:lnTo>
                  <a:pt x="457200" y="0"/>
                </a:lnTo>
                <a:close/>
              </a:path>
              <a:path w="2556509" h="457200">
                <a:moveTo>
                  <a:pt x="2099056" y="0"/>
                </a:moveTo>
                <a:lnTo>
                  <a:pt x="2099056" y="457200"/>
                </a:lnTo>
                <a:lnTo>
                  <a:pt x="2403856" y="304800"/>
                </a:lnTo>
                <a:lnTo>
                  <a:pt x="2175256" y="304800"/>
                </a:lnTo>
                <a:lnTo>
                  <a:pt x="2175256" y="152400"/>
                </a:lnTo>
                <a:lnTo>
                  <a:pt x="2403856" y="152400"/>
                </a:lnTo>
                <a:lnTo>
                  <a:pt x="2099056" y="0"/>
                </a:lnTo>
                <a:close/>
              </a:path>
              <a:path w="2556509" h="457200">
                <a:moveTo>
                  <a:pt x="457200" y="152400"/>
                </a:moveTo>
                <a:lnTo>
                  <a:pt x="381000" y="152400"/>
                </a:lnTo>
                <a:lnTo>
                  <a:pt x="381000" y="304800"/>
                </a:lnTo>
                <a:lnTo>
                  <a:pt x="457200" y="304800"/>
                </a:lnTo>
                <a:lnTo>
                  <a:pt x="457200" y="152400"/>
                </a:lnTo>
                <a:close/>
              </a:path>
              <a:path w="2556509" h="457200">
                <a:moveTo>
                  <a:pt x="2099056" y="152400"/>
                </a:moveTo>
                <a:lnTo>
                  <a:pt x="457200" y="152400"/>
                </a:lnTo>
                <a:lnTo>
                  <a:pt x="457200" y="304800"/>
                </a:lnTo>
                <a:lnTo>
                  <a:pt x="2099056" y="304800"/>
                </a:lnTo>
                <a:lnTo>
                  <a:pt x="2099056" y="152400"/>
                </a:lnTo>
                <a:close/>
              </a:path>
              <a:path w="2556509" h="457200">
                <a:moveTo>
                  <a:pt x="2403856" y="152400"/>
                </a:moveTo>
                <a:lnTo>
                  <a:pt x="2175256" y="152400"/>
                </a:lnTo>
                <a:lnTo>
                  <a:pt x="2175256" y="304800"/>
                </a:lnTo>
                <a:lnTo>
                  <a:pt x="2403856" y="304800"/>
                </a:lnTo>
                <a:lnTo>
                  <a:pt x="2556256" y="228600"/>
                </a:lnTo>
                <a:lnTo>
                  <a:pt x="2403856" y="152400"/>
                </a:lnTo>
                <a:close/>
              </a:path>
            </a:pathLst>
          </a:custGeom>
          <a:solidFill>
            <a:srgbClr val="5C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04443" y="1029081"/>
            <a:ext cx="8701405" cy="2836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Availability</a:t>
            </a:r>
            <a:r>
              <a:rPr sz="2600" spc="-7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Zones</a:t>
            </a:r>
            <a:r>
              <a:rPr sz="2600" spc="-7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&amp;</a:t>
            </a:r>
            <a:r>
              <a:rPr sz="2600" spc="-4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Region</a:t>
            </a:r>
            <a:r>
              <a:rPr sz="2600" spc="-6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Pairs</a:t>
            </a:r>
            <a:endParaRPr sz="2600">
              <a:latin typeface="Calibri"/>
              <a:cs typeface="Calibri"/>
            </a:endParaRPr>
          </a:p>
          <a:p>
            <a:pPr marL="1630680" algn="ctr">
              <a:lnSpc>
                <a:spcPct val="100000"/>
              </a:lnSpc>
              <a:spcBef>
                <a:spcPts val="2650"/>
              </a:spcBef>
            </a:pPr>
            <a:r>
              <a:rPr sz="3200" b="1" dirty="0">
                <a:solidFill>
                  <a:srgbClr val="002539"/>
                </a:solidFill>
                <a:latin typeface="Calibri"/>
                <a:cs typeface="Calibri"/>
              </a:rPr>
              <a:t>Geographic</a:t>
            </a:r>
            <a:r>
              <a:rPr sz="3200" b="1" spc="-1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2539"/>
                </a:solidFill>
                <a:latin typeface="Calibri"/>
                <a:cs typeface="Calibri"/>
              </a:rPr>
              <a:t>Redundancy</a:t>
            </a:r>
            <a:endParaRPr sz="3200">
              <a:latin typeface="Calibri"/>
              <a:cs typeface="Calibri"/>
            </a:endParaRPr>
          </a:p>
          <a:p>
            <a:pPr marL="1357630">
              <a:lnSpc>
                <a:spcPct val="100000"/>
              </a:lnSpc>
              <a:spcBef>
                <a:spcPts val="3005"/>
              </a:spcBef>
              <a:tabLst>
                <a:tab pos="7145020" algn="l"/>
              </a:tabLst>
            </a:pP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Availability</a:t>
            </a:r>
            <a:r>
              <a:rPr sz="2400" b="1" spc="-45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Zones</a:t>
            </a:r>
            <a:r>
              <a:rPr sz="2400" b="1" dirty="0">
                <a:solidFill>
                  <a:srgbClr val="0078D3"/>
                </a:solidFill>
                <a:latin typeface="Calibri"/>
                <a:cs typeface="Calibri"/>
              </a:rPr>
              <a:t>	Region</a:t>
            </a:r>
            <a:r>
              <a:rPr sz="2400" b="1" spc="-85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Pairs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2400">
              <a:latin typeface="Calibri"/>
              <a:cs typeface="Calibri"/>
            </a:endParaRPr>
          </a:p>
          <a:p>
            <a:pPr marL="1671955" algn="ctr">
              <a:lnSpc>
                <a:spcPct val="100000"/>
              </a:lnSpc>
              <a:spcBef>
                <a:spcPts val="5"/>
              </a:spcBef>
              <a:tabLst>
                <a:tab pos="7120890" algn="l"/>
              </a:tabLst>
            </a:pPr>
            <a:r>
              <a:rPr sz="2800" b="1" spc="-10" dirty="0">
                <a:solidFill>
                  <a:srgbClr val="F4F8FA"/>
                </a:solidFill>
                <a:latin typeface="Calibri"/>
                <a:cs typeface="Calibri"/>
              </a:rPr>
              <a:t>Region</a:t>
            </a:r>
            <a:r>
              <a:rPr sz="2800" b="1" dirty="0">
                <a:solidFill>
                  <a:srgbClr val="F4F8FA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4F8FA"/>
                </a:solidFill>
                <a:latin typeface="Calibri"/>
                <a:cs typeface="Calibri"/>
              </a:rPr>
              <a:t>Region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166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434"/>
              </a:spcBef>
            </a:pPr>
            <a:r>
              <a:rPr sz="4000" spc="405" dirty="0"/>
              <a:t>Deployment</a:t>
            </a:r>
            <a:r>
              <a:rPr sz="4000" spc="-10" dirty="0"/>
              <a:t> </a:t>
            </a:r>
            <a:r>
              <a:rPr sz="4000" spc="270" dirty="0"/>
              <a:t>Strategies</a:t>
            </a:r>
            <a:r>
              <a:rPr sz="4000" spc="-15" dirty="0"/>
              <a:t> </a:t>
            </a:r>
            <a:r>
              <a:rPr sz="4000" spc="325" dirty="0"/>
              <a:t>for</a:t>
            </a:r>
            <a:r>
              <a:rPr sz="4000" spc="-15" dirty="0"/>
              <a:t> </a:t>
            </a:r>
            <a:r>
              <a:rPr sz="4000" spc="330" dirty="0"/>
              <a:t>Resilience</a:t>
            </a:r>
            <a:endParaRPr sz="4000"/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Active-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Active</a:t>
            </a:r>
            <a:r>
              <a:rPr sz="2600" spc="-6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vs</a:t>
            </a:r>
            <a:r>
              <a:rPr sz="2600" spc="-2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Active-Passive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25648" y="1868170"/>
            <a:ext cx="7208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94325" algn="l"/>
              </a:tabLst>
            </a:pP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Active-Active</a:t>
            </a:r>
            <a:r>
              <a:rPr sz="2400" b="1" dirty="0">
                <a:solidFill>
                  <a:srgbClr val="0078D3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Active-Passive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3796" y="4139700"/>
            <a:ext cx="1821814" cy="1266190"/>
            <a:chOff x="1273796" y="4139700"/>
            <a:chExt cx="1821814" cy="1266190"/>
          </a:xfrm>
        </p:grpSpPr>
        <p:sp>
          <p:nvSpPr>
            <p:cNvPr id="5" name="object 5"/>
            <p:cNvSpPr/>
            <p:nvPr/>
          </p:nvSpPr>
          <p:spPr>
            <a:xfrm>
              <a:off x="1280146" y="4146050"/>
              <a:ext cx="1809114" cy="1253490"/>
            </a:xfrm>
            <a:custGeom>
              <a:avLst/>
              <a:gdLst/>
              <a:ahLst/>
              <a:cxnLst/>
              <a:rect l="l" t="t" r="r" b="b"/>
              <a:pathLst>
                <a:path w="1809114" h="1253489">
                  <a:moveTo>
                    <a:pt x="1409800" y="0"/>
                  </a:moveTo>
                  <a:lnTo>
                    <a:pt x="1365471" y="3437"/>
                  </a:lnTo>
                  <a:lnTo>
                    <a:pt x="1322802" y="15929"/>
                  </a:lnTo>
                  <a:lnTo>
                    <a:pt x="1283510" y="37345"/>
                  </a:lnTo>
                  <a:lnTo>
                    <a:pt x="1249312" y="67555"/>
                  </a:lnTo>
                  <a:lnTo>
                    <a:pt x="1235689" y="52596"/>
                  </a:lnTo>
                  <a:lnTo>
                    <a:pt x="1203681" y="27585"/>
                  </a:lnTo>
                  <a:lnTo>
                    <a:pt x="1139242" y="2853"/>
                  </a:lnTo>
                  <a:lnTo>
                    <a:pt x="1092020" y="33"/>
                  </a:lnTo>
                  <a:lnTo>
                    <a:pt x="1046223" y="8579"/>
                  </a:lnTo>
                  <a:lnTo>
                    <a:pt x="1004183" y="27761"/>
                  </a:lnTo>
                  <a:lnTo>
                    <a:pt x="968232" y="56850"/>
                  </a:lnTo>
                  <a:lnTo>
                    <a:pt x="940702" y="95114"/>
                  </a:lnTo>
                  <a:lnTo>
                    <a:pt x="928801" y="84854"/>
                  </a:lnTo>
                  <a:lnTo>
                    <a:pt x="888886" y="59173"/>
                  </a:lnTo>
                  <a:lnTo>
                    <a:pt x="840940" y="41419"/>
                  </a:lnTo>
                  <a:lnTo>
                    <a:pt x="791599" y="34618"/>
                  </a:lnTo>
                  <a:lnTo>
                    <a:pt x="742672" y="38245"/>
                  </a:lnTo>
                  <a:lnTo>
                    <a:pt x="695966" y="51776"/>
                  </a:lnTo>
                  <a:lnTo>
                    <a:pt x="653290" y="74687"/>
                  </a:lnTo>
                  <a:lnTo>
                    <a:pt x="616452" y="106452"/>
                  </a:lnTo>
                  <a:lnTo>
                    <a:pt x="587261" y="146549"/>
                  </a:lnTo>
                  <a:lnTo>
                    <a:pt x="544823" y="127334"/>
                  </a:lnTo>
                  <a:lnTo>
                    <a:pt x="499885" y="115132"/>
                  </a:lnTo>
                  <a:lnTo>
                    <a:pt x="453423" y="110098"/>
                  </a:lnTo>
                  <a:lnTo>
                    <a:pt x="406413" y="112386"/>
                  </a:lnTo>
                  <a:lnTo>
                    <a:pt x="356723" y="123091"/>
                  </a:lnTo>
                  <a:lnTo>
                    <a:pt x="311149" y="141434"/>
                  </a:lnTo>
                  <a:lnTo>
                    <a:pt x="270372" y="166568"/>
                  </a:lnTo>
                  <a:lnTo>
                    <a:pt x="235073" y="197643"/>
                  </a:lnTo>
                  <a:lnTo>
                    <a:pt x="205934" y="233813"/>
                  </a:lnTo>
                  <a:lnTo>
                    <a:pt x="183636" y="274231"/>
                  </a:lnTo>
                  <a:lnTo>
                    <a:pt x="168861" y="318047"/>
                  </a:lnTo>
                  <a:lnTo>
                    <a:pt x="162290" y="364415"/>
                  </a:lnTo>
                  <a:lnTo>
                    <a:pt x="164605" y="412487"/>
                  </a:lnTo>
                  <a:lnTo>
                    <a:pt x="163081" y="416424"/>
                  </a:lnTo>
                  <a:lnTo>
                    <a:pt x="121345" y="425298"/>
                  </a:lnTo>
                  <a:lnTo>
                    <a:pt x="83420" y="442935"/>
                  </a:lnTo>
                  <a:lnTo>
                    <a:pt x="50781" y="468430"/>
                  </a:lnTo>
                  <a:lnTo>
                    <a:pt x="24905" y="500879"/>
                  </a:lnTo>
                  <a:lnTo>
                    <a:pt x="6116" y="543546"/>
                  </a:lnTo>
                  <a:lnTo>
                    <a:pt x="0" y="587878"/>
                  </a:lnTo>
                  <a:lnTo>
                    <a:pt x="5939" y="631625"/>
                  </a:lnTo>
                  <a:lnTo>
                    <a:pt x="23318" y="672536"/>
                  </a:lnTo>
                  <a:lnTo>
                    <a:pt x="51520" y="708359"/>
                  </a:lnTo>
                  <a:lnTo>
                    <a:pt x="89929" y="736845"/>
                  </a:lnTo>
                  <a:lnTo>
                    <a:pt x="66069" y="766779"/>
                  </a:lnTo>
                  <a:lnTo>
                    <a:pt x="49828" y="800487"/>
                  </a:lnTo>
                  <a:lnTo>
                    <a:pt x="41637" y="836696"/>
                  </a:lnTo>
                  <a:lnTo>
                    <a:pt x="41923" y="874132"/>
                  </a:lnTo>
                  <a:lnTo>
                    <a:pt x="54069" y="918767"/>
                  </a:lnTo>
                  <a:lnTo>
                    <a:pt x="77417" y="957486"/>
                  </a:lnTo>
                  <a:lnTo>
                    <a:pt x="110042" y="988860"/>
                  </a:lnTo>
                  <a:lnTo>
                    <a:pt x="150023" y="1011461"/>
                  </a:lnTo>
                  <a:lnTo>
                    <a:pt x="195437" y="1023859"/>
                  </a:lnTo>
                  <a:lnTo>
                    <a:pt x="244361" y="1024627"/>
                  </a:lnTo>
                  <a:lnTo>
                    <a:pt x="246520" y="1028310"/>
                  </a:lnTo>
                  <a:lnTo>
                    <a:pt x="275359" y="1067242"/>
                  </a:lnTo>
                  <a:lnTo>
                    <a:pt x="307527" y="1099248"/>
                  </a:lnTo>
                  <a:lnTo>
                    <a:pt x="343606" y="1126069"/>
                  </a:lnTo>
                  <a:lnTo>
                    <a:pt x="382911" y="1147547"/>
                  </a:lnTo>
                  <a:lnTo>
                    <a:pt x="424757" y="1163519"/>
                  </a:lnTo>
                  <a:lnTo>
                    <a:pt x="468457" y="1173826"/>
                  </a:lnTo>
                  <a:lnTo>
                    <a:pt x="513325" y="1178305"/>
                  </a:lnTo>
                  <a:lnTo>
                    <a:pt x="558676" y="1176796"/>
                  </a:lnTo>
                  <a:lnTo>
                    <a:pt x="603823" y="1169139"/>
                  </a:lnTo>
                  <a:lnTo>
                    <a:pt x="648082" y="1155173"/>
                  </a:lnTo>
                  <a:lnTo>
                    <a:pt x="690766" y="1134736"/>
                  </a:lnTo>
                  <a:lnTo>
                    <a:pt x="721196" y="1170685"/>
                  </a:lnTo>
                  <a:lnTo>
                    <a:pt x="757425" y="1200966"/>
                  </a:lnTo>
                  <a:lnTo>
                    <a:pt x="798583" y="1224961"/>
                  </a:lnTo>
                  <a:lnTo>
                    <a:pt x="843801" y="1242051"/>
                  </a:lnTo>
                  <a:lnTo>
                    <a:pt x="893687" y="1251857"/>
                  </a:lnTo>
                  <a:lnTo>
                    <a:pt x="943200" y="1253080"/>
                  </a:lnTo>
                  <a:lnTo>
                    <a:pt x="991346" y="1246223"/>
                  </a:lnTo>
                  <a:lnTo>
                    <a:pt x="1037131" y="1231790"/>
                  </a:lnTo>
                  <a:lnTo>
                    <a:pt x="1079561" y="1210284"/>
                  </a:lnTo>
                  <a:lnTo>
                    <a:pt x="1117641" y="1182210"/>
                  </a:lnTo>
                  <a:lnTo>
                    <a:pt x="1150378" y="1148071"/>
                  </a:lnTo>
                  <a:lnTo>
                    <a:pt x="1176777" y="1108372"/>
                  </a:lnTo>
                  <a:lnTo>
                    <a:pt x="1195845" y="1063616"/>
                  </a:lnTo>
                  <a:lnTo>
                    <a:pt x="1225249" y="1078409"/>
                  </a:lnTo>
                  <a:lnTo>
                    <a:pt x="1256392" y="1089190"/>
                  </a:lnTo>
                  <a:lnTo>
                    <a:pt x="1288821" y="1095852"/>
                  </a:lnTo>
                  <a:lnTo>
                    <a:pt x="1322083" y="1098287"/>
                  </a:lnTo>
                  <a:lnTo>
                    <a:pt x="1370872" y="1094021"/>
                  </a:lnTo>
                  <a:lnTo>
                    <a:pt x="1416386" y="1081068"/>
                  </a:lnTo>
                  <a:lnTo>
                    <a:pt x="1457646" y="1060338"/>
                  </a:lnTo>
                  <a:lnTo>
                    <a:pt x="1493676" y="1032739"/>
                  </a:lnTo>
                  <a:lnTo>
                    <a:pt x="1523495" y="999181"/>
                  </a:lnTo>
                  <a:lnTo>
                    <a:pt x="1546129" y="960573"/>
                  </a:lnTo>
                  <a:lnTo>
                    <a:pt x="1560597" y="917825"/>
                  </a:lnTo>
                  <a:lnTo>
                    <a:pt x="1565923" y="871846"/>
                  </a:lnTo>
                  <a:lnTo>
                    <a:pt x="1601550" y="864825"/>
                  </a:lnTo>
                  <a:lnTo>
                    <a:pt x="1668185" y="838306"/>
                  </a:lnTo>
                  <a:lnTo>
                    <a:pt x="1735989" y="786457"/>
                  </a:lnTo>
                  <a:lnTo>
                    <a:pt x="1765986" y="749056"/>
                  </a:lnTo>
                  <a:lnTo>
                    <a:pt x="1788229" y="707997"/>
                  </a:lnTo>
                  <a:lnTo>
                    <a:pt x="1802570" y="664338"/>
                  </a:lnTo>
                  <a:lnTo>
                    <a:pt x="1808861" y="619138"/>
                  </a:lnTo>
                  <a:lnTo>
                    <a:pt x="1806955" y="573457"/>
                  </a:lnTo>
                  <a:lnTo>
                    <a:pt x="1796704" y="528352"/>
                  </a:lnTo>
                  <a:lnTo>
                    <a:pt x="1777962" y="484884"/>
                  </a:lnTo>
                  <a:lnTo>
                    <a:pt x="1750581" y="444110"/>
                  </a:lnTo>
                  <a:lnTo>
                    <a:pt x="1753508" y="437301"/>
                  </a:lnTo>
                  <a:lnTo>
                    <a:pt x="1756185" y="430409"/>
                  </a:lnTo>
                  <a:lnTo>
                    <a:pt x="1758600" y="423446"/>
                  </a:lnTo>
                  <a:lnTo>
                    <a:pt x="1760741" y="416424"/>
                  </a:lnTo>
                  <a:lnTo>
                    <a:pt x="1768502" y="368249"/>
                  </a:lnTo>
                  <a:lnTo>
                    <a:pt x="1764653" y="321207"/>
                  </a:lnTo>
                  <a:lnTo>
                    <a:pt x="1750134" y="276851"/>
                  </a:lnTo>
                  <a:lnTo>
                    <a:pt x="1725884" y="236734"/>
                  </a:lnTo>
                  <a:lnTo>
                    <a:pt x="1692844" y="202408"/>
                  </a:lnTo>
                  <a:lnTo>
                    <a:pt x="1651952" y="175427"/>
                  </a:lnTo>
                  <a:lnTo>
                    <a:pt x="1604150" y="157344"/>
                  </a:lnTo>
                  <a:lnTo>
                    <a:pt x="1594952" y="125447"/>
                  </a:lnTo>
                  <a:lnTo>
                    <a:pt x="1560269" y="68797"/>
                  </a:lnTo>
                  <a:lnTo>
                    <a:pt x="1496566" y="20815"/>
                  </a:lnTo>
                  <a:lnTo>
                    <a:pt x="1454070" y="5749"/>
                  </a:lnTo>
                  <a:lnTo>
                    <a:pt x="140980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0146" y="4146050"/>
              <a:ext cx="1809114" cy="1253490"/>
            </a:xfrm>
            <a:custGeom>
              <a:avLst/>
              <a:gdLst/>
              <a:ahLst/>
              <a:cxnLst/>
              <a:rect l="l" t="t" r="r" b="b"/>
              <a:pathLst>
                <a:path w="1809114" h="1253489">
                  <a:moveTo>
                    <a:pt x="164605" y="412487"/>
                  </a:moveTo>
                  <a:lnTo>
                    <a:pt x="162290" y="364415"/>
                  </a:lnTo>
                  <a:lnTo>
                    <a:pt x="168861" y="318047"/>
                  </a:lnTo>
                  <a:lnTo>
                    <a:pt x="183636" y="274231"/>
                  </a:lnTo>
                  <a:lnTo>
                    <a:pt x="205934" y="233813"/>
                  </a:lnTo>
                  <a:lnTo>
                    <a:pt x="235073" y="197643"/>
                  </a:lnTo>
                  <a:lnTo>
                    <a:pt x="270372" y="166568"/>
                  </a:lnTo>
                  <a:lnTo>
                    <a:pt x="311149" y="141434"/>
                  </a:lnTo>
                  <a:lnTo>
                    <a:pt x="356723" y="123091"/>
                  </a:lnTo>
                  <a:lnTo>
                    <a:pt x="406413" y="112386"/>
                  </a:lnTo>
                  <a:lnTo>
                    <a:pt x="453423" y="110098"/>
                  </a:lnTo>
                  <a:lnTo>
                    <a:pt x="499885" y="115132"/>
                  </a:lnTo>
                  <a:lnTo>
                    <a:pt x="544823" y="127334"/>
                  </a:lnTo>
                  <a:lnTo>
                    <a:pt x="587261" y="146549"/>
                  </a:lnTo>
                  <a:lnTo>
                    <a:pt x="616452" y="106452"/>
                  </a:lnTo>
                  <a:lnTo>
                    <a:pt x="653290" y="74687"/>
                  </a:lnTo>
                  <a:lnTo>
                    <a:pt x="695966" y="51776"/>
                  </a:lnTo>
                  <a:lnTo>
                    <a:pt x="742672" y="38245"/>
                  </a:lnTo>
                  <a:lnTo>
                    <a:pt x="791599" y="34618"/>
                  </a:lnTo>
                  <a:lnTo>
                    <a:pt x="840940" y="41419"/>
                  </a:lnTo>
                  <a:lnTo>
                    <a:pt x="888886" y="59173"/>
                  </a:lnTo>
                  <a:lnTo>
                    <a:pt x="928801" y="84854"/>
                  </a:lnTo>
                  <a:lnTo>
                    <a:pt x="940702" y="95114"/>
                  </a:lnTo>
                  <a:lnTo>
                    <a:pt x="968232" y="56850"/>
                  </a:lnTo>
                  <a:lnTo>
                    <a:pt x="1004183" y="27761"/>
                  </a:lnTo>
                  <a:lnTo>
                    <a:pt x="1046223" y="8579"/>
                  </a:lnTo>
                  <a:lnTo>
                    <a:pt x="1092020" y="33"/>
                  </a:lnTo>
                  <a:lnTo>
                    <a:pt x="1139242" y="2853"/>
                  </a:lnTo>
                  <a:lnTo>
                    <a:pt x="1185558" y="17771"/>
                  </a:lnTo>
                  <a:lnTo>
                    <a:pt x="1220435" y="39234"/>
                  </a:lnTo>
                  <a:lnTo>
                    <a:pt x="1249312" y="67555"/>
                  </a:lnTo>
                  <a:lnTo>
                    <a:pt x="1283510" y="37345"/>
                  </a:lnTo>
                  <a:lnTo>
                    <a:pt x="1322802" y="15929"/>
                  </a:lnTo>
                  <a:lnTo>
                    <a:pt x="1365471" y="3437"/>
                  </a:lnTo>
                  <a:lnTo>
                    <a:pt x="1409800" y="0"/>
                  </a:lnTo>
                  <a:lnTo>
                    <a:pt x="1454070" y="5749"/>
                  </a:lnTo>
                  <a:lnTo>
                    <a:pt x="1496566" y="20815"/>
                  </a:lnTo>
                  <a:lnTo>
                    <a:pt x="1535570" y="45330"/>
                  </a:lnTo>
                  <a:lnTo>
                    <a:pt x="1580194" y="95717"/>
                  </a:lnTo>
                  <a:lnTo>
                    <a:pt x="1604150" y="157344"/>
                  </a:lnTo>
                  <a:lnTo>
                    <a:pt x="1651952" y="175427"/>
                  </a:lnTo>
                  <a:lnTo>
                    <a:pt x="1692844" y="202408"/>
                  </a:lnTo>
                  <a:lnTo>
                    <a:pt x="1725884" y="236734"/>
                  </a:lnTo>
                  <a:lnTo>
                    <a:pt x="1750134" y="276851"/>
                  </a:lnTo>
                  <a:lnTo>
                    <a:pt x="1764653" y="321207"/>
                  </a:lnTo>
                  <a:lnTo>
                    <a:pt x="1768502" y="368249"/>
                  </a:lnTo>
                  <a:lnTo>
                    <a:pt x="1760741" y="416424"/>
                  </a:lnTo>
                  <a:lnTo>
                    <a:pt x="1758600" y="423446"/>
                  </a:lnTo>
                  <a:lnTo>
                    <a:pt x="1756185" y="430409"/>
                  </a:lnTo>
                  <a:lnTo>
                    <a:pt x="1753508" y="437301"/>
                  </a:lnTo>
                  <a:lnTo>
                    <a:pt x="1750581" y="444110"/>
                  </a:lnTo>
                  <a:lnTo>
                    <a:pt x="1777962" y="484884"/>
                  </a:lnTo>
                  <a:lnTo>
                    <a:pt x="1796704" y="528352"/>
                  </a:lnTo>
                  <a:lnTo>
                    <a:pt x="1806955" y="573457"/>
                  </a:lnTo>
                  <a:lnTo>
                    <a:pt x="1808861" y="619138"/>
                  </a:lnTo>
                  <a:lnTo>
                    <a:pt x="1802570" y="664338"/>
                  </a:lnTo>
                  <a:lnTo>
                    <a:pt x="1788229" y="707997"/>
                  </a:lnTo>
                  <a:lnTo>
                    <a:pt x="1765986" y="749056"/>
                  </a:lnTo>
                  <a:lnTo>
                    <a:pt x="1735989" y="786457"/>
                  </a:lnTo>
                  <a:lnTo>
                    <a:pt x="1698384" y="819141"/>
                  </a:lnTo>
                  <a:lnTo>
                    <a:pt x="1635773" y="853589"/>
                  </a:lnTo>
                  <a:lnTo>
                    <a:pt x="1565923" y="871846"/>
                  </a:lnTo>
                  <a:lnTo>
                    <a:pt x="1560597" y="917825"/>
                  </a:lnTo>
                  <a:lnTo>
                    <a:pt x="1546129" y="960573"/>
                  </a:lnTo>
                  <a:lnTo>
                    <a:pt x="1523495" y="999181"/>
                  </a:lnTo>
                  <a:lnTo>
                    <a:pt x="1493676" y="1032739"/>
                  </a:lnTo>
                  <a:lnTo>
                    <a:pt x="1457646" y="1060338"/>
                  </a:lnTo>
                  <a:lnTo>
                    <a:pt x="1416386" y="1081068"/>
                  </a:lnTo>
                  <a:lnTo>
                    <a:pt x="1370872" y="1094021"/>
                  </a:lnTo>
                  <a:lnTo>
                    <a:pt x="1322083" y="1098287"/>
                  </a:lnTo>
                  <a:lnTo>
                    <a:pt x="1288821" y="1095852"/>
                  </a:lnTo>
                  <a:lnTo>
                    <a:pt x="1256392" y="1089190"/>
                  </a:lnTo>
                  <a:lnTo>
                    <a:pt x="1225249" y="1078409"/>
                  </a:lnTo>
                  <a:lnTo>
                    <a:pt x="1195845" y="1063616"/>
                  </a:lnTo>
                  <a:lnTo>
                    <a:pt x="1176777" y="1108372"/>
                  </a:lnTo>
                  <a:lnTo>
                    <a:pt x="1150378" y="1148071"/>
                  </a:lnTo>
                  <a:lnTo>
                    <a:pt x="1117641" y="1182210"/>
                  </a:lnTo>
                  <a:lnTo>
                    <a:pt x="1079561" y="1210284"/>
                  </a:lnTo>
                  <a:lnTo>
                    <a:pt x="1037131" y="1231790"/>
                  </a:lnTo>
                  <a:lnTo>
                    <a:pt x="991346" y="1246223"/>
                  </a:lnTo>
                  <a:lnTo>
                    <a:pt x="943200" y="1253080"/>
                  </a:lnTo>
                  <a:lnTo>
                    <a:pt x="893687" y="1251857"/>
                  </a:lnTo>
                  <a:lnTo>
                    <a:pt x="843801" y="1242051"/>
                  </a:lnTo>
                  <a:lnTo>
                    <a:pt x="798583" y="1224961"/>
                  </a:lnTo>
                  <a:lnTo>
                    <a:pt x="757425" y="1200966"/>
                  </a:lnTo>
                  <a:lnTo>
                    <a:pt x="721196" y="1170685"/>
                  </a:lnTo>
                  <a:lnTo>
                    <a:pt x="690766" y="1134736"/>
                  </a:lnTo>
                  <a:lnTo>
                    <a:pt x="648082" y="1155173"/>
                  </a:lnTo>
                  <a:lnTo>
                    <a:pt x="603823" y="1169139"/>
                  </a:lnTo>
                  <a:lnTo>
                    <a:pt x="558676" y="1176796"/>
                  </a:lnTo>
                  <a:lnTo>
                    <a:pt x="513325" y="1178305"/>
                  </a:lnTo>
                  <a:lnTo>
                    <a:pt x="468457" y="1173826"/>
                  </a:lnTo>
                  <a:lnTo>
                    <a:pt x="424757" y="1163519"/>
                  </a:lnTo>
                  <a:lnTo>
                    <a:pt x="382911" y="1147547"/>
                  </a:lnTo>
                  <a:lnTo>
                    <a:pt x="343606" y="1126069"/>
                  </a:lnTo>
                  <a:lnTo>
                    <a:pt x="307527" y="1099248"/>
                  </a:lnTo>
                  <a:lnTo>
                    <a:pt x="275359" y="1067242"/>
                  </a:lnTo>
                  <a:lnTo>
                    <a:pt x="247790" y="1030215"/>
                  </a:lnTo>
                  <a:lnTo>
                    <a:pt x="244361" y="1024627"/>
                  </a:lnTo>
                  <a:lnTo>
                    <a:pt x="195437" y="1023859"/>
                  </a:lnTo>
                  <a:lnTo>
                    <a:pt x="150023" y="1011461"/>
                  </a:lnTo>
                  <a:lnTo>
                    <a:pt x="110042" y="988860"/>
                  </a:lnTo>
                  <a:lnTo>
                    <a:pt x="77417" y="957486"/>
                  </a:lnTo>
                  <a:lnTo>
                    <a:pt x="54069" y="918767"/>
                  </a:lnTo>
                  <a:lnTo>
                    <a:pt x="41923" y="874132"/>
                  </a:lnTo>
                  <a:lnTo>
                    <a:pt x="41637" y="836696"/>
                  </a:lnTo>
                  <a:lnTo>
                    <a:pt x="49828" y="800487"/>
                  </a:lnTo>
                  <a:lnTo>
                    <a:pt x="66069" y="766779"/>
                  </a:lnTo>
                  <a:lnTo>
                    <a:pt x="89929" y="736845"/>
                  </a:lnTo>
                  <a:lnTo>
                    <a:pt x="51520" y="708359"/>
                  </a:lnTo>
                  <a:lnTo>
                    <a:pt x="23318" y="672536"/>
                  </a:lnTo>
                  <a:lnTo>
                    <a:pt x="5939" y="631625"/>
                  </a:lnTo>
                  <a:lnTo>
                    <a:pt x="0" y="587878"/>
                  </a:lnTo>
                  <a:lnTo>
                    <a:pt x="6116" y="543546"/>
                  </a:lnTo>
                  <a:lnTo>
                    <a:pt x="24905" y="500879"/>
                  </a:lnTo>
                  <a:lnTo>
                    <a:pt x="50781" y="468430"/>
                  </a:lnTo>
                  <a:lnTo>
                    <a:pt x="83420" y="442935"/>
                  </a:lnTo>
                  <a:lnTo>
                    <a:pt x="121345" y="425298"/>
                  </a:lnTo>
                  <a:lnTo>
                    <a:pt x="163081" y="416424"/>
                  </a:lnTo>
                  <a:lnTo>
                    <a:pt x="164605" y="412487"/>
                  </a:lnTo>
                  <a:close/>
                </a:path>
                <a:path w="1809114" h="1253489">
                  <a:moveTo>
                    <a:pt x="197879" y="755006"/>
                  </a:moveTo>
                  <a:lnTo>
                    <a:pt x="170165" y="755073"/>
                  </a:lnTo>
                  <a:lnTo>
                    <a:pt x="142951" y="751164"/>
                  </a:lnTo>
                  <a:lnTo>
                    <a:pt x="116690" y="743397"/>
                  </a:lnTo>
                  <a:lnTo>
                    <a:pt x="91834" y="731892"/>
                  </a:lnTo>
                </a:path>
                <a:path w="1809114" h="1253489">
                  <a:moveTo>
                    <a:pt x="291351" y="1008117"/>
                  </a:moveTo>
                  <a:lnTo>
                    <a:pt x="280018" y="1011950"/>
                  </a:lnTo>
                  <a:lnTo>
                    <a:pt x="268507" y="1015070"/>
                  </a:lnTo>
                  <a:lnTo>
                    <a:pt x="256828" y="1017475"/>
                  </a:lnTo>
                  <a:lnTo>
                    <a:pt x="244996" y="1019166"/>
                  </a:lnTo>
                </a:path>
                <a:path w="1809114" h="1253489">
                  <a:moveTo>
                    <a:pt x="690766" y="1129656"/>
                  </a:moveTo>
                  <a:lnTo>
                    <a:pt x="682667" y="1117616"/>
                  </a:lnTo>
                  <a:lnTo>
                    <a:pt x="675319" y="1105160"/>
                  </a:lnTo>
                  <a:lnTo>
                    <a:pt x="668709" y="1092347"/>
                  </a:lnTo>
                  <a:lnTo>
                    <a:pt x="662826" y="1079237"/>
                  </a:lnTo>
                </a:path>
                <a:path w="1809114" h="1253489">
                  <a:moveTo>
                    <a:pt x="1207148" y="1003799"/>
                  </a:moveTo>
                  <a:lnTo>
                    <a:pt x="1205526" y="1017844"/>
                  </a:lnTo>
                  <a:lnTo>
                    <a:pt x="1203131" y="1031770"/>
                  </a:lnTo>
                  <a:lnTo>
                    <a:pt x="1199950" y="1045554"/>
                  </a:lnTo>
                  <a:lnTo>
                    <a:pt x="1195972" y="1059171"/>
                  </a:lnTo>
                </a:path>
                <a:path w="1809114" h="1253489">
                  <a:moveTo>
                    <a:pt x="1428890" y="661534"/>
                  </a:moveTo>
                  <a:lnTo>
                    <a:pt x="1475295" y="689402"/>
                  </a:lnTo>
                  <a:lnTo>
                    <a:pt x="1513197" y="725714"/>
                  </a:lnTo>
                  <a:lnTo>
                    <a:pt x="1541498" y="768793"/>
                  </a:lnTo>
                  <a:lnTo>
                    <a:pt x="1559100" y="816961"/>
                  </a:lnTo>
                  <a:lnTo>
                    <a:pt x="1564907" y="868544"/>
                  </a:lnTo>
                </a:path>
                <a:path w="1809114" h="1253489">
                  <a:moveTo>
                    <a:pt x="1749692" y="441062"/>
                  </a:moveTo>
                  <a:lnTo>
                    <a:pt x="1738190" y="462866"/>
                  </a:lnTo>
                  <a:lnTo>
                    <a:pt x="1724165" y="483194"/>
                  </a:lnTo>
                  <a:lnTo>
                    <a:pt x="1707758" y="501855"/>
                  </a:lnTo>
                  <a:lnTo>
                    <a:pt x="1689113" y="518659"/>
                  </a:lnTo>
                </a:path>
                <a:path w="1809114" h="1253489">
                  <a:moveTo>
                    <a:pt x="1604404" y="153026"/>
                  </a:moveTo>
                  <a:lnTo>
                    <a:pt x="1605882" y="162118"/>
                  </a:lnTo>
                  <a:lnTo>
                    <a:pt x="1606896" y="171282"/>
                  </a:lnTo>
                  <a:lnTo>
                    <a:pt x="1607458" y="180493"/>
                  </a:lnTo>
                  <a:lnTo>
                    <a:pt x="1607579" y="189729"/>
                  </a:lnTo>
                </a:path>
                <a:path w="1809114" h="1253489">
                  <a:moveTo>
                    <a:pt x="1217689" y="110227"/>
                  </a:moveTo>
                  <a:lnTo>
                    <a:pt x="1224066" y="97781"/>
                  </a:lnTo>
                  <a:lnTo>
                    <a:pt x="1231373" y="85811"/>
                  </a:lnTo>
                  <a:lnTo>
                    <a:pt x="1239584" y="74365"/>
                  </a:lnTo>
                  <a:lnTo>
                    <a:pt x="1248677" y="63491"/>
                  </a:lnTo>
                </a:path>
                <a:path w="1809114" h="1253489">
                  <a:moveTo>
                    <a:pt x="927494" y="132579"/>
                  </a:moveTo>
                  <a:lnTo>
                    <a:pt x="930302" y="122179"/>
                  </a:lnTo>
                  <a:lnTo>
                    <a:pt x="933764" y="111957"/>
                  </a:lnTo>
                  <a:lnTo>
                    <a:pt x="937870" y="101950"/>
                  </a:lnTo>
                  <a:lnTo>
                    <a:pt x="942607" y="92193"/>
                  </a:lnTo>
                </a:path>
                <a:path w="1809114" h="1253489">
                  <a:moveTo>
                    <a:pt x="587007" y="146295"/>
                  </a:moveTo>
                  <a:lnTo>
                    <a:pt x="601574" y="154835"/>
                  </a:lnTo>
                  <a:lnTo>
                    <a:pt x="615534" y="164233"/>
                  </a:lnTo>
                  <a:lnTo>
                    <a:pt x="628851" y="174441"/>
                  </a:lnTo>
                  <a:lnTo>
                    <a:pt x="641490" y="185411"/>
                  </a:lnTo>
                </a:path>
                <a:path w="1809114" h="1253489">
                  <a:moveTo>
                    <a:pt x="174130" y="453635"/>
                  </a:moveTo>
                  <a:lnTo>
                    <a:pt x="171105" y="443490"/>
                  </a:lnTo>
                  <a:lnTo>
                    <a:pt x="168510" y="433251"/>
                  </a:lnTo>
                  <a:lnTo>
                    <a:pt x="166343" y="422916"/>
                  </a:lnTo>
                  <a:lnTo>
                    <a:pt x="164605" y="412487"/>
                  </a:lnTo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75257" y="4575175"/>
            <a:ext cx="890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A1A1A"/>
                </a:solidFill>
                <a:latin typeface="Calibri"/>
                <a:cs typeface="Calibri"/>
              </a:rPr>
              <a:t>East</a:t>
            </a:r>
            <a:r>
              <a:rPr sz="1800" b="1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A1A1A"/>
                </a:solidFill>
                <a:latin typeface="Calibri"/>
                <a:cs typeface="Calibri"/>
              </a:rPr>
              <a:t>US</a:t>
            </a:r>
            <a:r>
              <a:rPr sz="1800" b="1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1A1A1A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48945" y="4139700"/>
            <a:ext cx="1821814" cy="1266190"/>
            <a:chOff x="3648945" y="4139700"/>
            <a:chExt cx="1821814" cy="1266190"/>
          </a:xfrm>
        </p:grpSpPr>
        <p:sp>
          <p:nvSpPr>
            <p:cNvPr id="9" name="object 9"/>
            <p:cNvSpPr/>
            <p:nvPr/>
          </p:nvSpPr>
          <p:spPr>
            <a:xfrm>
              <a:off x="3655295" y="4146050"/>
              <a:ext cx="1809114" cy="1253490"/>
            </a:xfrm>
            <a:custGeom>
              <a:avLst/>
              <a:gdLst/>
              <a:ahLst/>
              <a:cxnLst/>
              <a:rect l="l" t="t" r="r" b="b"/>
              <a:pathLst>
                <a:path w="1809114" h="1253489">
                  <a:moveTo>
                    <a:pt x="1409795" y="0"/>
                  </a:moveTo>
                  <a:lnTo>
                    <a:pt x="1365453" y="3437"/>
                  </a:lnTo>
                  <a:lnTo>
                    <a:pt x="1322761" y="15929"/>
                  </a:lnTo>
                  <a:lnTo>
                    <a:pt x="1283436" y="37345"/>
                  </a:lnTo>
                  <a:lnTo>
                    <a:pt x="1249190" y="67555"/>
                  </a:lnTo>
                  <a:lnTo>
                    <a:pt x="1235641" y="52596"/>
                  </a:lnTo>
                  <a:lnTo>
                    <a:pt x="1203685" y="27585"/>
                  </a:lnTo>
                  <a:lnTo>
                    <a:pt x="1139248" y="2853"/>
                  </a:lnTo>
                  <a:lnTo>
                    <a:pt x="1092025" y="33"/>
                  </a:lnTo>
                  <a:lnTo>
                    <a:pt x="1046228" y="8579"/>
                  </a:lnTo>
                  <a:lnTo>
                    <a:pt x="1004189" y="27761"/>
                  </a:lnTo>
                  <a:lnTo>
                    <a:pt x="968238" y="56850"/>
                  </a:lnTo>
                  <a:lnTo>
                    <a:pt x="940707" y="95114"/>
                  </a:lnTo>
                  <a:lnTo>
                    <a:pt x="928807" y="84854"/>
                  </a:lnTo>
                  <a:lnTo>
                    <a:pt x="888891" y="59173"/>
                  </a:lnTo>
                  <a:lnTo>
                    <a:pt x="840946" y="41419"/>
                  </a:lnTo>
                  <a:lnTo>
                    <a:pt x="791605" y="34618"/>
                  </a:lnTo>
                  <a:lnTo>
                    <a:pt x="742677" y="38245"/>
                  </a:lnTo>
                  <a:lnTo>
                    <a:pt x="695971" y="51776"/>
                  </a:lnTo>
                  <a:lnTo>
                    <a:pt x="653295" y="74687"/>
                  </a:lnTo>
                  <a:lnTo>
                    <a:pt x="616457" y="106452"/>
                  </a:lnTo>
                  <a:lnTo>
                    <a:pt x="587266" y="146549"/>
                  </a:lnTo>
                  <a:lnTo>
                    <a:pt x="544828" y="127334"/>
                  </a:lnTo>
                  <a:lnTo>
                    <a:pt x="499890" y="115132"/>
                  </a:lnTo>
                  <a:lnTo>
                    <a:pt x="453428" y="110098"/>
                  </a:lnTo>
                  <a:lnTo>
                    <a:pt x="406418" y="112386"/>
                  </a:lnTo>
                  <a:lnTo>
                    <a:pt x="356729" y="123091"/>
                  </a:lnTo>
                  <a:lnTo>
                    <a:pt x="311155" y="141434"/>
                  </a:lnTo>
                  <a:lnTo>
                    <a:pt x="270378" y="166568"/>
                  </a:lnTo>
                  <a:lnTo>
                    <a:pt x="235079" y="197643"/>
                  </a:lnTo>
                  <a:lnTo>
                    <a:pt x="205939" y="233813"/>
                  </a:lnTo>
                  <a:lnTo>
                    <a:pt x="183642" y="274231"/>
                  </a:lnTo>
                  <a:lnTo>
                    <a:pt x="168866" y="318047"/>
                  </a:lnTo>
                  <a:lnTo>
                    <a:pt x="162295" y="364415"/>
                  </a:lnTo>
                  <a:lnTo>
                    <a:pt x="164610" y="412487"/>
                  </a:lnTo>
                  <a:lnTo>
                    <a:pt x="163086" y="416424"/>
                  </a:lnTo>
                  <a:lnTo>
                    <a:pt x="121351" y="425298"/>
                  </a:lnTo>
                  <a:lnTo>
                    <a:pt x="83426" y="442935"/>
                  </a:lnTo>
                  <a:lnTo>
                    <a:pt x="50787" y="468430"/>
                  </a:lnTo>
                  <a:lnTo>
                    <a:pt x="24910" y="500879"/>
                  </a:lnTo>
                  <a:lnTo>
                    <a:pt x="6117" y="543546"/>
                  </a:lnTo>
                  <a:lnTo>
                    <a:pt x="0" y="587878"/>
                  </a:lnTo>
                  <a:lnTo>
                    <a:pt x="5940" y="631625"/>
                  </a:lnTo>
                  <a:lnTo>
                    <a:pt x="23320" y="672536"/>
                  </a:lnTo>
                  <a:lnTo>
                    <a:pt x="51524" y="708359"/>
                  </a:lnTo>
                  <a:lnTo>
                    <a:pt x="89934" y="736845"/>
                  </a:lnTo>
                  <a:lnTo>
                    <a:pt x="66074" y="766779"/>
                  </a:lnTo>
                  <a:lnTo>
                    <a:pt x="49834" y="800487"/>
                  </a:lnTo>
                  <a:lnTo>
                    <a:pt x="41643" y="836696"/>
                  </a:lnTo>
                  <a:lnTo>
                    <a:pt x="41928" y="874132"/>
                  </a:lnTo>
                  <a:lnTo>
                    <a:pt x="54075" y="918767"/>
                  </a:lnTo>
                  <a:lnTo>
                    <a:pt x="77422" y="957486"/>
                  </a:lnTo>
                  <a:lnTo>
                    <a:pt x="110048" y="988860"/>
                  </a:lnTo>
                  <a:lnTo>
                    <a:pt x="150029" y="1011461"/>
                  </a:lnTo>
                  <a:lnTo>
                    <a:pt x="195443" y="1023859"/>
                  </a:lnTo>
                  <a:lnTo>
                    <a:pt x="244366" y="1024627"/>
                  </a:lnTo>
                  <a:lnTo>
                    <a:pt x="246525" y="1028310"/>
                  </a:lnTo>
                  <a:lnTo>
                    <a:pt x="275365" y="1067242"/>
                  </a:lnTo>
                  <a:lnTo>
                    <a:pt x="307532" y="1099248"/>
                  </a:lnTo>
                  <a:lnTo>
                    <a:pt x="343612" y="1126069"/>
                  </a:lnTo>
                  <a:lnTo>
                    <a:pt x="382917" y="1147547"/>
                  </a:lnTo>
                  <a:lnTo>
                    <a:pt x="424762" y="1163519"/>
                  </a:lnTo>
                  <a:lnTo>
                    <a:pt x="468462" y="1173826"/>
                  </a:lnTo>
                  <a:lnTo>
                    <a:pt x="513330" y="1178305"/>
                  </a:lnTo>
                  <a:lnTo>
                    <a:pt x="558681" y="1176796"/>
                  </a:lnTo>
                  <a:lnTo>
                    <a:pt x="603829" y="1169139"/>
                  </a:lnTo>
                  <a:lnTo>
                    <a:pt x="648088" y="1155173"/>
                  </a:lnTo>
                  <a:lnTo>
                    <a:pt x="690771" y="1134736"/>
                  </a:lnTo>
                  <a:lnTo>
                    <a:pt x="721200" y="1170685"/>
                  </a:lnTo>
                  <a:lnTo>
                    <a:pt x="757415" y="1200966"/>
                  </a:lnTo>
                  <a:lnTo>
                    <a:pt x="798535" y="1224961"/>
                  </a:lnTo>
                  <a:lnTo>
                    <a:pt x="843679" y="1242051"/>
                  </a:lnTo>
                  <a:lnTo>
                    <a:pt x="893604" y="1251857"/>
                  </a:lnTo>
                  <a:lnTo>
                    <a:pt x="943146" y="1253080"/>
                  </a:lnTo>
                  <a:lnTo>
                    <a:pt x="991314" y="1246223"/>
                  </a:lnTo>
                  <a:lnTo>
                    <a:pt x="1037115" y="1231790"/>
                  </a:lnTo>
                  <a:lnTo>
                    <a:pt x="1079555" y="1210284"/>
                  </a:lnTo>
                  <a:lnTo>
                    <a:pt x="1117642" y="1182210"/>
                  </a:lnTo>
                  <a:lnTo>
                    <a:pt x="1150382" y="1148071"/>
                  </a:lnTo>
                  <a:lnTo>
                    <a:pt x="1176782" y="1108372"/>
                  </a:lnTo>
                  <a:lnTo>
                    <a:pt x="1195850" y="1063616"/>
                  </a:lnTo>
                  <a:lnTo>
                    <a:pt x="1225255" y="1078409"/>
                  </a:lnTo>
                  <a:lnTo>
                    <a:pt x="1256398" y="1089190"/>
                  </a:lnTo>
                  <a:lnTo>
                    <a:pt x="1288826" y="1095852"/>
                  </a:lnTo>
                  <a:lnTo>
                    <a:pt x="1322088" y="1098287"/>
                  </a:lnTo>
                  <a:lnTo>
                    <a:pt x="1370878" y="1094021"/>
                  </a:lnTo>
                  <a:lnTo>
                    <a:pt x="1416392" y="1081068"/>
                  </a:lnTo>
                  <a:lnTo>
                    <a:pt x="1457652" y="1060338"/>
                  </a:lnTo>
                  <a:lnTo>
                    <a:pt x="1493681" y="1032739"/>
                  </a:lnTo>
                  <a:lnTo>
                    <a:pt x="1523501" y="999181"/>
                  </a:lnTo>
                  <a:lnTo>
                    <a:pt x="1546134" y="960573"/>
                  </a:lnTo>
                  <a:lnTo>
                    <a:pt x="1560603" y="917825"/>
                  </a:lnTo>
                  <a:lnTo>
                    <a:pt x="1565928" y="871846"/>
                  </a:lnTo>
                  <a:lnTo>
                    <a:pt x="1601556" y="864825"/>
                  </a:lnTo>
                  <a:lnTo>
                    <a:pt x="1668191" y="838306"/>
                  </a:lnTo>
                  <a:lnTo>
                    <a:pt x="1735994" y="786457"/>
                  </a:lnTo>
                  <a:lnTo>
                    <a:pt x="1765991" y="749056"/>
                  </a:lnTo>
                  <a:lnTo>
                    <a:pt x="1788230" y="707997"/>
                  </a:lnTo>
                  <a:lnTo>
                    <a:pt x="1802564" y="664338"/>
                  </a:lnTo>
                  <a:lnTo>
                    <a:pt x="1808844" y="619138"/>
                  </a:lnTo>
                  <a:lnTo>
                    <a:pt x="1806923" y="573457"/>
                  </a:lnTo>
                  <a:lnTo>
                    <a:pt x="1796650" y="528352"/>
                  </a:lnTo>
                  <a:lnTo>
                    <a:pt x="1777878" y="484884"/>
                  </a:lnTo>
                  <a:lnTo>
                    <a:pt x="1750459" y="444110"/>
                  </a:lnTo>
                  <a:lnTo>
                    <a:pt x="1753460" y="437301"/>
                  </a:lnTo>
                  <a:lnTo>
                    <a:pt x="1756174" y="430409"/>
                  </a:lnTo>
                  <a:lnTo>
                    <a:pt x="1758603" y="423446"/>
                  </a:lnTo>
                  <a:lnTo>
                    <a:pt x="1760746" y="416424"/>
                  </a:lnTo>
                  <a:lnTo>
                    <a:pt x="1768507" y="368249"/>
                  </a:lnTo>
                  <a:lnTo>
                    <a:pt x="1764659" y="321207"/>
                  </a:lnTo>
                  <a:lnTo>
                    <a:pt x="1750139" y="276851"/>
                  </a:lnTo>
                  <a:lnTo>
                    <a:pt x="1725890" y="236734"/>
                  </a:lnTo>
                  <a:lnTo>
                    <a:pt x="1692849" y="202408"/>
                  </a:lnTo>
                  <a:lnTo>
                    <a:pt x="1651958" y="175427"/>
                  </a:lnTo>
                  <a:lnTo>
                    <a:pt x="1604155" y="157344"/>
                  </a:lnTo>
                  <a:lnTo>
                    <a:pt x="1594958" y="125447"/>
                  </a:lnTo>
                  <a:lnTo>
                    <a:pt x="1560275" y="68797"/>
                  </a:lnTo>
                  <a:lnTo>
                    <a:pt x="1496572" y="20815"/>
                  </a:lnTo>
                  <a:lnTo>
                    <a:pt x="1454073" y="5749"/>
                  </a:lnTo>
                  <a:lnTo>
                    <a:pt x="140979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55295" y="4146050"/>
              <a:ext cx="1809114" cy="1253490"/>
            </a:xfrm>
            <a:custGeom>
              <a:avLst/>
              <a:gdLst/>
              <a:ahLst/>
              <a:cxnLst/>
              <a:rect l="l" t="t" r="r" b="b"/>
              <a:pathLst>
                <a:path w="1809114" h="1253489">
                  <a:moveTo>
                    <a:pt x="164610" y="412487"/>
                  </a:moveTo>
                  <a:lnTo>
                    <a:pt x="162295" y="364415"/>
                  </a:lnTo>
                  <a:lnTo>
                    <a:pt x="168866" y="318047"/>
                  </a:lnTo>
                  <a:lnTo>
                    <a:pt x="183642" y="274231"/>
                  </a:lnTo>
                  <a:lnTo>
                    <a:pt x="205939" y="233813"/>
                  </a:lnTo>
                  <a:lnTo>
                    <a:pt x="235079" y="197643"/>
                  </a:lnTo>
                  <a:lnTo>
                    <a:pt x="270378" y="166568"/>
                  </a:lnTo>
                  <a:lnTo>
                    <a:pt x="311155" y="141434"/>
                  </a:lnTo>
                  <a:lnTo>
                    <a:pt x="356729" y="123091"/>
                  </a:lnTo>
                  <a:lnTo>
                    <a:pt x="406418" y="112386"/>
                  </a:lnTo>
                  <a:lnTo>
                    <a:pt x="453428" y="110098"/>
                  </a:lnTo>
                  <a:lnTo>
                    <a:pt x="499890" y="115132"/>
                  </a:lnTo>
                  <a:lnTo>
                    <a:pt x="544828" y="127334"/>
                  </a:lnTo>
                  <a:lnTo>
                    <a:pt x="587266" y="146549"/>
                  </a:lnTo>
                  <a:lnTo>
                    <a:pt x="616457" y="106452"/>
                  </a:lnTo>
                  <a:lnTo>
                    <a:pt x="653295" y="74687"/>
                  </a:lnTo>
                  <a:lnTo>
                    <a:pt x="695971" y="51776"/>
                  </a:lnTo>
                  <a:lnTo>
                    <a:pt x="742677" y="38245"/>
                  </a:lnTo>
                  <a:lnTo>
                    <a:pt x="791605" y="34618"/>
                  </a:lnTo>
                  <a:lnTo>
                    <a:pt x="840946" y="41419"/>
                  </a:lnTo>
                  <a:lnTo>
                    <a:pt x="888891" y="59173"/>
                  </a:lnTo>
                  <a:lnTo>
                    <a:pt x="928807" y="84854"/>
                  </a:lnTo>
                  <a:lnTo>
                    <a:pt x="940707" y="95114"/>
                  </a:lnTo>
                  <a:lnTo>
                    <a:pt x="968238" y="56850"/>
                  </a:lnTo>
                  <a:lnTo>
                    <a:pt x="1004189" y="27761"/>
                  </a:lnTo>
                  <a:lnTo>
                    <a:pt x="1046228" y="8579"/>
                  </a:lnTo>
                  <a:lnTo>
                    <a:pt x="1092025" y="33"/>
                  </a:lnTo>
                  <a:lnTo>
                    <a:pt x="1139248" y="2853"/>
                  </a:lnTo>
                  <a:lnTo>
                    <a:pt x="1185563" y="17771"/>
                  </a:lnTo>
                  <a:lnTo>
                    <a:pt x="1220425" y="39234"/>
                  </a:lnTo>
                  <a:lnTo>
                    <a:pt x="1249190" y="67555"/>
                  </a:lnTo>
                  <a:lnTo>
                    <a:pt x="1283436" y="37345"/>
                  </a:lnTo>
                  <a:lnTo>
                    <a:pt x="1322761" y="15929"/>
                  </a:lnTo>
                  <a:lnTo>
                    <a:pt x="1365453" y="3437"/>
                  </a:lnTo>
                  <a:lnTo>
                    <a:pt x="1409795" y="0"/>
                  </a:lnTo>
                  <a:lnTo>
                    <a:pt x="1454073" y="5749"/>
                  </a:lnTo>
                  <a:lnTo>
                    <a:pt x="1496572" y="20815"/>
                  </a:lnTo>
                  <a:lnTo>
                    <a:pt x="1535575" y="45330"/>
                  </a:lnTo>
                  <a:lnTo>
                    <a:pt x="1580200" y="95717"/>
                  </a:lnTo>
                  <a:lnTo>
                    <a:pt x="1604155" y="157344"/>
                  </a:lnTo>
                  <a:lnTo>
                    <a:pt x="1651958" y="175427"/>
                  </a:lnTo>
                  <a:lnTo>
                    <a:pt x="1692849" y="202408"/>
                  </a:lnTo>
                  <a:lnTo>
                    <a:pt x="1725890" y="236734"/>
                  </a:lnTo>
                  <a:lnTo>
                    <a:pt x="1750139" y="276851"/>
                  </a:lnTo>
                  <a:lnTo>
                    <a:pt x="1764659" y="321207"/>
                  </a:lnTo>
                  <a:lnTo>
                    <a:pt x="1768507" y="368249"/>
                  </a:lnTo>
                  <a:lnTo>
                    <a:pt x="1760746" y="416424"/>
                  </a:lnTo>
                  <a:lnTo>
                    <a:pt x="1758603" y="423446"/>
                  </a:lnTo>
                  <a:lnTo>
                    <a:pt x="1756174" y="430409"/>
                  </a:lnTo>
                  <a:lnTo>
                    <a:pt x="1753460" y="437301"/>
                  </a:lnTo>
                  <a:lnTo>
                    <a:pt x="1750459" y="444110"/>
                  </a:lnTo>
                  <a:lnTo>
                    <a:pt x="1777878" y="484884"/>
                  </a:lnTo>
                  <a:lnTo>
                    <a:pt x="1796650" y="528352"/>
                  </a:lnTo>
                  <a:lnTo>
                    <a:pt x="1806923" y="573457"/>
                  </a:lnTo>
                  <a:lnTo>
                    <a:pt x="1808844" y="619138"/>
                  </a:lnTo>
                  <a:lnTo>
                    <a:pt x="1802564" y="664338"/>
                  </a:lnTo>
                  <a:lnTo>
                    <a:pt x="1788230" y="707997"/>
                  </a:lnTo>
                  <a:lnTo>
                    <a:pt x="1765991" y="749056"/>
                  </a:lnTo>
                  <a:lnTo>
                    <a:pt x="1735994" y="786457"/>
                  </a:lnTo>
                  <a:lnTo>
                    <a:pt x="1698389" y="819141"/>
                  </a:lnTo>
                  <a:lnTo>
                    <a:pt x="1635778" y="853589"/>
                  </a:lnTo>
                  <a:lnTo>
                    <a:pt x="1565928" y="871846"/>
                  </a:lnTo>
                  <a:lnTo>
                    <a:pt x="1560603" y="917825"/>
                  </a:lnTo>
                  <a:lnTo>
                    <a:pt x="1546134" y="960573"/>
                  </a:lnTo>
                  <a:lnTo>
                    <a:pt x="1523501" y="999181"/>
                  </a:lnTo>
                  <a:lnTo>
                    <a:pt x="1493681" y="1032739"/>
                  </a:lnTo>
                  <a:lnTo>
                    <a:pt x="1457652" y="1060338"/>
                  </a:lnTo>
                  <a:lnTo>
                    <a:pt x="1416392" y="1081068"/>
                  </a:lnTo>
                  <a:lnTo>
                    <a:pt x="1370878" y="1094021"/>
                  </a:lnTo>
                  <a:lnTo>
                    <a:pt x="1322088" y="1098287"/>
                  </a:lnTo>
                  <a:lnTo>
                    <a:pt x="1288826" y="1095852"/>
                  </a:lnTo>
                  <a:lnTo>
                    <a:pt x="1256398" y="1089190"/>
                  </a:lnTo>
                  <a:lnTo>
                    <a:pt x="1225255" y="1078409"/>
                  </a:lnTo>
                  <a:lnTo>
                    <a:pt x="1195850" y="1063616"/>
                  </a:lnTo>
                  <a:lnTo>
                    <a:pt x="1176782" y="1108372"/>
                  </a:lnTo>
                  <a:lnTo>
                    <a:pt x="1150382" y="1148071"/>
                  </a:lnTo>
                  <a:lnTo>
                    <a:pt x="1117642" y="1182210"/>
                  </a:lnTo>
                  <a:lnTo>
                    <a:pt x="1079555" y="1210284"/>
                  </a:lnTo>
                  <a:lnTo>
                    <a:pt x="1037115" y="1231790"/>
                  </a:lnTo>
                  <a:lnTo>
                    <a:pt x="991314" y="1246223"/>
                  </a:lnTo>
                  <a:lnTo>
                    <a:pt x="943146" y="1253080"/>
                  </a:lnTo>
                  <a:lnTo>
                    <a:pt x="893604" y="1251857"/>
                  </a:lnTo>
                  <a:lnTo>
                    <a:pt x="843679" y="1242051"/>
                  </a:lnTo>
                  <a:lnTo>
                    <a:pt x="798535" y="1224961"/>
                  </a:lnTo>
                  <a:lnTo>
                    <a:pt x="757415" y="1200966"/>
                  </a:lnTo>
                  <a:lnTo>
                    <a:pt x="721200" y="1170685"/>
                  </a:lnTo>
                  <a:lnTo>
                    <a:pt x="690771" y="1134736"/>
                  </a:lnTo>
                  <a:lnTo>
                    <a:pt x="648088" y="1155173"/>
                  </a:lnTo>
                  <a:lnTo>
                    <a:pt x="603829" y="1169139"/>
                  </a:lnTo>
                  <a:lnTo>
                    <a:pt x="558681" y="1176796"/>
                  </a:lnTo>
                  <a:lnTo>
                    <a:pt x="513330" y="1178305"/>
                  </a:lnTo>
                  <a:lnTo>
                    <a:pt x="468462" y="1173826"/>
                  </a:lnTo>
                  <a:lnTo>
                    <a:pt x="424762" y="1163519"/>
                  </a:lnTo>
                  <a:lnTo>
                    <a:pt x="382917" y="1147547"/>
                  </a:lnTo>
                  <a:lnTo>
                    <a:pt x="343612" y="1126069"/>
                  </a:lnTo>
                  <a:lnTo>
                    <a:pt x="307532" y="1099248"/>
                  </a:lnTo>
                  <a:lnTo>
                    <a:pt x="275365" y="1067242"/>
                  </a:lnTo>
                  <a:lnTo>
                    <a:pt x="247795" y="1030215"/>
                  </a:lnTo>
                  <a:lnTo>
                    <a:pt x="244366" y="1024627"/>
                  </a:lnTo>
                  <a:lnTo>
                    <a:pt x="195443" y="1023859"/>
                  </a:lnTo>
                  <a:lnTo>
                    <a:pt x="150029" y="1011461"/>
                  </a:lnTo>
                  <a:lnTo>
                    <a:pt x="110048" y="988860"/>
                  </a:lnTo>
                  <a:lnTo>
                    <a:pt x="77422" y="957486"/>
                  </a:lnTo>
                  <a:lnTo>
                    <a:pt x="54075" y="918767"/>
                  </a:lnTo>
                  <a:lnTo>
                    <a:pt x="41928" y="874132"/>
                  </a:lnTo>
                  <a:lnTo>
                    <a:pt x="41643" y="836696"/>
                  </a:lnTo>
                  <a:lnTo>
                    <a:pt x="49834" y="800487"/>
                  </a:lnTo>
                  <a:lnTo>
                    <a:pt x="66074" y="766779"/>
                  </a:lnTo>
                  <a:lnTo>
                    <a:pt x="89934" y="736845"/>
                  </a:lnTo>
                  <a:lnTo>
                    <a:pt x="51524" y="708359"/>
                  </a:lnTo>
                  <a:lnTo>
                    <a:pt x="23320" y="672536"/>
                  </a:lnTo>
                  <a:lnTo>
                    <a:pt x="5940" y="631625"/>
                  </a:lnTo>
                  <a:lnTo>
                    <a:pt x="0" y="587878"/>
                  </a:lnTo>
                  <a:lnTo>
                    <a:pt x="6117" y="543546"/>
                  </a:lnTo>
                  <a:lnTo>
                    <a:pt x="24910" y="500879"/>
                  </a:lnTo>
                  <a:lnTo>
                    <a:pt x="50787" y="468430"/>
                  </a:lnTo>
                  <a:lnTo>
                    <a:pt x="83426" y="442935"/>
                  </a:lnTo>
                  <a:lnTo>
                    <a:pt x="121351" y="425298"/>
                  </a:lnTo>
                  <a:lnTo>
                    <a:pt x="163086" y="416424"/>
                  </a:lnTo>
                  <a:lnTo>
                    <a:pt x="164610" y="412487"/>
                  </a:lnTo>
                  <a:close/>
                </a:path>
                <a:path w="1809114" h="1253489">
                  <a:moveTo>
                    <a:pt x="197757" y="755006"/>
                  </a:moveTo>
                  <a:lnTo>
                    <a:pt x="170117" y="755073"/>
                  </a:lnTo>
                  <a:lnTo>
                    <a:pt x="142941" y="751164"/>
                  </a:lnTo>
                  <a:lnTo>
                    <a:pt x="116694" y="743397"/>
                  </a:lnTo>
                  <a:lnTo>
                    <a:pt x="91839" y="731892"/>
                  </a:lnTo>
                </a:path>
                <a:path w="1809114" h="1253489">
                  <a:moveTo>
                    <a:pt x="291229" y="1008117"/>
                  </a:moveTo>
                  <a:lnTo>
                    <a:pt x="279970" y="1011950"/>
                  </a:lnTo>
                  <a:lnTo>
                    <a:pt x="268496" y="1015070"/>
                  </a:lnTo>
                  <a:lnTo>
                    <a:pt x="256832" y="1017475"/>
                  </a:lnTo>
                  <a:lnTo>
                    <a:pt x="245001" y="1019166"/>
                  </a:lnTo>
                </a:path>
                <a:path w="1809114" h="1253489">
                  <a:moveTo>
                    <a:pt x="690644" y="1129656"/>
                  </a:moveTo>
                  <a:lnTo>
                    <a:pt x="682620" y="1117616"/>
                  </a:lnTo>
                  <a:lnTo>
                    <a:pt x="675309" y="1105160"/>
                  </a:lnTo>
                  <a:lnTo>
                    <a:pt x="668713" y="1092347"/>
                  </a:lnTo>
                  <a:lnTo>
                    <a:pt x="662831" y="1079237"/>
                  </a:lnTo>
                </a:path>
                <a:path w="1809114" h="1253489">
                  <a:moveTo>
                    <a:pt x="1207153" y="1003799"/>
                  </a:moveTo>
                  <a:lnTo>
                    <a:pt x="1205532" y="1017844"/>
                  </a:lnTo>
                  <a:lnTo>
                    <a:pt x="1203137" y="1031770"/>
                  </a:lnTo>
                  <a:lnTo>
                    <a:pt x="1199956" y="1045554"/>
                  </a:lnTo>
                  <a:lnTo>
                    <a:pt x="1195977" y="1059171"/>
                  </a:lnTo>
                </a:path>
                <a:path w="1809114" h="1253489">
                  <a:moveTo>
                    <a:pt x="1428895" y="661534"/>
                  </a:moveTo>
                  <a:lnTo>
                    <a:pt x="1475301" y="689402"/>
                  </a:lnTo>
                  <a:lnTo>
                    <a:pt x="1513203" y="725714"/>
                  </a:lnTo>
                  <a:lnTo>
                    <a:pt x="1541504" y="768793"/>
                  </a:lnTo>
                  <a:lnTo>
                    <a:pt x="1559106" y="816961"/>
                  </a:lnTo>
                  <a:lnTo>
                    <a:pt x="1564912" y="868544"/>
                  </a:lnTo>
                </a:path>
                <a:path w="1809114" h="1253489">
                  <a:moveTo>
                    <a:pt x="1749697" y="441062"/>
                  </a:moveTo>
                  <a:lnTo>
                    <a:pt x="1738196" y="462866"/>
                  </a:lnTo>
                  <a:lnTo>
                    <a:pt x="1724170" y="483194"/>
                  </a:lnTo>
                  <a:lnTo>
                    <a:pt x="1707764" y="501855"/>
                  </a:lnTo>
                  <a:lnTo>
                    <a:pt x="1689118" y="518659"/>
                  </a:lnTo>
                </a:path>
                <a:path w="1809114" h="1253489">
                  <a:moveTo>
                    <a:pt x="1604409" y="153026"/>
                  </a:moveTo>
                  <a:lnTo>
                    <a:pt x="1605888" y="162118"/>
                  </a:lnTo>
                  <a:lnTo>
                    <a:pt x="1606902" y="171282"/>
                  </a:lnTo>
                  <a:lnTo>
                    <a:pt x="1607463" y="180493"/>
                  </a:lnTo>
                  <a:lnTo>
                    <a:pt x="1607584" y="189729"/>
                  </a:lnTo>
                </a:path>
                <a:path w="1809114" h="1253489">
                  <a:moveTo>
                    <a:pt x="1217694" y="110227"/>
                  </a:moveTo>
                  <a:lnTo>
                    <a:pt x="1224072" y="97781"/>
                  </a:lnTo>
                  <a:lnTo>
                    <a:pt x="1231379" y="85811"/>
                  </a:lnTo>
                  <a:lnTo>
                    <a:pt x="1239590" y="74365"/>
                  </a:lnTo>
                  <a:lnTo>
                    <a:pt x="1248682" y="63491"/>
                  </a:lnTo>
                </a:path>
                <a:path w="1809114" h="1253489">
                  <a:moveTo>
                    <a:pt x="927499" y="132579"/>
                  </a:moveTo>
                  <a:lnTo>
                    <a:pt x="930289" y="122179"/>
                  </a:lnTo>
                  <a:lnTo>
                    <a:pt x="933722" y="111957"/>
                  </a:lnTo>
                  <a:lnTo>
                    <a:pt x="937822" y="101950"/>
                  </a:lnTo>
                  <a:lnTo>
                    <a:pt x="942612" y="92193"/>
                  </a:lnTo>
                </a:path>
                <a:path w="1809114" h="1253489">
                  <a:moveTo>
                    <a:pt x="587012" y="146295"/>
                  </a:moveTo>
                  <a:lnTo>
                    <a:pt x="601578" y="154835"/>
                  </a:lnTo>
                  <a:lnTo>
                    <a:pt x="615524" y="164233"/>
                  </a:lnTo>
                  <a:lnTo>
                    <a:pt x="628803" y="174441"/>
                  </a:lnTo>
                  <a:lnTo>
                    <a:pt x="641368" y="185411"/>
                  </a:lnTo>
                </a:path>
                <a:path w="1809114" h="1253489">
                  <a:moveTo>
                    <a:pt x="174135" y="453635"/>
                  </a:moveTo>
                  <a:lnTo>
                    <a:pt x="171111" y="443490"/>
                  </a:lnTo>
                  <a:lnTo>
                    <a:pt x="168516" y="433251"/>
                  </a:lnTo>
                  <a:lnTo>
                    <a:pt x="166349" y="422916"/>
                  </a:lnTo>
                  <a:lnTo>
                    <a:pt x="164610" y="412487"/>
                  </a:lnTo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88434" y="4575175"/>
            <a:ext cx="10140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A1A1A"/>
                </a:solidFill>
                <a:latin typeface="Calibri"/>
                <a:cs typeface="Calibri"/>
              </a:rPr>
              <a:t>Central</a:t>
            </a:r>
            <a:r>
              <a:rPr sz="1800" b="1" spc="-9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1A1A1A"/>
                </a:solidFill>
                <a:latin typeface="Calibri"/>
                <a:cs typeface="Calibri"/>
              </a:rPr>
              <a:t>US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720567" y="2845815"/>
            <a:ext cx="4201160" cy="2559685"/>
            <a:chOff x="6720567" y="2845815"/>
            <a:chExt cx="4201160" cy="255968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20567" y="3033149"/>
              <a:ext cx="4201143" cy="23723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1765" y="2845815"/>
              <a:ext cx="240725" cy="24085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3701" y="2845815"/>
              <a:ext cx="240725" cy="240858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2641600" y="2850768"/>
            <a:ext cx="1675764" cy="1984375"/>
            <a:chOff x="2641600" y="2850768"/>
            <a:chExt cx="1675764" cy="198437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3150" y="2850768"/>
              <a:ext cx="240725" cy="24085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5086" y="2850768"/>
              <a:ext cx="240725" cy="24085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153755" y="3311075"/>
              <a:ext cx="481965" cy="241300"/>
            </a:xfrm>
            <a:custGeom>
              <a:avLst/>
              <a:gdLst/>
              <a:ahLst/>
              <a:cxnLst/>
              <a:rect l="l" t="t" r="r" b="b"/>
              <a:pathLst>
                <a:path w="481964" h="241300">
                  <a:moveTo>
                    <a:pt x="240725" y="0"/>
                  </a:moveTo>
                  <a:lnTo>
                    <a:pt x="191243" y="4014"/>
                  </a:lnTo>
                  <a:lnTo>
                    <a:pt x="110207" y="25967"/>
                  </a:lnTo>
                  <a:lnTo>
                    <a:pt x="51112" y="54820"/>
                  </a:lnTo>
                  <a:lnTo>
                    <a:pt x="13540" y="82794"/>
                  </a:lnTo>
                  <a:lnTo>
                    <a:pt x="0" y="120429"/>
                  </a:lnTo>
                  <a:lnTo>
                    <a:pt x="0" y="240858"/>
                  </a:lnTo>
                  <a:lnTo>
                    <a:pt x="481451" y="240858"/>
                  </a:lnTo>
                  <a:lnTo>
                    <a:pt x="481451" y="120429"/>
                  </a:lnTo>
                  <a:lnTo>
                    <a:pt x="467910" y="81666"/>
                  </a:lnTo>
                  <a:lnTo>
                    <a:pt x="431467" y="53691"/>
                  </a:lnTo>
                  <a:lnTo>
                    <a:pt x="371620" y="25591"/>
                  </a:lnTo>
                  <a:lnTo>
                    <a:pt x="316704" y="10161"/>
                  </a:lnTo>
                  <a:lnTo>
                    <a:pt x="266720" y="1379"/>
                  </a:lnTo>
                  <a:lnTo>
                    <a:pt x="240725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74118" y="3038102"/>
              <a:ext cx="240725" cy="24085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832785" y="3123742"/>
              <a:ext cx="1123950" cy="241300"/>
            </a:xfrm>
            <a:custGeom>
              <a:avLst/>
              <a:gdLst/>
              <a:ahLst/>
              <a:cxnLst/>
              <a:rect l="l" t="t" r="r" b="b"/>
              <a:pathLst>
                <a:path w="1123950" h="241300">
                  <a:moveTo>
                    <a:pt x="435978" y="155219"/>
                  </a:moveTo>
                  <a:lnTo>
                    <a:pt x="416039" y="129679"/>
                  </a:lnTo>
                  <a:lnTo>
                    <a:pt x="400875" y="101371"/>
                  </a:lnTo>
                  <a:lnTo>
                    <a:pt x="391210" y="70548"/>
                  </a:lnTo>
                  <a:lnTo>
                    <a:pt x="387832" y="32118"/>
                  </a:lnTo>
                  <a:lnTo>
                    <a:pt x="351726" y="18948"/>
                  </a:lnTo>
                  <a:lnTo>
                    <a:pt x="316699" y="10160"/>
                  </a:lnTo>
                  <a:lnTo>
                    <a:pt x="292214" y="5016"/>
                  </a:lnTo>
                  <a:lnTo>
                    <a:pt x="266712" y="1384"/>
                  </a:lnTo>
                  <a:lnTo>
                    <a:pt x="240715" y="0"/>
                  </a:lnTo>
                  <a:lnTo>
                    <a:pt x="216230" y="1003"/>
                  </a:lnTo>
                  <a:lnTo>
                    <a:pt x="166243" y="9042"/>
                  </a:lnTo>
                  <a:lnTo>
                    <a:pt x="110197" y="27101"/>
                  </a:lnTo>
                  <a:lnTo>
                    <a:pt x="51104" y="55206"/>
                  </a:lnTo>
                  <a:lnTo>
                    <a:pt x="13538" y="81673"/>
                  </a:lnTo>
                  <a:lnTo>
                    <a:pt x="0" y="120434"/>
                  </a:lnTo>
                  <a:lnTo>
                    <a:pt x="0" y="240868"/>
                  </a:lnTo>
                  <a:lnTo>
                    <a:pt x="288861" y="240868"/>
                  </a:lnTo>
                  <a:lnTo>
                    <a:pt x="299897" y="227812"/>
                  </a:lnTo>
                  <a:lnTo>
                    <a:pt x="312940" y="216776"/>
                  </a:lnTo>
                  <a:lnTo>
                    <a:pt x="341947" y="197751"/>
                  </a:lnTo>
                  <a:lnTo>
                    <a:pt x="372452" y="180987"/>
                  </a:lnTo>
                  <a:lnTo>
                    <a:pt x="403961" y="166725"/>
                  </a:lnTo>
                  <a:lnTo>
                    <a:pt x="435978" y="155219"/>
                  </a:lnTo>
                  <a:close/>
                </a:path>
                <a:path w="1123950" h="241300">
                  <a:moveTo>
                    <a:pt x="1123378" y="120434"/>
                  </a:moveTo>
                  <a:lnTo>
                    <a:pt x="1109840" y="81673"/>
                  </a:lnTo>
                  <a:lnTo>
                    <a:pt x="1073404" y="53695"/>
                  </a:lnTo>
                  <a:lnTo>
                    <a:pt x="1013548" y="25590"/>
                  </a:lnTo>
                  <a:lnTo>
                    <a:pt x="958634" y="10160"/>
                  </a:lnTo>
                  <a:lnTo>
                    <a:pt x="908646" y="1384"/>
                  </a:lnTo>
                  <a:lnTo>
                    <a:pt x="882662" y="0"/>
                  </a:lnTo>
                  <a:lnTo>
                    <a:pt x="858164" y="1003"/>
                  </a:lnTo>
                  <a:lnTo>
                    <a:pt x="808177" y="9042"/>
                  </a:lnTo>
                  <a:lnTo>
                    <a:pt x="771652" y="20116"/>
                  </a:lnTo>
                  <a:lnTo>
                    <a:pt x="735545" y="34798"/>
                  </a:lnTo>
                  <a:lnTo>
                    <a:pt x="732167" y="70929"/>
                  </a:lnTo>
                  <a:lnTo>
                    <a:pt x="722503" y="102374"/>
                  </a:lnTo>
                  <a:lnTo>
                    <a:pt x="707339" y="130810"/>
                  </a:lnTo>
                  <a:lnTo>
                    <a:pt x="687400" y="155219"/>
                  </a:lnTo>
                  <a:lnTo>
                    <a:pt x="723557" y="168224"/>
                  </a:lnTo>
                  <a:lnTo>
                    <a:pt x="784821" y="199250"/>
                  </a:lnTo>
                  <a:lnTo>
                    <a:pt x="822147" y="227812"/>
                  </a:lnTo>
                  <a:lnTo>
                    <a:pt x="831837" y="240868"/>
                  </a:lnTo>
                  <a:lnTo>
                    <a:pt x="1123378" y="240868"/>
                  </a:lnTo>
                  <a:lnTo>
                    <a:pt x="1123378" y="120434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86988" y="4701667"/>
              <a:ext cx="575945" cy="133350"/>
            </a:xfrm>
            <a:custGeom>
              <a:avLst/>
              <a:gdLst/>
              <a:ahLst/>
              <a:cxnLst/>
              <a:rect l="l" t="t" r="r" b="b"/>
              <a:pathLst>
                <a:path w="575945" h="133350">
                  <a:moveTo>
                    <a:pt x="133350" y="0"/>
                  </a:moveTo>
                  <a:lnTo>
                    <a:pt x="0" y="66674"/>
                  </a:lnTo>
                  <a:lnTo>
                    <a:pt x="133350" y="133349"/>
                  </a:lnTo>
                  <a:lnTo>
                    <a:pt x="133350" y="88899"/>
                  </a:lnTo>
                  <a:lnTo>
                    <a:pt x="111125" y="88899"/>
                  </a:lnTo>
                  <a:lnTo>
                    <a:pt x="111125" y="44449"/>
                  </a:lnTo>
                  <a:lnTo>
                    <a:pt x="133350" y="44449"/>
                  </a:lnTo>
                  <a:lnTo>
                    <a:pt x="133350" y="0"/>
                  </a:lnTo>
                  <a:close/>
                </a:path>
                <a:path w="575945" h="133350">
                  <a:moveTo>
                    <a:pt x="442087" y="0"/>
                  </a:moveTo>
                  <a:lnTo>
                    <a:pt x="442087" y="133349"/>
                  </a:lnTo>
                  <a:lnTo>
                    <a:pt x="530987" y="88899"/>
                  </a:lnTo>
                  <a:lnTo>
                    <a:pt x="464312" y="88899"/>
                  </a:lnTo>
                  <a:lnTo>
                    <a:pt x="464312" y="44449"/>
                  </a:lnTo>
                  <a:lnTo>
                    <a:pt x="530987" y="44449"/>
                  </a:lnTo>
                  <a:lnTo>
                    <a:pt x="442087" y="0"/>
                  </a:lnTo>
                  <a:close/>
                </a:path>
                <a:path w="575945" h="133350">
                  <a:moveTo>
                    <a:pt x="133350" y="44449"/>
                  </a:moveTo>
                  <a:lnTo>
                    <a:pt x="111125" y="44449"/>
                  </a:lnTo>
                  <a:lnTo>
                    <a:pt x="111125" y="88899"/>
                  </a:lnTo>
                  <a:lnTo>
                    <a:pt x="133350" y="88899"/>
                  </a:lnTo>
                  <a:lnTo>
                    <a:pt x="133350" y="44449"/>
                  </a:lnTo>
                  <a:close/>
                </a:path>
                <a:path w="575945" h="133350">
                  <a:moveTo>
                    <a:pt x="442087" y="44449"/>
                  </a:moveTo>
                  <a:lnTo>
                    <a:pt x="133350" y="44449"/>
                  </a:lnTo>
                  <a:lnTo>
                    <a:pt x="133350" y="88899"/>
                  </a:lnTo>
                  <a:lnTo>
                    <a:pt x="442087" y="88899"/>
                  </a:lnTo>
                  <a:lnTo>
                    <a:pt x="442087" y="44449"/>
                  </a:lnTo>
                  <a:close/>
                </a:path>
                <a:path w="575945" h="133350">
                  <a:moveTo>
                    <a:pt x="530987" y="44449"/>
                  </a:moveTo>
                  <a:lnTo>
                    <a:pt x="464312" y="44449"/>
                  </a:lnTo>
                  <a:lnTo>
                    <a:pt x="464312" y="88899"/>
                  </a:lnTo>
                  <a:lnTo>
                    <a:pt x="530987" y="88899"/>
                  </a:lnTo>
                  <a:lnTo>
                    <a:pt x="575437" y="66674"/>
                  </a:lnTo>
                  <a:lnTo>
                    <a:pt x="530987" y="44449"/>
                  </a:lnTo>
                  <a:close/>
                </a:path>
              </a:pathLst>
            </a:custGeom>
            <a:solidFill>
              <a:srgbClr val="5C2C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41600" y="3545966"/>
              <a:ext cx="1675764" cy="595630"/>
            </a:xfrm>
            <a:custGeom>
              <a:avLst/>
              <a:gdLst/>
              <a:ahLst/>
              <a:cxnLst/>
              <a:rect l="l" t="t" r="r" b="b"/>
              <a:pathLst>
                <a:path w="1675764" h="595629">
                  <a:moveTo>
                    <a:pt x="462534" y="67818"/>
                  </a:moveTo>
                  <a:lnTo>
                    <a:pt x="428117" y="39624"/>
                  </a:lnTo>
                  <a:lnTo>
                    <a:pt x="67424" y="478548"/>
                  </a:lnTo>
                  <a:lnTo>
                    <a:pt x="33147" y="450342"/>
                  </a:lnTo>
                  <a:lnTo>
                    <a:pt x="0" y="595630"/>
                  </a:lnTo>
                  <a:lnTo>
                    <a:pt x="136144" y="535051"/>
                  </a:lnTo>
                  <a:lnTo>
                    <a:pt x="122707" y="524002"/>
                  </a:lnTo>
                  <a:lnTo>
                    <a:pt x="101841" y="506857"/>
                  </a:lnTo>
                  <a:lnTo>
                    <a:pt x="462534" y="67818"/>
                  </a:lnTo>
                  <a:close/>
                </a:path>
                <a:path w="1675764" h="595629">
                  <a:moveTo>
                    <a:pt x="1675765" y="595630"/>
                  </a:moveTo>
                  <a:lnTo>
                    <a:pt x="1653273" y="537083"/>
                  </a:lnTo>
                  <a:lnTo>
                    <a:pt x="1622298" y="456438"/>
                  </a:lnTo>
                  <a:lnTo>
                    <a:pt x="1592275" y="489305"/>
                  </a:lnTo>
                  <a:lnTo>
                    <a:pt x="1057148" y="0"/>
                  </a:lnTo>
                  <a:lnTo>
                    <a:pt x="1027049" y="32778"/>
                  </a:lnTo>
                  <a:lnTo>
                    <a:pt x="1562315" y="522084"/>
                  </a:lnTo>
                  <a:lnTo>
                    <a:pt x="1532382" y="554863"/>
                  </a:lnTo>
                  <a:lnTo>
                    <a:pt x="1675765" y="595630"/>
                  </a:lnTo>
                  <a:close/>
                </a:path>
              </a:pathLst>
            </a:custGeom>
            <a:solidFill>
              <a:srgbClr val="E811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440418" y="4438015"/>
            <a:ext cx="10140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59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A1A1A"/>
                </a:solidFill>
                <a:latin typeface="Calibri"/>
                <a:cs typeface="Calibri"/>
              </a:rPr>
              <a:t>South </a:t>
            </a:r>
            <a:r>
              <a:rPr sz="1800" b="1" dirty="0">
                <a:solidFill>
                  <a:srgbClr val="1A1A1A"/>
                </a:solidFill>
                <a:latin typeface="Calibri"/>
                <a:cs typeface="Calibri"/>
              </a:rPr>
              <a:t>Central</a:t>
            </a:r>
            <a:r>
              <a:rPr sz="1800" b="1" spc="-9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1A1A1A"/>
                </a:solidFill>
                <a:latin typeface="Calibri"/>
                <a:cs typeface="Calibri"/>
              </a:rPr>
              <a:t>US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060438" y="4438015"/>
            <a:ext cx="10140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59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4F8FA"/>
                </a:solidFill>
                <a:latin typeface="Calibri"/>
                <a:cs typeface="Calibri"/>
              </a:rPr>
              <a:t>North </a:t>
            </a:r>
            <a:r>
              <a:rPr sz="1800" b="1" dirty="0">
                <a:solidFill>
                  <a:srgbClr val="F4F8FA"/>
                </a:solidFill>
                <a:latin typeface="Calibri"/>
                <a:cs typeface="Calibri"/>
              </a:rPr>
              <a:t>Central</a:t>
            </a:r>
            <a:r>
              <a:rPr sz="1800" b="1" spc="-9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4F8FA"/>
                </a:solidFill>
                <a:latin typeface="Calibri"/>
                <a:cs typeface="Calibri"/>
              </a:rPr>
              <a:t>US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405" dirty="0"/>
              <a:t>Keeping</a:t>
            </a:r>
            <a:r>
              <a:rPr sz="4400" spc="-40" dirty="0"/>
              <a:t> </a:t>
            </a:r>
            <a:r>
              <a:rPr sz="4400" spc="275" dirty="0"/>
              <a:t>Data</a:t>
            </a:r>
            <a:r>
              <a:rPr sz="4400" spc="-25" dirty="0"/>
              <a:t> </a:t>
            </a:r>
            <a:r>
              <a:rPr sz="4400" spc="365" dirty="0"/>
              <a:t>Durable</a:t>
            </a:r>
            <a:r>
              <a:rPr sz="4400" spc="-50" dirty="0"/>
              <a:t> </a:t>
            </a:r>
            <a:r>
              <a:rPr sz="4400" dirty="0"/>
              <a:t>&amp;</a:t>
            </a:r>
            <a:r>
              <a:rPr sz="4400" spc="-25" dirty="0"/>
              <a:t> </a:t>
            </a:r>
            <a:r>
              <a:rPr sz="4400" spc="300" dirty="0"/>
              <a:t>Available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Data</a:t>
            </a:r>
            <a:r>
              <a:rPr sz="2600" spc="-5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Resilience</a:t>
            </a:r>
            <a:r>
              <a:rPr sz="2600" spc="-9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&amp;</a:t>
            </a:r>
            <a:r>
              <a:rPr sz="2600" spc="-5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Replication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7030" y="1840344"/>
            <a:ext cx="3156149" cy="42209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30017" y="2339416"/>
            <a:ext cx="13735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East</a:t>
            </a:r>
            <a:r>
              <a:rPr sz="28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US</a:t>
            </a:r>
            <a:r>
              <a:rPr sz="28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0017" y="4960746"/>
            <a:ext cx="15684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Central</a:t>
            </a:r>
            <a:r>
              <a:rPr sz="2800" b="1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US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04308" y="1691258"/>
            <a:ext cx="6507480" cy="1943100"/>
            <a:chOff x="5004308" y="1691258"/>
            <a:chExt cx="6507480" cy="1943100"/>
          </a:xfrm>
        </p:grpSpPr>
        <p:sp>
          <p:nvSpPr>
            <p:cNvPr id="7" name="object 7"/>
            <p:cNvSpPr/>
            <p:nvPr/>
          </p:nvSpPr>
          <p:spPr>
            <a:xfrm>
              <a:off x="5010658" y="1697608"/>
              <a:ext cx="6494780" cy="1930400"/>
            </a:xfrm>
            <a:custGeom>
              <a:avLst/>
              <a:gdLst/>
              <a:ahLst/>
              <a:cxnLst/>
              <a:rect l="l" t="t" r="r" b="b"/>
              <a:pathLst>
                <a:path w="6494780" h="1930400">
                  <a:moveTo>
                    <a:pt x="6172835" y="0"/>
                  </a:moveTo>
                  <a:lnTo>
                    <a:pt x="321817" y="0"/>
                  </a:lnTo>
                  <a:lnTo>
                    <a:pt x="274276" y="3487"/>
                  </a:lnTo>
                  <a:lnTo>
                    <a:pt x="228895" y="13619"/>
                  </a:lnTo>
                  <a:lnTo>
                    <a:pt x="186174" y="29897"/>
                  </a:lnTo>
                  <a:lnTo>
                    <a:pt x="146612" y="51824"/>
                  </a:lnTo>
                  <a:lnTo>
                    <a:pt x="110706" y="78902"/>
                  </a:lnTo>
                  <a:lnTo>
                    <a:pt x="78957" y="110634"/>
                  </a:lnTo>
                  <a:lnTo>
                    <a:pt x="51862" y="146523"/>
                  </a:lnTo>
                  <a:lnTo>
                    <a:pt x="29920" y="186070"/>
                  </a:lnTo>
                  <a:lnTo>
                    <a:pt x="13630" y="228779"/>
                  </a:lnTo>
                  <a:lnTo>
                    <a:pt x="3490" y="274152"/>
                  </a:lnTo>
                  <a:lnTo>
                    <a:pt x="0" y="321690"/>
                  </a:lnTo>
                  <a:lnTo>
                    <a:pt x="0" y="1608708"/>
                  </a:lnTo>
                  <a:lnTo>
                    <a:pt x="3490" y="1656247"/>
                  </a:lnTo>
                  <a:lnTo>
                    <a:pt x="13630" y="1701620"/>
                  </a:lnTo>
                  <a:lnTo>
                    <a:pt x="29920" y="1744329"/>
                  </a:lnTo>
                  <a:lnTo>
                    <a:pt x="51862" y="1783876"/>
                  </a:lnTo>
                  <a:lnTo>
                    <a:pt x="78957" y="1819765"/>
                  </a:lnTo>
                  <a:lnTo>
                    <a:pt x="110706" y="1851497"/>
                  </a:lnTo>
                  <a:lnTo>
                    <a:pt x="146612" y="1878575"/>
                  </a:lnTo>
                  <a:lnTo>
                    <a:pt x="186174" y="1900502"/>
                  </a:lnTo>
                  <a:lnTo>
                    <a:pt x="228895" y="1916780"/>
                  </a:lnTo>
                  <a:lnTo>
                    <a:pt x="274276" y="1926912"/>
                  </a:lnTo>
                  <a:lnTo>
                    <a:pt x="321817" y="1930399"/>
                  </a:lnTo>
                  <a:lnTo>
                    <a:pt x="6172835" y="1930399"/>
                  </a:lnTo>
                  <a:lnTo>
                    <a:pt x="6220373" y="1926912"/>
                  </a:lnTo>
                  <a:lnTo>
                    <a:pt x="6265746" y="1916780"/>
                  </a:lnTo>
                  <a:lnTo>
                    <a:pt x="6308455" y="1900502"/>
                  </a:lnTo>
                  <a:lnTo>
                    <a:pt x="6348002" y="1878575"/>
                  </a:lnTo>
                  <a:lnTo>
                    <a:pt x="6383891" y="1851497"/>
                  </a:lnTo>
                  <a:lnTo>
                    <a:pt x="6415623" y="1819765"/>
                  </a:lnTo>
                  <a:lnTo>
                    <a:pt x="6442701" y="1783876"/>
                  </a:lnTo>
                  <a:lnTo>
                    <a:pt x="6464628" y="1744329"/>
                  </a:lnTo>
                  <a:lnTo>
                    <a:pt x="6480906" y="1701620"/>
                  </a:lnTo>
                  <a:lnTo>
                    <a:pt x="6491038" y="1656247"/>
                  </a:lnTo>
                  <a:lnTo>
                    <a:pt x="6494525" y="1608708"/>
                  </a:lnTo>
                  <a:lnTo>
                    <a:pt x="6494525" y="321690"/>
                  </a:lnTo>
                  <a:lnTo>
                    <a:pt x="6491038" y="274152"/>
                  </a:lnTo>
                  <a:lnTo>
                    <a:pt x="6480906" y="228779"/>
                  </a:lnTo>
                  <a:lnTo>
                    <a:pt x="6464628" y="186070"/>
                  </a:lnTo>
                  <a:lnTo>
                    <a:pt x="6442701" y="146523"/>
                  </a:lnTo>
                  <a:lnTo>
                    <a:pt x="6415623" y="110634"/>
                  </a:lnTo>
                  <a:lnTo>
                    <a:pt x="6383891" y="78902"/>
                  </a:lnTo>
                  <a:lnTo>
                    <a:pt x="6348002" y="51824"/>
                  </a:lnTo>
                  <a:lnTo>
                    <a:pt x="6308455" y="29897"/>
                  </a:lnTo>
                  <a:lnTo>
                    <a:pt x="6265746" y="13619"/>
                  </a:lnTo>
                  <a:lnTo>
                    <a:pt x="6220373" y="3487"/>
                  </a:lnTo>
                  <a:lnTo>
                    <a:pt x="6172835" y="0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10658" y="1697608"/>
              <a:ext cx="6494780" cy="1930400"/>
            </a:xfrm>
            <a:custGeom>
              <a:avLst/>
              <a:gdLst/>
              <a:ahLst/>
              <a:cxnLst/>
              <a:rect l="l" t="t" r="r" b="b"/>
              <a:pathLst>
                <a:path w="6494780" h="1930400">
                  <a:moveTo>
                    <a:pt x="0" y="321690"/>
                  </a:moveTo>
                  <a:lnTo>
                    <a:pt x="3490" y="274152"/>
                  </a:lnTo>
                  <a:lnTo>
                    <a:pt x="13630" y="228779"/>
                  </a:lnTo>
                  <a:lnTo>
                    <a:pt x="29920" y="186070"/>
                  </a:lnTo>
                  <a:lnTo>
                    <a:pt x="51862" y="146523"/>
                  </a:lnTo>
                  <a:lnTo>
                    <a:pt x="78957" y="110634"/>
                  </a:lnTo>
                  <a:lnTo>
                    <a:pt x="110706" y="78902"/>
                  </a:lnTo>
                  <a:lnTo>
                    <a:pt x="146612" y="51824"/>
                  </a:lnTo>
                  <a:lnTo>
                    <a:pt x="186174" y="29897"/>
                  </a:lnTo>
                  <a:lnTo>
                    <a:pt x="228895" y="13619"/>
                  </a:lnTo>
                  <a:lnTo>
                    <a:pt x="274276" y="3487"/>
                  </a:lnTo>
                  <a:lnTo>
                    <a:pt x="321817" y="0"/>
                  </a:lnTo>
                  <a:lnTo>
                    <a:pt x="6172835" y="0"/>
                  </a:lnTo>
                  <a:lnTo>
                    <a:pt x="6220373" y="3487"/>
                  </a:lnTo>
                  <a:lnTo>
                    <a:pt x="6265746" y="13619"/>
                  </a:lnTo>
                  <a:lnTo>
                    <a:pt x="6308455" y="29897"/>
                  </a:lnTo>
                  <a:lnTo>
                    <a:pt x="6348002" y="51824"/>
                  </a:lnTo>
                  <a:lnTo>
                    <a:pt x="6383891" y="78902"/>
                  </a:lnTo>
                  <a:lnTo>
                    <a:pt x="6415623" y="110634"/>
                  </a:lnTo>
                  <a:lnTo>
                    <a:pt x="6442701" y="146523"/>
                  </a:lnTo>
                  <a:lnTo>
                    <a:pt x="6464628" y="186070"/>
                  </a:lnTo>
                  <a:lnTo>
                    <a:pt x="6480906" y="228779"/>
                  </a:lnTo>
                  <a:lnTo>
                    <a:pt x="6491038" y="274152"/>
                  </a:lnTo>
                  <a:lnTo>
                    <a:pt x="6494525" y="321690"/>
                  </a:lnTo>
                  <a:lnTo>
                    <a:pt x="6494525" y="1608708"/>
                  </a:lnTo>
                  <a:lnTo>
                    <a:pt x="6491038" y="1656247"/>
                  </a:lnTo>
                  <a:lnTo>
                    <a:pt x="6480906" y="1701620"/>
                  </a:lnTo>
                  <a:lnTo>
                    <a:pt x="6464628" y="1744329"/>
                  </a:lnTo>
                  <a:lnTo>
                    <a:pt x="6442701" y="1783876"/>
                  </a:lnTo>
                  <a:lnTo>
                    <a:pt x="6415623" y="1819765"/>
                  </a:lnTo>
                  <a:lnTo>
                    <a:pt x="6383891" y="1851497"/>
                  </a:lnTo>
                  <a:lnTo>
                    <a:pt x="6348002" y="1878575"/>
                  </a:lnTo>
                  <a:lnTo>
                    <a:pt x="6308455" y="1900502"/>
                  </a:lnTo>
                  <a:lnTo>
                    <a:pt x="6265746" y="1916780"/>
                  </a:lnTo>
                  <a:lnTo>
                    <a:pt x="6220373" y="1926912"/>
                  </a:lnTo>
                  <a:lnTo>
                    <a:pt x="6172835" y="1930399"/>
                  </a:lnTo>
                  <a:lnTo>
                    <a:pt x="321817" y="1930399"/>
                  </a:lnTo>
                  <a:lnTo>
                    <a:pt x="274276" y="1926912"/>
                  </a:lnTo>
                  <a:lnTo>
                    <a:pt x="228895" y="1916780"/>
                  </a:lnTo>
                  <a:lnTo>
                    <a:pt x="186174" y="1900502"/>
                  </a:lnTo>
                  <a:lnTo>
                    <a:pt x="146612" y="1878575"/>
                  </a:lnTo>
                  <a:lnTo>
                    <a:pt x="110706" y="1851497"/>
                  </a:lnTo>
                  <a:lnTo>
                    <a:pt x="78957" y="1819765"/>
                  </a:lnTo>
                  <a:lnTo>
                    <a:pt x="51862" y="1783876"/>
                  </a:lnTo>
                  <a:lnTo>
                    <a:pt x="29920" y="1744329"/>
                  </a:lnTo>
                  <a:lnTo>
                    <a:pt x="13630" y="1701620"/>
                  </a:lnTo>
                  <a:lnTo>
                    <a:pt x="3490" y="1656247"/>
                  </a:lnTo>
                  <a:lnTo>
                    <a:pt x="0" y="1608708"/>
                  </a:lnTo>
                  <a:lnTo>
                    <a:pt x="0" y="321690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3116" y="1787524"/>
              <a:ext cx="1150619" cy="115062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558409" y="2927350"/>
            <a:ext cx="743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Azure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64579" y="2008123"/>
            <a:ext cx="442023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Geo-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redundant</a:t>
            </a:r>
            <a:r>
              <a:rPr sz="2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(GRS,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RA-GRS)</a:t>
            </a:r>
            <a:endParaRPr sz="22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Automatic</a:t>
            </a:r>
            <a:r>
              <a:rPr sz="22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replication</a:t>
            </a:r>
            <a:r>
              <a:rPr sz="22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22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regions</a:t>
            </a:r>
            <a:endParaRPr sz="22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Blob,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file,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queue,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004308" y="4026027"/>
            <a:ext cx="6507480" cy="1943735"/>
            <a:chOff x="5004308" y="4026027"/>
            <a:chExt cx="6507480" cy="1943735"/>
          </a:xfrm>
        </p:grpSpPr>
        <p:sp>
          <p:nvSpPr>
            <p:cNvPr id="13" name="object 13"/>
            <p:cNvSpPr/>
            <p:nvPr/>
          </p:nvSpPr>
          <p:spPr>
            <a:xfrm>
              <a:off x="5010658" y="4032377"/>
              <a:ext cx="6494780" cy="1931035"/>
            </a:xfrm>
            <a:custGeom>
              <a:avLst/>
              <a:gdLst/>
              <a:ahLst/>
              <a:cxnLst/>
              <a:rect l="l" t="t" r="r" b="b"/>
              <a:pathLst>
                <a:path w="6494780" h="1931035">
                  <a:moveTo>
                    <a:pt x="6172835" y="0"/>
                  </a:moveTo>
                  <a:lnTo>
                    <a:pt x="321817" y="0"/>
                  </a:lnTo>
                  <a:lnTo>
                    <a:pt x="274276" y="3490"/>
                  </a:lnTo>
                  <a:lnTo>
                    <a:pt x="228895" y="13630"/>
                  </a:lnTo>
                  <a:lnTo>
                    <a:pt x="186174" y="29920"/>
                  </a:lnTo>
                  <a:lnTo>
                    <a:pt x="146612" y="51862"/>
                  </a:lnTo>
                  <a:lnTo>
                    <a:pt x="110706" y="78957"/>
                  </a:lnTo>
                  <a:lnTo>
                    <a:pt x="78957" y="110706"/>
                  </a:lnTo>
                  <a:lnTo>
                    <a:pt x="51862" y="146612"/>
                  </a:lnTo>
                  <a:lnTo>
                    <a:pt x="29920" y="186174"/>
                  </a:lnTo>
                  <a:lnTo>
                    <a:pt x="13630" y="228895"/>
                  </a:lnTo>
                  <a:lnTo>
                    <a:pt x="3490" y="274276"/>
                  </a:lnTo>
                  <a:lnTo>
                    <a:pt x="0" y="321818"/>
                  </a:lnTo>
                  <a:lnTo>
                    <a:pt x="0" y="1608709"/>
                  </a:lnTo>
                  <a:lnTo>
                    <a:pt x="3490" y="1656251"/>
                  </a:lnTo>
                  <a:lnTo>
                    <a:pt x="13630" y="1701629"/>
                  </a:lnTo>
                  <a:lnTo>
                    <a:pt x="29920" y="1744344"/>
                  </a:lnTo>
                  <a:lnTo>
                    <a:pt x="51862" y="1783897"/>
                  </a:lnTo>
                  <a:lnTo>
                    <a:pt x="78957" y="1819792"/>
                  </a:lnTo>
                  <a:lnTo>
                    <a:pt x="110706" y="1851530"/>
                  </a:lnTo>
                  <a:lnTo>
                    <a:pt x="146612" y="1878614"/>
                  </a:lnTo>
                  <a:lnTo>
                    <a:pt x="186174" y="1900546"/>
                  </a:lnTo>
                  <a:lnTo>
                    <a:pt x="228895" y="1916827"/>
                  </a:lnTo>
                  <a:lnTo>
                    <a:pt x="274276" y="1926962"/>
                  </a:lnTo>
                  <a:lnTo>
                    <a:pt x="321817" y="1930450"/>
                  </a:lnTo>
                  <a:lnTo>
                    <a:pt x="6172835" y="1930450"/>
                  </a:lnTo>
                  <a:lnTo>
                    <a:pt x="6220373" y="1926962"/>
                  </a:lnTo>
                  <a:lnTo>
                    <a:pt x="6265746" y="1916827"/>
                  </a:lnTo>
                  <a:lnTo>
                    <a:pt x="6308455" y="1900546"/>
                  </a:lnTo>
                  <a:lnTo>
                    <a:pt x="6348002" y="1878614"/>
                  </a:lnTo>
                  <a:lnTo>
                    <a:pt x="6383891" y="1851530"/>
                  </a:lnTo>
                  <a:lnTo>
                    <a:pt x="6415623" y="1819792"/>
                  </a:lnTo>
                  <a:lnTo>
                    <a:pt x="6442701" y="1783897"/>
                  </a:lnTo>
                  <a:lnTo>
                    <a:pt x="6464628" y="1744344"/>
                  </a:lnTo>
                  <a:lnTo>
                    <a:pt x="6480906" y="1701629"/>
                  </a:lnTo>
                  <a:lnTo>
                    <a:pt x="6491038" y="1656251"/>
                  </a:lnTo>
                  <a:lnTo>
                    <a:pt x="6494525" y="1608709"/>
                  </a:lnTo>
                  <a:lnTo>
                    <a:pt x="6494525" y="321818"/>
                  </a:lnTo>
                  <a:lnTo>
                    <a:pt x="6491038" y="274276"/>
                  </a:lnTo>
                  <a:lnTo>
                    <a:pt x="6480906" y="228895"/>
                  </a:lnTo>
                  <a:lnTo>
                    <a:pt x="6464628" y="186174"/>
                  </a:lnTo>
                  <a:lnTo>
                    <a:pt x="6442701" y="146612"/>
                  </a:lnTo>
                  <a:lnTo>
                    <a:pt x="6415623" y="110706"/>
                  </a:lnTo>
                  <a:lnTo>
                    <a:pt x="6383891" y="78957"/>
                  </a:lnTo>
                  <a:lnTo>
                    <a:pt x="6348002" y="51862"/>
                  </a:lnTo>
                  <a:lnTo>
                    <a:pt x="6308455" y="29920"/>
                  </a:lnTo>
                  <a:lnTo>
                    <a:pt x="6265746" y="13630"/>
                  </a:lnTo>
                  <a:lnTo>
                    <a:pt x="6220373" y="3490"/>
                  </a:lnTo>
                  <a:lnTo>
                    <a:pt x="6172835" y="0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10658" y="4032377"/>
              <a:ext cx="6494780" cy="1931035"/>
            </a:xfrm>
            <a:custGeom>
              <a:avLst/>
              <a:gdLst/>
              <a:ahLst/>
              <a:cxnLst/>
              <a:rect l="l" t="t" r="r" b="b"/>
              <a:pathLst>
                <a:path w="6494780" h="1931035">
                  <a:moveTo>
                    <a:pt x="0" y="321818"/>
                  </a:moveTo>
                  <a:lnTo>
                    <a:pt x="3490" y="274276"/>
                  </a:lnTo>
                  <a:lnTo>
                    <a:pt x="13630" y="228895"/>
                  </a:lnTo>
                  <a:lnTo>
                    <a:pt x="29920" y="186174"/>
                  </a:lnTo>
                  <a:lnTo>
                    <a:pt x="51862" y="146612"/>
                  </a:lnTo>
                  <a:lnTo>
                    <a:pt x="78957" y="110706"/>
                  </a:lnTo>
                  <a:lnTo>
                    <a:pt x="110706" y="78957"/>
                  </a:lnTo>
                  <a:lnTo>
                    <a:pt x="146612" y="51862"/>
                  </a:lnTo>
                  <a:lnTo>
                    <a:pt x="186174" y="29920"/>
                  </a:lnTo>
                  <a:lnTo>
                    <a:pt x="228895" y="13630"/>
                  </a:lnTo>
                  <a:lnTo>
                    <a:pt x="274276" y="3490"/>
                  </a:lnTo>
                  <a:lnTo>
                    <a:pt x="321817" y="0"/>
                  </a:lnTo>
                  <a:lnTo>
                    <a:pt x="6172835" y="0"/>
                  </a:lnTo>
                  <a:lnTo>
                    <a:pt x="6220373" y="3490"/>
                  </a:lnTo>
                  <a:lnTo>
                    <a:pt x="6265746" y="13630"/>
                  </a:lnTo>
                  <a:lnTo>
                    <a:pt x="6308455" y="29920"/>
                  </a:lnTo>
                  <a:lnTo>
                    <a:pt x="6348002" y="51862"/>
                  </a:lnTo>
                  <a:lnTo>
                    <a:pt x="6383891" y="78957"/>
                  </a:lnTo>
                  <a:lnTo>
                    <a:pt x="6415623" y="110706"/>
                  </a:lnTo>
                  <a:lnTo>
                    <a:pt x="6442701" y="146612"/>
                  </a:lnTo>
                  <a:lnTo>
                    <a:pt x="6464628" y="186174"/>
                  </a:lnTo>
                  <a:lnTo>
                    <a:pt x="6480906" y="228895"/>
                  </a:lnTo>
                  <a:lnTo>
                    <a:pt x="6491038" y="274276"/>
                  </a:lnTo>
                  <a:lnTo>
                    <a:pt x="6494525" y="321818"/>
                  </a:lnTo>
                  <a:lnTo>
                    <a:pt x="6494525" y="1608709"/>
                  </a:lnTo>
                  <a:lnTo>
                    <a:pt x="6491038" y="1656251"/>
                  </a:lnTo>
                  <a:lnTo>
                    <a:pt x="6480906" y="1701629"/>
                  </a:lnTo>
                  <a:lnTo>
                    <a:pt x="6464628" y="1744344"/>
                  </a:lnTo>
                  <a:lnTo>
                    <a:pt x="6442701" y="1783897"/>
                  </a:lnTo>
                  <a:lnTo>
                    <a:pt x="6415623" y="1819792"/>
                  </a:lnTo>
                  <a:lnTo>
                    <a:pt x="6383891" y="1851530"/>
                  </a:lnTo>
                  <a:lnTo>
                    <a:pt x="6348002" y="1878614"/>
                  </a:lnTo>
                  <a:lnTo>
                    <a:pt x="6308455" y="1900546"/>
                  </a:lnTo>
                  <a:lnTo>
                    <a:pt x="6265746" y="1916827"/>
                  </a:lnTo>
                  <a:lnTo>
                    <a:pt x="6220373" y="1926962"/>
                  </a:lnTo>
                  <a:lnTo>
                    <a:pt x="6172835" y="1930450"/>
                  </a:lnTo>
                  <a:lnTo>
                    <a:pt x="321817" y="1930450"/>
                  </a:lnTo>
                  <a:lnTo>
                    <a:pt x="274276" y="1926962"/>
                  </a:lnTo>
                  <a:lnTo>
                    <a:pt x="228895" y="1916827"/>
                  </a:lnTo>
                  <a:lnTo>
                    <a:pt x="186174" y="1900546"/>
                  </a:lnTo>
                  <a:lnTo>
                    <a:pt x="146612" y="1878614"/>
                  </a:lnTo>
                  <a:lnTo>
                    <a:pt x="110706" y="1851530"/>
                  </a:lnTo>
                  <a:lnTo>
                    <a:pt x="78957" y="1819792"/>
                  </a:lnTo>
                  <a:lnTo>
                    <a:pt x="51862" y="1783897"/>
                  </a:lnTo>
                  <a:lnTo>
                    <a:pt x="29920" y="1744344"/>
                  </a:lnTo>
                  <a:lnTo>
                    <a:pt x="13630" y="1701629"/>
                  </a:lnTo>
                  <a:lnTo>
                    <a:pt x="3490" y="1656251"/>
                  </a:lnTo>
                  <a:lnTo>
                    <a:pt x="0" y="1608709"/>
                  </a:lnTo>
                  <a:lnTo>
                    <a:pt x="0" y="321818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31409" y="4217670"/>
              <a:ext cx="1153502" cy="115341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405373" y="5443829"/>
            <a:ext cx="1083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Cosmos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 DB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64579" y="4457191"/>
            <a:ext cx="404812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region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writes,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active-active</a:t>
            </a:r>
            <a:endParaRPr sz="22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Tunable</a:t>
            </a:r>
            <a:r>
              <a:rPr sz="22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consistency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models</a:t>
            </a:r>
            <a:endParaRPr sz="22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Automatic</a:t>
            </a:r>
            <a:r>
              <a:rPr sz="2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failover</a:t>
            </a:r>
            <a:r>
              <a:rPr sz="2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groups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5"/>
              </a:spcBef>
            </a:pPr>
            <a:r>
              <a:rPr sz="4400" spc="400" dirty="0"/>
              <a:t>Operational</a:t>
            </a:r>
            <a:r>
              <a:rPr sz="4400" spc="-65" dirty="0"/>
              <a:t> </a:t>
            </a:r>
            <a:r>
              <a:rPr sz="4400" spc="375" dirty="0"/>
              <a:t>Readiness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Practice</a:t>
            </a:r>
            <a:r>
              <a:rPr sz="2600" spc="-11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Resilience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8768" y="1840439"/>
            <a:ext cx="4128135" cy="190118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b="1" dirty="0">
                <a:solidFill>
                  <a:srgbClr val="0078D3"/>
                </a:solidFill>
                <a:latin typeface="Calibri"/>
                <a:cs typeface="Calibri"/>
              </a:rPr>
              <a:t>Key</a:t>
            </a:r>
            <a:r>
              <a:rPr sz="2400" b="1" spc="-105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Practices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Monitoring</a:t>
            </a:r>
            <a:r>
              <a:rPr sz="28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&amp;</a:t>
            </a:r>
            <a:r>
              <a:rPr sz="2800" spc="-8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Alerts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Chaos</a:t>
            </a:r>
            <a:r>
              <a:rPr sz="28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002539"/>
                </a:solidFill>
                <a:latin typeface="Calibri"/>
                <a:cs typeface="Calibri"/>
              </a:rPr>
              <a:t>Testing</a:t>
            </a:r>
            <a:r>
              <a:rPr sz="28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/</a:t>
            </a:r>
            <a:r>
              <a:rPr sz="28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Game</a:t>
            </a:r>
            <a:r>
              <a:rPr sz="2800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2539"/>
                </a:solidFill>
                <a:latin typeface="Calibri"/>
                <a:cs typeface="Calibri"/>
              </a:rPr>
              <a:t>Days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Runbooks</a:t>
            </a:r>
            <a:r>
              <a:rPr sz="28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&amp;</a:t>
            </a:r>
            <a:r>
              <a:rPr sz="280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Automation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21713" y="4854575"/>
            <a:ext cx="2914015" cy="951865"/>
            <a:chOff x="2021713" y="4854575"/>
            <a:chExt cx="2914015" cy="951865"/>
          </a:xfrm>
        </p:grpSpPr>
        <p:sp>
          <p:nvSpPr>
            <p:cNvPr id="5" name="object 5"/>
            <p:cNvSpPr/>
            <p:nvPr/>
          </p:nvSpPr>
          <p:spPr>
            <a:xfrm>
              <a:off x="2028063" y="4860925"/>
              <a:ext cx="2901315" cy="939165"/>
            </a:xfrm>
            <a:custGeom>
              <a:avLst/>
              <a:gdLst/>
              <a:ahLst/>
              <a:cxnLst/>
              <a:rect l="l" t="t" r="r" b="b"/>
              <a:pathLst>
                <a:path w="2901315" h="939164">
                  <a:moveTo>
                    <a:pt x="2431541" y="0"/>
                  </a:moveTo>
                  <a:lnTo>
                    <a:pt x="0" y="0"/>
                  </a:lnTo>
                  <a:lnTo>
                    <a:pt x="469519" y="469519"/>
                  </a:lnTo>
                  <a:lnTo>
                    <a:pt x="0" y="938999"/>
                  </a:lnTo>
                  <a:lnTo>
                    <a:pt x="2431541" y="938999"/>
                  </a:lnTo>
                  <a:lnTo>
                    <a:pt x="2901061" y="469519"/>
                  </a:lnTo>
                  <a:lnTo>
                    <a:pt x="2431541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28063" y="4860925"/>
              <a:ext cx="2901315" cy="939165"/>
            </a:xfrm>
            <a:custGeom>
              <a:avLst/>
              <a:gdLst/>
              <a:ahLst/>
              <a:cxnLst/>
              <a:rect l="l" t="t" r="r" b="b"/>
              <a:pathLst>
                <a:path w="2901315" h="939164">
                  <a:moveTo>
                    <a:pt x="0" y="0"/>
                  </a:moveTo>
                  <a:lnTo>
                    <a:pt x="2431541" y="0"/>
                  </a:lnTo>
                  <a:lnTo>
                    <a:pt x="2901061" y="469519"/>
                  </a:lnTo>
                  <a:lnTo>
                    <a:pt x="2431541" y="938999"/>
                  </a:lnTo>
                  <a:lnTo>
                    <a:pt x="0" y="938999"/>
                  </a:lnTo>
                  <a:lnTo>
                    <a:pt x="469519" y="46951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4F8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51530" y="4962905"/>
            <a:ext cx="135826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10" dirty="0">
                <a:solidFill>
                  <a:srgbClr val="F4F8FA"/>
                </a:solidFill>
                <a:latin typeface="Calibri"/>
                <a:cs typeface="Calibri"/>
              </a:rPr>
              <a:t>Detect</a:t>
            </a:r>
            <a:endParaRPr sz="3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32705" y="4854575"/>
            <a:ext cx="5525135" cy="951865"/>
            <a:chOff x="4632705" y="4854575"/>
            <a:chExt cx="5525135" cy="951865"/>
          </a:xfrm>
        </p:grpSpPr>
        <p:sp>
          <p:nvSpPr>
            <p:cNvPr id="9" name="object 9"/>
            <p:cNvSpPr/>
            <p:nvPr/>
          </p:nvSpPr>
          <p:spPr>
            <a:xfrm>
              <a:off x="4639055" y="4860925"/>
              <a:ext cx="2901315" cy="939165"/>
            </a:xfrm>
            <a:custGeom>
              <a:avLst/>
              <a:gdLst/>
              <a:ahLst/>
              <a:cxnLst/>
              <a:rect l="l" t="t" r="r" b="b"/>
              <a:pathLst>
                <a:path w="2901315" h="939164">
                  <a:moveTo>
                    <a:pt x="2431669" y="0"/>
                  </a:moveTo>
                  <a:lnTo>
                    <a:pt x="0" y="0"/>
                  </a:lnTo>
                  <a:lnTo>
                    <a:pt x="469519" y="469519"/>
                  </a:lnTo>
                  <a:lnTo>
                    <a:pt x="0" y="938999"/>
                  </a:lnTo>
                  <a:lnTo>
                    <a:pt x="2431669" y="938999"/>
                  </a:lnTo>
                  <a:lnTo>
                    <a:pt x="2901188" y="469519"/>
                  </a:lnTo>
                  <a:lnTo>
                    <a:pt x="2431669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39055" y="4860925"/>
              <a:ext cx="2901315" cy="939165"/>
            </a:xfrm>
            <a:custGeom>
              <a:avLst/>
              <a:gdLst/>
              <a:ahLst/>
              <a:cxnLst/>
              <a:rect l="l" t="t" r="r" b="b"/>
              <a:pathLst>
                <a:path w="2901315" h="939164">
                  <a:moveTo>
                    <a:pt x="0" y="0"/>
                  </a:moveTo>
                  <a:lnTo>
                    <a:pt x="2431669" y="0"/>
                  </a:lnTo>
                  <a:lnTo>
                    <a:pt x="2901188" y="469519"/>
                  </a:lnTo>
                  <a:lnTo>
                    <a:pt x="2431669" y="938999"/>
                  </a:lnTo>
                  <a:lnTo>
                    <a:pt x="0" y="938999"/>
                  </a:lnTo>
                  <a:lnTo>
                    <a:pt x="469519" y="46951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4F8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50048" y="4860925"/>
              <a:ext cx="2901315" cy="939165"/>
            </a:xfrm>
            <a:custGeom>
              <a:avLst/>
              <a:gdLst/>
              <a:ahLst/>
              <a:cxnLst/>
              <a:rect l="l" t="t" r="r" b="b"/>
              <a:pathLst>
                <a:path w="2901315" h="939164">
                  <a:moveTo>
                    <a:pt x="2431669" y="0"/>
                  </a:moveTo>
                  <a:lnTo>
                    <a:pt x="0" y="0"/>
                  </a:lnTo>
                  <a:lnTo>
                    <a:pt x="469646" y="469519"/>
                  </a:lnTo>
                  <a:lnTo>
                    <a:pt x="0" y="938999"/>
                  </a:lnTo>
                  <a:lnTo>
                    <a:pt x="2431669" y="938999"/>
                  </a:lnTo>
                  <a:lnTo>
                    <a:pt x="2901187" y="469519"/>
                  </a:lnTo>
                  <a:lnTo>
                    <a:pt x="2431669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50048" y="4860925"/>
              <a:ext cx="2901315" cy="939165"/>
            </a:xfrm>
            <a:custGeom>
              <a:avLst/>
              <a:gdLst/>
              <a:ahLst/>
              <a:cxnLst/>
              <a:rect l="l" t="t" r="r" b="b"/>
              <a:pathLst>
                <a:path w="2901315" h="939164">
                  <a:moveTo>
                    <a:pt x="0" y="0"/>
                  </a:moveTo>
                  <a:lnTo>
                    <a:pt x="2431669" y="0"/>
                  </a:lnTo>
                  <a:lnTo>
                    <a:pt x="2901187" y="469519"/>
                  </a:lnTo>
                  <a:lnTo>
                    <a:pt x="2431669" y="938999"/>
                  </a:lnTo>
                  <a:lnTo>
                    <a:pt x="0" y="938999"/>
                  </a:lnTo>
                  <a:lnTo>
                    <a:pt x="469646" y="46951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4F8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18252" y="1829143"/>
            <a:ext cx="5146040" cy="375412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060450">
              <a:lnSpc>
                <a:spcPct val="100000"/>
              </a:lnSpc>
              <a:spcBef>
                <a:spcPts val="405"/>
              </a:spcBef>
            </a:pP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Outcomes</a:t>
            </a:r>
            <a:endParaRPr sz="2400">
              <a:latin typeface="Calibri"/>
              <a:cs typeface="Calibri"/>
            </a:endParaRPr>
          </a:p>
          <a:p>
            <a:pPr marL="1287780" indent="-227329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1287780" algn="l"/>
              </a:tabLst>
            </a:pP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Faster</a:t>
            </a:r>
            <a:r>
              <a:rPr sz="2800" spc="-8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detection</a:t>
            </a:r>
            <a:r>
              <a:rPr sz="280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of</a:t>
            </a:r>
            <a:r>
              <a:rPr sz="2800" spc="-8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failures</a:t>
            </a:r>
            <a:endParaRPr sz="2800">
              <a:latin typeface="Calibri"/>
              <a:cs typeface="Calibri"/>
            </a:endParaRPr>
          </a:p>
          <a:p>
            <a:pPr marL="1287780" indent="-227329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1287780" algn="l"/>
              </a:tabLst>
            </a:pPr>
            <a:r>
              <a:rPr sz="2800" spc="-20" dirty="0">
                <a:solidFill>
                  <a:srgbClr val="002539"/>
                </a:solidFill>
                <a:latin typeface="Calibri"/>
                <a:cs typeface="Calibri"/>
              </a:rPr>
              <a:t>Validated</a:t>
            </a:r>
            <a:r>
              <a:rPr sz="2800" spc="-10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assumptions</a:t>
            </a:r>
            <a:endParaRPr sz="2800">
              <a:latin typeface="Calibri"/>
              <a:cs typeface="Calibri"/>
            </a:endParaRPr>
          </a:p>
          <a:p>
            <a:pPr marL="1287780" marR="494030" indent="-227329">
              <a:lnSpc>
                <a:spcPts val="3020"/>
              </a:lnSpc>
              <a:spcBef>
                <a:spcPts val="1050"/>
              </a:spcBef>
              <a:buFont typeface="Arial"/>
              <a:buChar char="•"/>
              <a:tabLst>
                <a:tab pos="1289050" algn="l"/>
              </a:tabLst>
            </a:pP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Predictable,</a:t>
            </a:r>
            <a:r>
              <a:rPr sz="2800" spc="-114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repeatable 	recovery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35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564130" algn="l"/>
              </a:tabLst>
            </a:pPr>
            <a:r>
              <a:rPr sz="3900" spc="-10" dirty="0">
                <a:solidFill>
                  <a:srgbClr val="F4F8FA"/>
                </a:solidFill>
                <a:latin typeface="Calibri"/>
                <a:cs typeface="Calibri"/>
              </a:rPr>
              <a:t>Validate</a:t>
            </a:r>
            <a:r>
              <a:rPr sz="3900" dirty="0">
                <a:solidFill>
                  <a:srgbClr val="F4F8FA"/>
                </a:solidFill>
                <a:latin typeface="Calibri"/>
                <a:cs typeface="Calibri"/>
              </a:rPr>
              <a:t>	</a:t>
            </a:r>
            <a:r>
              <a:rPr sz="3900" spc="-10" dirty="0">
                <a:solidFill>
                  <a:srgbClr val="F4F8FA"/>
                </a:solidFill>
                <a:latin typeface="Calibri"/>
                <a:cs typeface="Calibri"/>
              </a:rPr>
              <a:t>Respond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70" dirty="0"/>
              <a:t>Trade-</a:t>
            </a:r>
            <a:r>
              <a:rPr sz="4400" spc="320" dirty="0"/>
              <a:t>Offs</a:t>
            </a:r>
            <a:r>
              <a:rPr sz="4400" spc="-45" dirty="0"/>
              <a:t> </a:t>
            </a:r>
            <a:r>
              <a:rPr sz="4400" dirty="0"/>
              <a:t>&amp;</a:t>
            </a:r>
            <a:r>
              <a:rPr sz="4400" spc="-20" dirty="0"/>
              <a:t> </a:t>
            </a:r>
            <a:r>
              <a:rPr sz="4400" spc="459" dirty="0"/>
              <a:t>Cost</a:t>
            </a:r>
            <a:r>
              <a:rPr sz="4400" spc="-45" dirty="0"/>
              <a:t> </a:t>
            </a:r>
            <a:r>
              <a:rPr sz="4400" spc="350" dirty="0"/>
              <a:t>Lens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Balancing</a:t>
            </a:r>
            <a:r>
              <a:rPr sz="2600" spc="-3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Cost,</a:t>
            </a:r>
            <a:r>
              <a:rPr sz="2600" spc="-4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97979"/>
                </a:solidFill>
                <a:latin typeface="Calibri"/>
                <a:cs typeface="Calibri"/>
              </a:rPr>
              <a:t>Complexity,</a:t>
            </a:r>
            <a:r>
              <a:rPr sz="2600" spc="-6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and</a:t>
            </a:r>
            <a:r>
              <a:rPr sz="2600" spc="-5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97979"/>
                </a:solidFill>
                <a:latin typeface="Calibri"/>
                <a:cs typeface="Calibri"/>
              </a:rPr>
              <a:t>Risk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19150" y="2241550"/>
            <a:ext cx="10541000" cy="1219200"/>
            <a:chOff x="819150" y="2241550"/>
            <a:chExt cx="10541000" cy="1219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5500" y="2679700"/>
              <a:ext cx="10528300" cy="406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5500" y="2679700"/>
              <a:ext cx="10528300" cy="406400"/>
            </a:xfrm>
            <a:custGeom>
              <a:avLst/>
              <a:gdLst/>
              <a:ahLst/>
              <a:cxnLst/>
              <a:rect l="l" t="t" r="r" b="b"/>
              <a:pathLst>
                <a:path w="10528300" h="406400">
                  <a:moveTo>
                    <a:pt x="0" y="406400"/>
                  </a:moveTo>
                  <a:lnTo>
                    <a:pt x="10528300" y="406400"/>
                  </a:lnTo>
                  <a:lnTo>
                    <a:pt x="10528300" y="0"/>
                  </a:lnTo>
                  <a:lnTo>
                    <a:pt x="0" y="0"/>
                  </a:lnTo>
                  <a:lnTo>
                    <a:pt x="0" y="406400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5500" y="2298700"/>
              <a:ext cx="381000" cy="1155700"/>
            </a:xfrm>
            <a:custGeom>
              <a:avLst/>
              <a:gdLst/>
              <a:ahLst/>
              <a:cxnLst/>
              <a:rect l="l" t="t" r="r" b="b"/>
              <a:pathLst>
                <a:path w="381000" h="1155700">
                  <a:moveTo>
                    <a:pt x="381000" y="0"/>
                  </a:moveTo>
                  <a:lnTo>
                    <a:pt x="0" y="0"/>
                  </a:lnTo>
                  <a:lnTo>
                    <a:pt x="0" y="1155700"/>
                  </a:lnTo>
                  <a:lnTo>
                    <a:pt x="381000" y="11557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B7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5500" y="2298700"/>
              <a:ext cx="381000" cy="1155700"/>
            </a:xfrm>
            <a:custGeom>
              <a:avLst/>
              <a:gdLst/>
              <a:ahLst/>
              <a:cxnLst/>
              <a:rect l="l" t="t" r="r" b="b"/>
              <a:pathLst>
                <a:path w="381000" h="1155700">
                  <a:moveTo>
                    <a:pt x="0" y="1155700"/>
                  </a:moveTo>
                  <a:lnTo>
                    <a:pt x="381000" y="11557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1155700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99150" y="2273300"/>
              <a:ext cx="381000" cy="1155700"/>
            </a:xfrm>
            <a:custGeom>
              <a:avLst/>
              <a:gdLst/>
              <a:ahLst/>
              <a:cxnLst/>
              <a:rect l="l" t="t" r="r" b="b"/>
              <a:pathLst>
                <a:path w="381000" h="1155700">
                  <a:moveTo>
                    <a:pt x="381000" y="0"/>
                  </a:moveTo>
                  <a:lnTo>
                    <a:pt x="0" y="0"/>
                  </a:lnTo>
                  <a:lnTo>
                    <a:pt x="0" y="1155700"/>
                  </a:lnTo>
                  <a:lnTo>
                    <a:pt x="381000" y="11557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B7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99150" y="2273300"/>
              <a:ext cx="381000" cy="1155700"/>
            </a:xfrm>
            <a:custGeom>
              <a:avLst/>
              <a:gdLst/>
              <a:ahLst/>
              <a:cxnLst/>
              <a:rect l="l" t="t" r="r" b="b"/>
              <a:pathLst>
                <a:path w="381000" h="1155700">
                  <a:moveTo>
                    <a:pt x="0" y="1155700"/>
                  </a:moveTo>
                  <a:lnTo>
                    <a:pt x="381000" y="11557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1155700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72800" y="2247900"/>
              <a:ext cx="381000" cy="1155700"/>
            </a:xfrm>
            <a:custGeom>
              <a:avLst/>
              <a:gdLst/>
              <a:ahLst/>
              <a:cxnLst/>
              <a:rect l="l" t="t" r="r" b="b"/>
              <a:pathLst>
                <a:path w="381000" h="1155700">
                  <a:moveTo>
                    <a:pt x="381000" y="0"/>
                  </a:moveTo>
                  <a:lnTo>
                    <a:pt x="0" y="0"/>
                  </a:lnTo>
                  <a:lnTo>
                    <a:pt x="0" y="1155700"/>
                  </a:lnTo>
                  <a:lnTo>
                    <a:pt x="381000" y="11557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00B7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72800" y="2247900"/>
              <a:ext cx="381000" cy="1155700"/>
            </a:xfrm>
            <a:custGeom>
              <a:avLst/>
              <a:gdLst/>
              <a:ahLst/>
              <a:cxnLst/>
              <a:rect l="l" t="t" r="r" b="b"/>
              <a:pathLst>
                <a:path w="381000" h="1155700">
                  <a:moveTo>
                    <a:pt x="0" y="1155700"/>
                  </a:moveTo>
                  <a:lnTo>
                    <a:pt x="381000" y="1155700"/>
                  </a:lnTo>
                  <a:lnTo>
                    <a:pt x="381000" y="0"/>
                  </a:lnTo>
                  <a:lnTo>
                    <a:pt x="0" y="0"/>
                  </a:lnTo>
                  <a:lnTo>
                    <a:pt x="0" y="1155700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85494" y="3136518"/>
            <a:ext cx="241236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2539"/>
                </a:solidFill>
                <a:latin typeface="Calibri"/>
                <a:cs typeface="Calibri"/>
              </a:rPr>
              <a:t>Single</a:t>
            </a:r>
            <a:r>
              <a:rPr sz="2800" b="1" spc="-9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2539"/>
                </a:solidFill>
                <a:latin typeface="Calibri"/>
                <a:cs typeface="Calibri"/>
              </a:rPr>
              <a:t>Region </a:t>
            </a:r>
            <a:r>
              <a:rPr sz="2800" b="1" dirty="0">
                <a:solidFill>
                  <a:srgbClr val="002539"/>
                </a:solidFill>
                <a:latin typeface="Calibri"/>
                <a:cs typeface="Calibri"/>
              </a:rPr>
              <a:t>High</a:t>
            </a:r>
            <a:r>
              <a:rPr sz="2800" b="1" spc="-1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002539"/>
                </a:solidFill>
                <a:latin typeface="Calibri"/>
                <a:cs typeface="Calibri"/>
              </a:rPr>
              <a:t>Availability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36311" y="3439490"/>
            <a:ext cx="212153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 marR="5080" indent="-90170">
              <a:lnSpc>
                <a:spcPct val="100000"/>
              </a:lnSpc>
              <a:spcBef>
                <a:spcPts val="95"/>
              </a:spcBef>
            </a:pPr>
            <a:r>
              <a:rPr sz="2800" b="1" spc="-30" dirty="0">
                <a:solidFill>
                  <a:srgbClr val="002539"/>
                </a:solidFill>
                <a:latin typeface="Calibri"/>
                <a:cs typeface="Calibri"/>
              </a:rPr>
              <a:t>Active-</a:t>
            </a:r>
            <a:r>
              <a:rPr sz="2800" b="1" spc="-10" dirty="0">
                <a:solidFill>
                  <a:srgbClr val="002539"/>
                </a:solidFill>
                <a:latin typeface="Calibri"/>
                <a:cs typeface="Calibri"/>
              </a:rPr>
              <a:t>Passive </a:t>
            </a:r>
            <a:r>
              <a:rPr sz="2800" b="1" spc="-20" dirty="0">
                <a:solidFill>
                  <a:srgbClr val="002539"/>
                </a:solidFill>
                <a:latin typeface="Calibri"/>
                <a:cs typeface="Calibri"/>
              </a:rPr>
              <a:t>Multi-</a:t>
            </a:r>
            <a:r>
              <a:rPr sz="2800" b="1" spc="-10" dirty="0">
                <a:solidFill>
                  <a:srgbClr val="002539"/>
                </a:solidFill>
                <a:latin typeface="Calibri"/>
                <a:cs typeface="Calibri"/>
              </a:rPr>
              <a:t>Region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02700" y="3136518"/>
            <a:ext cx="1969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002539"/>
                </a:solidFill>
                <a:latin typeface="Calibri"/>
                <a:cs typeface="Calibri"/>
              </a:rPr>
              <a:t>Active-</a:t>
            </a:r>
            <a:r>
              <a:rPr sz="2800" b="1" spc="-10" dirty="0">
                <a:solidFill>
                  <a:srgbClr val="002539"/>
                </a:solidFill>
                <a:latin typeface="Calibri"/>
                <a:cs typeface="Calibri"/>
              </a:rPr>
              <a:t>Active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30131" y="3563239"/>
            <a:ext cx="194246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solidFill>
                  <a:srgbClr val="002539"/>
                </a:solidFill>
                <a:latin typeface="Calibri"/>
                <a:cs typeface="Calibri"/>
              </a:rPr>
              <a:t>Multi-</a:t>
            </a:r>
            <a:r>
              <a:rPr sz="2800" b="1" spc="-10" dirty="0">
                <a:solidFill>
                  <a:srgbClr val="002539"/>
                </a:solidFill>
                <a:latin typeface="Calibri"/>
                <a:cs typeface="Calibri"/>
              </a:rPr>
              <a:t>Region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06450" y="4629150"/>
            <a:ext cx="10553700" cy="787400"/>
            <a:chOff x="806450" y="4629150"/>
            <a:chExt cx="10553700" cy="787400"/>
          </a:xfrm>
        </p:grpSpPr>
        <p:sp>
          <p:nvSpPr>
            <p:cNvPr id="17" name="object 17"/>
            <p:cNvSpPr/>
            <p:nvPr/>
          </p:nvSpPr>
          <p:spPr>
            <a:xfrm>
              <a:off x="812800" y="4635500"/>
              <a:ext cx="10541000" cy="774700"/>
            </a:xfrm>
            <a:custGeom>
              <a:avLst/>
              <a:gdLst/>
              <a:ahLst/>
              <a:cxnLst/>
              <a:rect l="l" t="t" r="r" b="b"/>
              <a:pathLst>
                <a:path w="10541000" h="774700">
                  <a:moveTo>
                    <a:pt x="10411841" y="0"/>
                  </a:moveTo>
                  <a:lnTo>
                    <a:pt x="129120" y="0"/>
                  </a:lnTo>
                  <a:lnTo>
                    <a:pt x="78861" y="10144"/>
                  </a:lnTo>
                  <a:lnTo>
                    <a:pt x="37819" y="37814"/>
                  </a:lnTo>
                  <a:lnTo>
                    <a:pt x="10147" y="78867"/>
                  </a:lnTo>
                  <a:lnTo>
                    <a:pt x="0" y="129158"/>
                  </a:lnTo>
                  <a:lnTo>
                    <a:pt x="0" y="645541"/>
                  </a:lnTo>
                  <a:lnTo>
                    <a:pt x="10147" y="695833"/>
                  </a:lnTo>
                  <a:lnTo>
                    <a:pt x="37819" y="736885"/>
                  </a:lnTo>
                  <a:lnTo>
                    <a:pt x="78861" y="764555"/>
                  </a:lnTo>
                  <a:lnTo>
                    <a:pt x="129120" y="774700"/>
                  </a:lnTo>
                  <a:lnTo>
                    <a:pt x="10411841" y="774700"/>
                  </a:lnTo>
                  <a:lnTo>
                    <a:pt x="10462133" y="764555"/>
                  </a:lnTo>
                  <a:lnTo>
                    <a:pt x="10503185" y="736885"/>
                  </a:lnTo>
                  <a:lnTo>
                    <a:pt x="10530855" y="695833"/>
                  </a:lnTo>
                  <a:lnTo>
                    <a:pt x="10541000" y="645541"/>
                  </a:lnTo>
                  <a:lnTo>
                    <a:pt x="10541000" y="129158"/>
                  </a:lnTo>
                  <a:lnTo>
                    <a:pt x="10530855" y="78867"/>
                  </a:lnTo>
                  <a:lnTo>
                    <a:pt x="10503185" y="37814"/>
                  </a:lnTo>
                  <a:lnTo>
                    <a:pt x="10462133" y="10144"/>
                  </a:lnTo>
                  <a:lnTo>
                    <a:pt x="10411841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2800" y="4635500"/>
              <a:ext cx="10541000" cy="774700"/>
            </a:xfrm>
            <a:custGeom>
              <a:avLst/>
              <a:gdLst/>
              <a:ahLst/>
              <a:cxnLst/>
              <a:rect l="l" t="t" r="r" b="b"/>
              <a:pathLst>
                <a:path w="10541000" h="774700">
                  <a:moveTo>
                    <a:pt x="0" y="129158"/>
                  </a:moveTo>
                  <a:lnTo>
                    <a:pt x="10147" y="78867"/>
                  </a:lnTo>
                  <a:lnTo>
                    <a:pt x="37819" y="37814"/>
                  </a:lnTo>
                  <a:lnTo>
                    <a:pt x="78861" y="10144"/>
                  </a:lnTo>
                  <a:lnTo>
                    <a:pt x="129120" y="0"/>
                  </a:lnTo>
                  <a:lnTo>
                    <a:pt x="10411841" y="0"/>
                  </a:lnTo>
                  <a:lnTo>
                    <a:pt x="10462133" y="10144"/>
                  </a:lnTo>
                  <a:lnTo>
                    <a:pt x="10503185" y="37814"/>
                  </a:lnTo>
                  <a:lnTo>
                    <a:pt x="10530855" y="78867"/>
                  </a:lnTo>
                  <a:lnTo>
                    <a:pt x="10541000" y="129158"/>
                  </a:lnTo>
                  <a:lnTo>
                    <a:pt x="10541000" y="645541"/>
                  </a:lnTo>
                  <a:lnTo>
                    <a:pt x="10530855" y="695833"/>
                  </a:lnTo>
                  <a:lnTo>
                    <a:pt x="10503185" y="736885"/>
                  </a:lnTo>
                  <a:lnTo>
                    <a:pt x="10462133" y="764555"/>
                  </a:lnTo>
                  <a:lnTo>
                    <a:pt x="10411841" y="774700"/>
                  </a:lnTo>
                  <a:lnTo>
                    <a:pt x="129120" y="774700"/>
                  </a:lnTo>
                  <a:lnTo>
                    <a:pt x="78861" y="764555"/>
                  </a:lnTo>
                  <a:lnTo>
                    <a:pt x="37819" y="736885"/>
                  </a:lnTo>
                  <a:lnTo>
                    <a:pt x="10147" y="695833"/>
                  </a:lnTo>
                  <a:lnTo>
                    <a:pt x="0" y="645541"/>
                  </a:lnTo>
                  <a:lnTo>
                    <a:pt x="0" y="129158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90345" y="4758308"/>
            <a:ext cx="97847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4F8FA"/>
                </a:solidFill>
                <a:latin typeface="Calibri"/>
                <a:cs typeface="Calibri"/>
              </a:rPr>
              <a:t>Choose</a:t>
            </a:r>
            <a:r>
              <a:rPr sz="3000" b="1" spc="-8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4F8FA"/>
                </a:solidFill>
                <a:latin typeface="Calibri"/>
                <a:cs typeface="Calibri"/>
              </a:rPr>
              <a:t>the</a:t>
            </a:r>
            <a:r>
              <a:rPr sz="3000" b="1" spc="-8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4F8FA"/>
                </a:solidFill>
                <a:latin typeface="Calibri"/>
                <a:cs typeface="Calibri"/>
              </a:rPr>
              <a:t>level</a:t>
            </a:r>
            <a:r>
              <a:rPr sz="3000" b="1" spc="-8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4F8FA"/>
                </a:solidFill>
                <a:latin typeface="Calibri"/>
                <a:cs typeface="Calibri"/>
              </a:rPr>
              <a:t>of</a:t>
            </a:r>
            <a:r>
              <a:rPr sz="3000" b="1" spc="-9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F4F8FA"/>
                </a:solidFill>
                <a:latin typeface="Calibri"/>
                <a:cs typeface="Calibri"/>
              </a:rPr>
              <a:t>resilience</a:t>
            </a:r>
            <a:r>
              <a:rPr sz="3000" b="1" spc="-8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4F8FA"/>
                </a:solidFill>
                <a:latin typeface="Calibri"/>
                <a:cs typeface="Calibri"/>
              </a:rPr>
              <a:t>that</a:t>
            </a:r>
            <a:r>
              <a:rPr sz="3000" b="1" spc="-10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4F8FA"/>
                </a:solidFill>
                <a:latin typeface="Calibri"/>
                <a:cs typeface="Calibri"/>
              </a:rPr>
              <a:t>matches</a:t>
            </a:r>
            <a:r>
              <a:rPr sz="3000" b="1" spc="-9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4F8FA"/>
                </a:solidFill>
                <a:latin typeface="Calibri"/>
                <a:cs typeface="Calibri"/>
              </a:rPr>
              <a:t>your</a:t>
            </a:r>
            <a:r>
              <a:rPr sz="3000" b="1" spc="-75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4F8FA"/>
                </a:solidFill>
                <a:latin typeface="Calibri"/>
                <a:cs typeface="Calibri"/>
              </a:rPr>
              <a:t>business</a:t>
            </a:r>
            <a:r>
              <a:rPr sz="3000" b="1" spc="-80" dirty="0">
                <a:solidFill>
                  <a:srgbClr val="F4F8FA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F4F8FA"/>
                </a:solidFill>
                <a:latin typeface="Calibri"/>
                <a:cs typeface="Calibri"/>
              </a:rPr>
              <a:t>risk.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5500" y="2298700"/>
            <a:ext cx="381000" cy="1155700"/>
          </a:xfrm>
          <a:custGeom>
            <a:avLst/>
            <a:gdLst/>
            <a:ahLst/>
            <a:cxnLst/>
            <a:rect l="l" t="t" r="r" b="b"/>
            <a:pathLst>
              <a:path w="381000" h="1155700">
                <a:moveTo>
                  <a:pt x="0" y="1155700"/>
                </a:moveTo>
                <a:lnTo>
                  <a:pt x="381000" y="1155700"/>
                </a:lnTo>
                <a:lnTo>
                  <a:pt x="381000" y="0"/>
                </a:lnTo>
                <a:lnTo>
                  <a:pt x="0" y="0"/>
                </a:lnTo>
                <a:lnTo>
                  <a:pt x="0" y="1155700"/>
                </a:lnTo>
                <a:close/>
              </a:path>
            </a:pathLst>
          </a:custGeom>
          <a:ln w="12700">
            <a:solidFill>
              <a:srgbClr val="002E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20" dirty="0"/>
              <a:t>From</a:t>
            </a:r>
            <a:r>
              <a:rPr sz="4400" spc="-50" dirty="0"/>
              <a:t> </a:t>
            </a:r>
            <a:r>
              <a:rPr sz="4400" spc="380" dirty="0"/>
              <a:t>Principles</a:t>
            </a:r>
            <a:r>
              <a:rPr sz="4400" spc="-45" dirty="0"/>
              <a:t> </a:t>
            </a:r>
            <a:r>
              <a:rPr sz="4400" spc="455" dirty="0"/>
              <a:t>to</a:t>
            </a:r>
            <a:r>
              <a:rPr sz="4400" spc="-30" dirty="0"/>
              <a:t> </a:t>
            </a:r>
            <a:r>
              <a:rPr sz="4400" spc="409" dirty="0"/>
              <a:t>Practice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Recap</a:t>
            </a:r>
            <a:r>
              <a:rPr sz="2600" spc="-5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&amp;</a:t>
            </a:r>
            <a:r>
              <a:rPr sz="2600" spc="-4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Transition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473" y="2518282"/>
            <a:ext cx="2324100" cy="23241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35121" y="2054182"/>
            <a:ext cx="7265670" cy="2787015"/>
          </a:xfrm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98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High</a:t>
            </a:r>
            <a:r>
              <a:rPr sz="280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Availability</a:t>
            </a:r>
            <a:r>
              <a:rPr sz="280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=</a:t>
            </a:r>
            <a:r>
              <a:rPr sz="2800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2539"/>
                </a:solidFill>
                <a:latin typeface="Calibri"/>
                <a:cs typeface="Calibri"/>
              </a:rPr>
              <a:t>survive</a:t>
            </a:r>
            <a:r>
              <a:rPr sz="2800" i="1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2539"/>
                </a:solidFill>
                <a:latin typeface="Calibri"/>
                <a:cs typeface="Calibri"/>
              </a:rPr>
              <a:t>everyday</a:t>
            </a:r>
            <a:r>
              <a:rPr sz="2800" i="1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002539"/>
                </a:solidFill>
                <a:latin typeface="Calibri"/>
                <a:cs typeface="Calibri"/>
              </a:rPr>
              <a:t>failures</a:t>
            </a:r>
            <a:endParaRPr sz="2800">
              <a:latin typeface="Calibri"/>
              <a:cs typeface="Calibri"/>
            </a:endParaRPr>
          </a:p>
          <a:p>
            <a:pPr marL="240029" marR="1350010" indent="-227329">
              <a:lnSpc>
                <a:spcPts val="3020"/>
              </a:lnSpc>
              <a:spcBef>
                <a:spcPts val="22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Disaster</a:t>
            </a:r>
            <a:r>
              <a:rPr sz="28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Recovery</a:t>
            </a:r>
            <a:r>
              <a:rPr sz="2800" spc="-9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=</a:t>
            </a:r>
            <a:r>
              <a:rPr sz="2800" spc="-7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2539"/>
                </a:solidFill>
                <a:latin typeface="Calibri"/>
                <a:cs typeface="Calibri"/>
              </a:rPr>
              <a:t>recovery</a:t>
            </a:r>
            <a:r>
              <a:rPr sz="2800" i="1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2539"/>
                </a:solidFill>
                <a:latin typeface="Calibri"/>
                <a:cs typeface="Calibri"/>
              </a:rPr>
              <a:t>from</a:t>
            </a:r>
            <a:r>
              <a:rPr sz="2800" i="1" spc="-8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002539"/>
                </a:solidFill>
                <a:latin typeface="Calibri"/>
                <a:cs typeface="Calibri"/>
              </a:rPr>
              <a:t>rare, 	catastrophic</a:t>
            </a:r>
            <a:r>
              <a:rPr sz="2800" i="1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002539"/>
                </a:solidFill>
                <a:latin typeface="Calibri"/>
                <a:cs typeface="Calibri"/>
              </a:rPr>
              <a:t>events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22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solidFill>
                  <a:srgbClr val="002539"/>
                </a:solidFill>
                <a:latin typeface="Calibri"/>
                <a:cs typeface="Calibri"/>
              </a:rPr>
              <a:t>Tools:</a:t>
            </a:r>
            <a:r>
              <a:rPr sz="2800" spc="-10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Zones,</a:t>
            </a:r>
            <a:r>
              <a:rPr sz="2800" spc="-8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Region</a:t>
            </a:r>
            <a:r>
              <a:rPr sz="2800" spc="-11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Pairs,</a:t>
            </a:r>
            <a:r>
              <a:rPr sz="280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2539"/>
                </a:solidFill>
                <a:latin typeface="Calibri"/>
                <a:cs typeface="Calibri"/>
              </a:rPr>
              <a:t>Active-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Active/Passive, 	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Data</a:t>
            </a:r>
            <a:r>
              <a:rPr sz="2800" spc="-8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replication,</a:t>
            </a:r>
            <a:r>
              <a:rPr sz="280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Ops</a:t>
            </a:r>
            <a:r>
              <a:rPr sz="28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Readiness,</a:t>
            </a:r>
            <a:r>
              <a:rPr sz="28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Cost</a:t>
            </a:r>
            <a:r>
              <a:rPr sz="2800" spc="-7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55" dirty="0">
                <a:solidFill>
                  <a:srgbClr val="002539"/>
                </a:solidFill>
                <a:latin typeface="Calibri"/>
                <a:cs typeface="Calibri"/>
              </a:rPr>
              <a:t>Trade-</a:t>
            </a:r>
            <a:r>
              <a:rPr sz="2800" spc="-20" dirty="0">
                <a:solidFill>
                  <a:srgbClr val="002539"/>
                </a:solidFill>
                <a:latin typeface="Calibri"/>
                <a:cs typeface="Calibri"/>
              </a:rPr>
              <a:t>offs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E239-C8A8-9329-5E6E-7FEFF1868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56370"/>
            <a:ext cx="10515599" cy="923330"/>
          </a:xfrm>
        </p:spPr>
        <p:txBody>
          <a:bodyPr/>
          <a:lstStyle/>
          <a:p>
            <a:r>
              <a:rPr lang="en-US" dirty="0"/>
              <a:t>Resilience Strategies</a:t>
            </a:r>
          </a:p>
        </p:txBody>
      </p:sp>
    </p:spTree>
    <p:extLst>
      <p:ext uri="{BB962C8B-B14F-4D97-AF65-F5344CB8AC3E}">
        <p14:creationId xmlns:p14="http://schemas.microsoft.com/office/powerpoint/2010/main" val="1583373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499" y="1905000"/>
            <a:ext cx="5065649" cy="4279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5"/>
              </a:spcBef>
            </a:pPr>
            <a:r>
              <a:rPr sz="4400" spc="300" dirty="0"/>
              <a:t>Retry</a:t>
            </a:r>
            <a:r>
              <a:rPr sz="4400" spc="-20" dirty="0"/>
              <a:t> </a:t>
            </a:r>
            <a:r>
              <a:rPr sz="4400" spc="355" dirty="0"/>
              <a:t>Policies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Smarter</a:t>
            </a:r>
            <a:r>
              <a:rPr sz="2600" spc="-9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Recovery</a:t>
            </a:r>
            <a:r>
              <a:rPr sz="2600" spc="-10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from</a:t>
            </a:r>
            <a:r>
              <a:rPr sz="2600" spc="-10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Failures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80479" y="1861608"/>
            <a:ext cx="4874260" cy="133667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Concepts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Exponential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Backoff</a:t>
            </a:r>
            <a:r>
              <a:rPr sz="18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–</a:t>
            </a:r>
            <a:r>
              <a:rPr sz="18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wait</a:t>
            </a:r>
            <a:r>
              <a:rPr sz="18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longer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between</a:t>
            </a:r>
            <a:r>
              <a:rPr sz="18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retries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Jitter</a:t>
            </a:r>
            <a:r>
              <a:rPr sz="1800" spc="-3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–</a:t>
            </a:r>
            <a:r>
              <a:rPr sz="18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add</a:t>
            </a:r>
            <a:r>
              <a:rPr sz="1800" spc="-3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randomness</a:t>
            </a:r>
            <a:r>
              <a:rPr sz="18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avoid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retry</a:t>
            </a:r>
            <a:r>
              <a:rPr sz="1800" spc="-3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storms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40665" algn="l"/>
              </a:tabLst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Implementation</a:t>
            </a:r>
            <a:r>
              <a:rPr sz="1800" spc="-3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–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SDKs,</a:t>
            </a:r>
            <a:r>
              <a:rPr sz="18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Polly,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APIM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retry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policies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66128" y="4192651"/>
            <a:ext cx="4685030" cy="169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D3"/>
                </a:solidFill>
                <a:latin typeface="Calibri"/>
                <a:cs typeface="Calibri"/>
              </a:rPr>
              <a:t>Why</a:t>
            </a:r>
            <a:r>
              <a:rPr sz="2400" b="1" spc="-45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D3"/>
                </a:solidFill>
                <a:latin typeface="Calibri"/>
                <a:cs typeface="Calibri"/>
              </a:rPr>
              <a:t>It</a:t>
            </a:r>
            <a:r>
              <a:rPr sz="2400" b="1" spc="-45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Matters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ts val="2245"/>
              </a:lnSpc>
              <a:spcBef>
                <a:spcPts val="6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Prevents</a:t>
            </a:r>
            <a:r>
              <a:rPr sz="22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overwhelming</a:t>
            </a:r>
            <a:r>
              <a:rPr sz="2200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a</a:t>
            </a:r>
            <a:r>
              <a:rPr sz="22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struggling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service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Improves</a:t>
            </a:r>
            <a:r>
              <a:rPr sz="220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recovery</a:t>
            </a:r>
            <a:r>
              <a:rPr sz="2200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time</a:t>
            </a:r>
            <a:r>
              <a:rPr sz="22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during</a:t>
            </a:r>
            <a:r>
              <a:rPr sz="220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outages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Reduces</a:t>
            </a:r>
            <a:r>
              <a:rPr sz="22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cascading</a:t>
            </a:r>
            <a:r>
              <a:rPr sz="2200" spc="-8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failures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499" y="1905000"/>
            <a:ext cx="5065649" cy="4279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5"/>
              </a:spcBef>
            </a:pPr>
            <a:r>
              <a:rPr sz="4400" spc="360" dirty="0"/>
              <a:t>Circuit</a:t>
            </a:r>
            <a:r>
              <a:rPr sz="4400" spc="-45" dirty="0"/>
              <a:t> </a:t>
            </a:r>
            <a:r>
              <a:rPr sz="4400" spc="330" dirty="0"/>
              <a:t>Breakers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Failing</a:t>
            </a:r>
            <a:r>
              <a:rPr sz="2600" spc="-8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Fast</a:t>
            </a:r>
            <a:r>
              <a:rPr sz="2600" spc="-8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to</a:t>
            </a:r>
            <a:r>
              <a:rPr sz="2600" spc="-8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Protect</a:t>
            </a:r>
            <a:r>
              <a:rPr sz="2600" spc="-10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the</a:t>
            </a:r>
            <a:r>
              <a:rPr sz="2600" spc="-8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System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">
              <a:lnSpc>
                <a:spcPts val="2865"/>
              </a:lnSpc>
              <a:spcBef>
                <a:spcPts val="100"/>
              </a:spcBef>
            </a:pPr>
            <a:r>
              <a:rPr spc="-10" dirty="0"/>
              <a:t>Concepts</a:t>
            </a:r>
          </a:p>
          <a:p>
            <a:pPr marL="255270" indent="-228600">
              <a:lnSpc>
                <a:spcPts val="2625"/>
              </a:lnSpc>
              <a:buFont typeface="Arial"/>
              <a:buChar char="•"/>
              <a:tabLst>
                <a:tab pos="255270" algn="l"/>
              </a:tabLst>
            </a:pP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Detect</a:t>
            </a:r>
            <a:r>
              <a:rPr sz="2200" b="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2539"/>
                </a:solidFill>
                <a:latin typeface="Calibri"/>
                <a:cs typeface="Calibri"/>
              </a:rPr>
              <a:t>repeated</a:t>
            </a:r>
            <a:r>
              <a:rPr sz="2200" b="0" spc="-9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2539"/>
                </a:solidFill>
                <a:latin typeface="Calibri"/>
                <a:cs typeface="Calibri"/>
              </a:rPr>
              <a:t>failures</a:t>
            </a:r>
            <a:endParaRPr sz="2200">
              <a:latin typeface="Calibri"/>
              <a:cs typeface="Calibri"/>
            </a:endParaRPr>
          </a:p>
          <a:p>
            <a:pPr marL="255270" indent="-228600">
              <a:lnSpc>
                <a:spcPts val="2245"/>
              </a:lnSpc>
              <a:spcBef>
                <a:spcPts val="204"/>
              </a:spcBef>
              <a:buFont typeface="Arial"/>
              <a:buChar char="•"/>
              <a:tabLst>
                <a:tab pos="255270" algn="l"/>
              </a:tabLst>
            </a:pP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Block</a:t>
            </a:r>
            <a:r>
              <a:rPr sz="2200" b="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further</a:t>
            </a:r>
            <a:r>
              <a:rPr sz="2200" b="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2539"/>
                </a:solidFill>
                <a:latin typeface="Calibri"/>
                <a:cs typeface="Calibri"/>
              </a:rPr>
              <a:t>requests</a:t>
            </a:r>
            <a:r>
              <a:rPr sz="2200" b="0" spc="-3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while</a:t>
            </a:r>
            <a:r>
              <a:rPr sz="2200" b="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the</a:t>
            </a:r>
            <a:r>
              <a:rPr sz="2200" b="0" spc="-2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2539"/>
                </a:solidFill>
                <a:latin typeface="Calibri"/>
                <a:cs typeface="Calibri"/>
              </a:rPr>
              <a:t>service</a:t>
            </a:r>
            <a:endParaRPr sz="2200">
              <a:latin typeface="Calibri"/>
              <a:cs typeface="Calibri"/>
            </a:endParaRPr>
          </a:p>
          <a:p>
            <a:pPr marL="255270">
              <a:lnSpc>
                <a:spcPts val="2245"/>
              </a:lnSpc>
            </a:pP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is</a:t>
            </a:r>
            <a:r>
              <a:rPr sz="2200" b="0" spc="-2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2539"/>
                </a:solidFill>
                <a:latin typeface="Calibri"/>
                <a:cs typeface="Calibri"/>
              </a:rPr>
              <a:t>unhealthy</a:t>
            </a:r>
            <a:endParaRPr sz="2200">
              <a:latin typeface="Calibri"/>
              <a:cs typeface="Calibri"/>
            </a:endParaRPr>
          </a:p>
          <a:p>
            <a:pPr marL="25527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55270" algn="l"/>
              </a:tabLst>
            </a:pP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Allow</a:t>
            </a:r>
            <a:r>
              <a:rPr sz="2200" b="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2539"/>
                </a:solidFill>
                <a:latin typeface="Calibri"/>
                <a:cs typeface="Calibri"/>
              </a:rPr>
              <a:t>recovery</a:t>
            </a:r>
            <a:r>
              <a:rPr sz="2200" b="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2539"/>
                </a:solidFill>
                <a:latin typeface="Calibri"/>
                <a:cs typeface="Calibri"/>
              </a:rPr>
              <a:t>attempts</a:t>
            </a:r>
            <a:r>
              <a:rPr sz="2200" b="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after</a:t>
            </a:r>
            <a:r>
              <a:rPr sz="2200" b="0" spc="-7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2539"/>
                </a:solidFill>
                <a:latin typeface="Calibri"/>
                <a:cs typeface="Calibri"/>
              </a:rPr>
              <a:t>cooldown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95"/>
              </a:spcBef>
              <a:buClr>
                <a:srgbClr val="002539"/>
              </a:buClr>
              <a:buFont typeface="Arial"/>
              <a:buChar char="•"/>
            </a:pPr>
            <a:endParaRPr sz="2200">
              <a:latin typeface="Calibri"/>
              <a:cs typeface="Calibri"/>
            </a:endParaRPr>
          </a:p>
          <a:p>
            <a:pPr marL="23495">
              <a:lnSpc>
                <a:spcPct val="100000"/>
              </a:lnSpc>
            </a:pPr>
            <a:r>
              <a:rPr dirty="0"/>
              <a:t>Why</a:t>
            </a:r>
            <a:r>
              <a:rPr spc="-45" dirty="0"/>
              <a:t> </a:t>
            </a:r>
            <a:r>
              <a:rPr dirty="0"/>
              <a:t>It</a:t>
            </a:r>
            <a:r>
              <a:rPr spc="-45" dirty="0"/>
              <a:t> </a:t>
            </a:r>
            <a:r>
              <a:rPr spc="-10" dirty="0"/>
              <a:t>Matters</a:t>
            </a:r>
          </a:p>
          <a:p>
            <a:pPr marL="240665" indent="-227965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0665" algn="l"/>
              </a:tabLst>
            </a:pPr>
            <a:r>
              <a:rPr sz="2200" b="0" spc="-10" dirty="0">
                <a:solidFill>
                  <a:srgbClr val="002539"/>
                </a:solidFill>
                <a:latin typeface="Calibri"/>
                <a:cs typeface="Calibri"/>
              </a:rPr>
              <a:t>Prevents</a:t>
            </a:r>
            <a:r>
              <a:rPr sz="2200" b="0" spc="-7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cascading</a:t>
            </a:r>
            <a:r>
              <a:rPr sz="2200" b="0" spc="-8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2539"/>
                </a:solidFill>
                <a:latin typeface="Calibri"/>
                <a:cs typeface="Calibri"/>
              </a:rPr>
              <a:t>failures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Stops</a:t>
            </a:r>
            <a:r>
              <a:rPr sz="2200" b="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clients</a:t>
            </a:r>
            <a:r>
              <a:rPr sz="2200" b="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from</a:t>
            </a:r>
            <a:r>
              <a:rPr sz="2200" b="0" spc="-7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overwhelming</a:t>
            </a:r>
            <a:r>
              <a:rPr sz="2200" b="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a</a:t>
            </a:r>
            <a:r>
              <a:rPr sz="2200" b="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2539"/>
                </a:solidFill>
                <a:latin typeface="Calibri"/>
                <a:cs typeface="Calibri"/>
              </a:rPr>
              <a:t>failing service</a:t>
            </a:r>
            <a:endParaRPr sz="2200">
              <a:latin typeface="Calibri"/>
              <a:cs typeface="Calibri"/>
            </a:endParaRPr>
          </a:p>
          <a:p>
            <a:pPr marL="241300" marR="63182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Enables</a:t>
            </a:r>
            <a:r>
              <a:rPr sz="2200" b="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2539"/>
                </a:solidFill>
                <a:latin typeface="Calibri"/>
                <a:cs typeface="Calibri"/>
              </a:rPr>
              <a:t>faster</a:t>
            </a:r>
            <a:r>
              <a:rPr sz="2200" b="0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2539"/>
                </a:solidFill>
                <a:latin typeface="Calibri"/>
                <a:cs typeface="Calibri"/>
              </a:rPr>
              <a:t>recovery</a:t>
            </a:r>
            <a:r>
              <a:rPr sz="2200" b="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dirty="0">
                <a:solidFill>
                  <a:srgbClr val="002539"/>
                </a:solidFill>
                <a:latin typeface="Calibri"/>
                <a:cs typeface="Calibri"/>
              </a:rPr>
              <a:t>once</a:t>
            </a:r>
            <a:r>
              <a:rPr sz="2200" b="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2539"/>
                </a:solidFill>
                <a:latin typeface="Calibri"/>
                <a:cs typeface="Calibri"/>
              </a:rPr>
              <a:t>health improves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499" y="1905000"/>
            <a:ext cx="5065649" cy="4279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5"/>
              </a:spcBef>
            </a:pPr>
            <a:r>
              <a:rPr sz="4400" spc="285" dirty="0"/>
              <a:t>Throttling</a:t>
            </a:r>
            <a:r>
              <a:rPr sz="4400" spc="-55" dirty="0"/>
              <a:t> </a:t>
            </a:r>
            <a:r>
              <a:rPr sz="4400" dirty="0"/>
              <a:t>&amp;</a:t>
            </a:r>
            <a:r>
              <a:rPr sz="4400" spc="-25" dirty="0"/>
              <a:t> </a:t>
            </a:r>
            <a:r>
              <a:rPr sz="4400" spc="240" dirty="0"/>
              <a:t>Rate</a:t>
            </a:r>
            <a:r>
              <a:rPr sz="4400" spc="-45" dirty="0"/>
              <a:t> </a:t>
            </a:r>
            <a:r>
              <a:rPr sz="4400" spc="270" dirty="0"/>
              <a:t>Limiting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Protecting</a:t>
            </a:r>
            <a:r>
              <a:rPr sz="2600" spc="-10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Capacity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66128" y="1880742"/>
            <a:ext cx="4838700" cy="4004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Concepts</a:t>
            </a:r>
            <a:endParaRPr sz="2400">
              <a:latin typeface="Calibri"/>
              <a:cs typeface="Calibri"/>
            </a:endParaRPr>
          </a:p>
          <a:p>
            <a:pPr marL="255270" marR="389890" indent="-228600">
              <a:lnSpc>
                <a:spcPct val="80000"/>
              </a:lnSpc>
              <a:spcBef>
                <a:spcPts val="665"/>
              </a:spcBef>
              <a:buFont typeface="Arial"/>
              <a:buChar char="•"/>
              <a:tabLst>
                <a:tab pos="255270" algn="l"/>
              </a:tabLst>
            </a:pPr>
            <a:r>
              <a:rPr sz="2600" b="1" dirty="0">
                <a:solidFill>
                  <a:srgbClr val="002539"/>
                </a:solidFill>
                <a:latin typeface="Calibri"/>
                <a:cs typeface="Calibri"/>
              </a:rPr>
              <a:t>Rate</a:t>
            </a:r>
            <a:r>
              <a:rPr sz="2600" b="1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2539"/>
                </a:solidFill>
                <a:latin typeface="Calibri"/>
                <a:cs typeface="Calibri"/>
              </a:rPr>
              <a:t>Limiting:</a:t>
            </a:r>
            <a:r>
              <a:rPr sz="2600" b="1" spc="-7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cap</a:t>
            </a:r>
            <a:r>
              <a:rPr sz="26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requests</a:t>
            </a:r>
            <a:r>
              <a:rPr sz="2600" spc="-9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002539"/>
                </a:solidFill>
                <a:latin typeface="Calibri"/>
                <a:cs typeface="Calibri"/>
              </a:rPr>
              <a:t>per </a:t>
            </a:r>
            <a:r>
              <a:rPr sz="2600" spc="-10" dirty="0">
                <a:solidFill>
                  <a:srgbClr val="002539"/>
                </a:solidFill>
                <a:latin typeface="Calibri"/>
                <a:cs typeface="Calibri"/>
              </a:rPr>
              <a:t>second/minute</a:t>
            </a:r>
            <a:endParaRPr sz="2600">
              <a:latin typeface="Calibri"/>
              <a:cs typeface="Calibri"/>
            </a:endParaRPr>
          </a:p>
          <a:p>
            <a:pPr marL="255270" marR="400685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55270" algn="l"/>
              </a:tabLst>
            </a:pPr>
            <a:r>
              <a:rPr sz="2600" b="1" dirty="0">
                <a:solidFill>
                  <a:srgbClr val="002539"/>
                </a:solidFill>
                <a:latin typeface="Calibri"/>
                <a:cs typeface="Calibri"/>
              </a:rPr>
              <a:t>Throttling:</a:t>
            </a:r>
            <a:r>
              <a:rPr sz="2600" b="1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slow</a:t>
            </a:r>
            <a:r>
              <a:rPr sz="26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down</a:t>
            </a:r>
            <a:r>
              <a:rPr sz="260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or</a:t>
            </a:r>
            <a:r>
              <a:rPr sz="2600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2539"/>
                </a:solidFill>
                <a:latin typeface="Calibri"/>
                <a:cs typeface="Calibri"/>
              </a:rPr>
              <a:t>reject excess</a:t>
            </a:r>
            <a:r>
              <a:rPr sz="2600" spc="-9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2539"/>
                </a:solidFill>
                <a:latin typeface="Calibri"/>
                <a:cs typeface="Calibri"/>
              </a:rPr>
              <a:t>requests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15"/>
              </a:spcBef>
              <a:buFont typeface="Arial"/>
              <a:buChar char="•"/>
            </a:pPr>
            <a:endParaRPr sz="2600">
              <a:latin typeface="Calibri"/>
              <a:cs typeface="Calibri"/>
            </a:endParaRPr>
          </a:p>
          <a:p>
            <a:pPr marL="23495">
              <a:lnSpc>
                <a:spcPct val="100000"/>
              </a:lnSpc>
            </a:pPr>
            <a:r>
              <a:rPr sz="2400" b="1" dirty="0">
                <a:solidFill>
                  <a:srgbClr val="0078D3"/>
                </a:solidFill>
                <a:latin typeface="Calibri"/>
                <a:cs typeface="Calibri"/>
              </a:rPr>
              <a:t>Why</a:t>
            </a:r>
            <a:r>
              <a:rPr sz="2400" b="1" spc="-45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D3"/>
                </a:solidFill>
                <a:latin typeface="Calibri"/>
                <a:cs typeface="Calibri"/>
              </a:rPr>
              <a:t>It</a:t>
            </a:r>
            <a:r>
              <a:rPr sz="2400" b="1" spc="-45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Matters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Prevents</a:t>
            </a:r>
            <a:r>
              <a:rPr sz="2200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overload</a:t>
            </a:r>
            <a:r>
              <a:rPr sz="22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and</a:t>
            </a:r>
            <a:r>
              <a:rPr sz="220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cascading</a:t>
            </a:r>
            <a:r>
              <a:rPr sz="22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failures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0"/>
              </a:spcBef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Ensures</a:t>
            </a:r>
            <a:r>
              <a:rPr sz="220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fair</a:t>
            </a:r>
            <a:r>
              <a:rPr sz="220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usage</a:t>
            </a:r>
            <a:r>
              <a:rPr sz="22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across</a:t>
            </a:r>
            <a:r>
              <a:rPr sz="22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clients</a:t>
            </a:r>
            <a:endParaRPr sz="2200">
              <a:latin typeface="Calibri"/>
              <a:cs typeface="Calibri"/>
            </a:endParaRPr>
          </a:p>
          <a:p>
            <a:pPr marL="241300" marR="45085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Preserves</a:t>
            </a:r>
            <a:r>
              <a:rPr sz="22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critical</a:t>
            </a:r>
            <a:r>
              <a:rPr sz="22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functionality</a:t>
            </a:r>
            <a:r>
              <a:rPr sz="22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under stress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499" y="1905000"/>
            <a:ext cx="5065649" cy="4279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5"/>
              </a:spcBef>
            </a:pPr>
            <a:r>
              <a:rPr sz="4400" spc="415" dirty="0"/>
              <a:t>Graceful</a:t>
            </a:r>
            <a:r>
              <a:rPr sz="4400" spc="-50" dirty="0"/>
              <a:t> </a:t>
            </a:r>
            <a:r>
              <a:rPr sz="4400" spc="365" dirty="0"/>
              <a:t>Degradation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Preserving</a:t>
            </a:r>
            <a:r>
              <a:rPr sz="2600" spc="-4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the</a:t>
            </a:r>
            <a:r>
              <a:rPr sz="2600" spc="-1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797979"/>
                </a:solidFill>
                <a:latin typeface="Calibri"/>
                <a:cs typeface="Calibri"/>
              </a:rPr>
              <a:t>Core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66128" y="1861608"/>
            <a:ext cx="4558030" cy="425831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250"/>
              </a:spcBef>
            </a:pP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Concepts</a:t>
            </a:r>
            <a:endParaRPr sz="2400">
              <a:latin typeface="Calibri"/>
              <a:cs typeface="Calibri"/>
            </a:endParaRPr>
          </a:p>
          <a:p>
            <a:pPr marL="255270" indent="-22860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255270" algn="l"/>
              </a:tabLst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Disable</a:t>
            </a:r>
            <a:r>
              <a:rPr sz="1800" spc="-3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or</a:t>
            </a:r>
            <a:r>
              <a:rPr sz="18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reduce</a:t>
            </a:r>
            <a:r>
              <a:rPr sz="1800" spc="-3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non-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essential</a:t>
            </a:r>
            <a:r>
              <a:rPr sz="18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  <a:p>
            <a:pPr marL="255270" marR="208279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55270" algn="l"/>
              </a:tabLst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Serve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cached</a:t>
            </a:r>
            <a:r>
              <a:rPr sz="18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or</a:t>
            </a:r>
            <a:r>
              <a:rPr sz="18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static</a:t>
            </a:r>
            <a:r>
              <a:rPr sz="18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data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when</a:t>
            </a:r>
            <a:r>
              <a:rPr sz="18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live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is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unavailable</a:t>
            </a:r>
            <a:endParaRPr sz="1800">
              <a:latin typeface="Calibri"/>
              <a:cs typeface="Calibri"/>
            </a:endParaRPr>
          </a:p>
          <a:p>
            <a:pPr marL="255270" indent="-228600">
              <a:lnSpc>
                <a:spcPct val="100000"/>
              </a:lnSpc>
              <a:spcBef>
                <a:spcPts val="350"/>
              </a:spcBef>
              <a:buFont typeface="Arial"/>
              <a:buChar char="•"/>
              <a:tabLst>
                <a:tab pos="255270" algn="l"/>
              </a:tabLst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Switch</a:t>
            </a:r>
            <a:r>
              <a:rPr sz="1800" spc="-3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2539"/>
                </a:solidFill>
                <a:latin typeface="Calibri"/>
                <a:cs typeface="Calibri"/>
              </a:rPr>
              <a:t>read-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only-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mode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for</a:t>
            </a:r>
            <a:r>
              <a:rPr sz="1800" spc="-3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critical</a:t>
            </a:r>
            <a:r>
              <a:rPr sz="1800" spc="-2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services</a:t>
            </a:r>
            <a:endParaRPr sz="1800">
              <a:latin typeface="Calibri"/>
              <a:cs typeface="Calibri"/>
            </a:endParaRPr>
          </a:p>
          <a:p>
            <a:pPr marL="255270" indent="-228600">
              <a:lnSpc>
                <a:spcPct val="100000"/>
              </a:lnSpc>
              <a:spcBef>
                <a:spcPts val="359"/>
              </a:spcBef>
              <a:buFont typeface="Arial"/>
              <a:buChar char="•"/>
              <a:tabLst>
                <a:tab pos="255270" algn="l"/>
              </a:tabLst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Provide</a:t>
            </a:r>
            <a:r>
              <a:rPr sz="18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clear</a:t>
            </a:r>
            <a:r>
              <a:rPr sz="18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use</a:t>
            </a:r>
            <a:r>
              <a:rPr sz="1800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messaging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0"/>
              </a:spcBef>
              <a:buFont typeface="Arial"/>
              <a:buChar char="•"/>
            </a:pPr>
            <a:endParaRPr sz="1800">
              <a:latin typeface="Calibri"/>
              <a:cs typeface="Calibri"/>
            </a:endParaRPr>
          </a:p>
          <a:p>
            <a:pPr marL="23495">
              <a:lnSpc>
                <a:spcPct val="100000"/>
              </a:lnSpc>
            </a:pPr>
            <a:r>
              <a:rPr sz="2400" b="1" dirty="0">
                <a:solidFill>
                  <a:srgbClr val="0078D3"/>
                </a:solidFill>
                <a:latin typeface="Calibri"/>
                <a:cs typeface="Calibri"/>
              </a:rPr>
              <a:t>Why</a:t>
            </a:r>
            <a:r>
              <a:rPr sz="2400" b="1" spc="-45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D3"/>
                </a:solidFill>
                <a:latin typeface="Calibri"/>
                <a:cs typeface="Calibri"/>
              </a:rPr>
              <a:t>It</a:t>
            </a:r>
            <a:r>
              <a:rPr sz="2400" b="1" spc="-45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Matters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Keeps</a:t>
            </a:r>
            <a:r>
              <a:rPr sz="2200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the</a:t>
            </a:r>
            <a:r>
              <a:rPr sz="22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core</a:t>
            </a:r>
            <a:r>
              <a:rPr sz="2200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business</a:t>
            </a:r>
            <a:r>
              <a:rPr sz="220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function</a:t>
            </a:r>
            <a:r>
              <a:rPr sz="220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alive</a:t>
            </a:r>
            <a:endParaRPr sz="2200">
              <a:latin typeface="Calibri"/>
              <a:cs typeface="Calibri"/>
            </a:endParaRPr>
          </a:p>
          <a:p>
            <a:pPr marL="241300" marR="845185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Minimizes</a:t>
            </a:r>
            <a:r>
              <a:rPr sz="220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user</a:t>
            </a:r>
            <a:r>
              <a:rPr sz="22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frustration</a:t>
            </a:r>
            <a:r>
              <a:rPr sz="220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002539"/>
                </a:solidFill>
                <a:latin typeface="Calibri"/>
                <a:cs typeface="Calibri"/>
              </a:rPr>
              <a:t>and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operational</a:t>
            </a:r>
            <a:r>
              <a:rPr sz="2200" spc="-114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damage</a:t>
            </a:r>
            <a:endParaRPr sz="2200">
              <a:latin typeface="Calibri"/>
              <a:cs typeface="Calibri"/>
            </a:endParaRPr>
          </a:p>
          <a:p>
            <a:pPr marL="241300" marR="21717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Buys</a:t>
            </a:r>
            <a:r>
              <a:rPr sz="22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time</a:t>
            </a:r>
            <a:r>
              <a:rPr sz="22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for</a:t>
            </a:r>
            <a:r>
              <a:rPr sz="220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recovery</a:t>
            </a:r>
            <a:r>
              <a:rPr sz="220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2539"/>
                </a:solidFill>
                <a:latin typeface="Calibri"/>
                <a:cs typeface="Calibri"/>
              </a:rPr>
              <a:t>without</a:t>
            </a:r>
            <a:r>
              <a:rPr sz="220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2539"/>
                </a:solidFill>
                <a:latin typeface="Calibri"/>
                <a:cs typeface="Calibri"/>
              </a:rPr>
              <a:t>total outage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450" dirty="0"/>
              <a:t>Recap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708150"/>
            <a:ext cx="10515600" cy="4279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70938" y="4685792"/>
            <a:ext cx="1297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Retry</a:t>
            </a:r>
            <a:r>
              <a:rPr sz="1800" b="1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Policies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47134" y="4655311"/>
            <a:ext cx="1506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Circuit</a:t>
            </a:r>
            <a:r>
              <a:rPr sz="1800" b="1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Breakers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1957" y="4593463"/>
            <a:ext cx="9626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960" marR="5080" indent="-48895" algn="just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Throttling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and</a:t>
            </a:r>
            <a:r>
              <a:rPr sz="1800" b="1" spc="-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2539"/>
                </a:solidFill>
                <a:latin typeface="Calibri"/>
                <a:cs typeface="Calibri"/>
              </a:rPr>
              <a:t>Rate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Limiting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49233" y="4662678"/>
            <a:ext cx="2043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Graceful</a:t>
            </a:r>
            <a:r>
              <a:rPr sz="1800" b="1" spc="-2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Degradation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68D3-CAAF-5096-C679-98EB2FCF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56370"/>
            <a:ext cx="10515599" cy="923330"/>
          </a:xfrm>
        </p:spPr>
        <p:txBody>
          <a:bodyPr/>
          <a:lstStyle/>
          <a:p>
            <a:r>
              <a:rPr lang="en-US" dirty="0"/>
              <a:t>Architecture Patterns</a:t>
            </a:r>
          </a:p>
        </p:txBody>
      </p:sp>
    </p:spTree>
    <p:extLst>
      <p:ext uri="{BB962C8B-B14F-4D97-AF65-F5344CB8AC3E}">
        <p14:creationId xmlns:p14="http://schemas.microsoft.com/office/powerpoint/2010/main" val="3084417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199" y="1905000"/>
            <a:ext cx="3250819" cy="4279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415" dirty="0"/>
              <a:t>Bulkhead</a:t>
            </a:r>
            <a:r>
              <a:rPr sz="4400" spc="-30" dirty="0"/>
              <a:t> </a:t>
            </a:r>
            <a:r>
              <a:rPr sz="4400" spc="335" dirty="0"/>
              <a:t>Isolation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Partitioning</a:t>
            </a:r>
            <a:r>
              <a:rPr sz="2600" spc="-9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for</a:t>
            </a:r>
            <a:r>
              <a:rPr sz="2600" spc="-9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Resilience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2100" y="1524000"/>
            <a:ext cx="5981700" cy="774700"/>
          </a:xfrm>
          <a:prstGeom prst="rect">
            <a:avLst/>
          </a:prstGeom>
          <a:ln w="38100">
            <a:solidFill>
              <a:srgbClr val="FFB800"/>
            </a:solidFill>
          </a:ln>
        </p:spPr>
        <p:txBody>
          <a:bodyPr vert="horz" wrap="square" lIns="0" tIns="23495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85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Router(s)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66702" y="1637055"/>
            <a:ext cx="5788025" cy="4562475"/>
            <a:chOff x="5366702" y="1637055"/>
            <a:chExt cx="5788025" cy="45624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06024" y="1637055"/>
              <a:ext cx="548614" cy="54861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6250" y="1692020"/>
              <a:ext cx="548614" cy="54851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80990" y="3073399"/>
              <a:ext cx="1447800" cy="3111500"/>
            </a:xfrm>
            <a:custGeom>
              <a:avLst/>
              <a:gdLst/>
              <a:ahLst/>
              <a:cxnLst/>
              <a:rect l="l" t="t" r="r" b="b"/>
              <a:pathLst>
                <a:path w="1447800" h="3111500">
                  <a:moveTo>
                    <a:pt x="1206500" y="0"/>
                  </a:moveTo>
                  <a:lnTo>
                    <a:pt x="241300" y="0"/>
                  </a:lnTo>
                  <a:lnTo>
                    <a:pt x="192682" y="4904"/>
                  </a:lnTo>
                  <a:lnTo>
                    <a:pt x="147393" y="18968"/>
                  </a:lnTo>
                  <a:lnTo>
                    <a:pt x="106405" y="41221"/>
                  </a:lnTo>
                  <a:lnTo>
                    <a:pt x="70691" y="70691"/>
                  </a:lnTo>
                  <a:lnTo>
                    <a:pt x="41221" y="106405"/>
                  </a:lnTo>
                  <a:lnTo>
                    <a:pt x="18968" y="147393"/>
                  </a:lnTo>
                  <a:lnTo>
                    <a:pt x="4904" y="192682"/>
                  </a:lnTo>
                  <a:lnTo>
                    <a:pt x="0" y="241300"/>
                  </a:lnTo>
                  <a:lnTo>
                    <a:pt x="0" y="2870200"/>
                  </a:lnTo>
                  <a:lnTo>
                    <a:pt x="4904" y="2918828"/>
                  </a:lnTo>
                  <a:lnTo>
                    <a:pt x="18968" y="2964122"/>
                  </a:lnTo>
                  <a:lnTo>
                    <a:pt x="41221" y="3005110"/>
                  </a:lnTo>
                  <a:lnTo>
                    <a:pt x="70691" y="3040822"/>
                  </a:lnTo>
                  <a:lnTo>
                    <a:pt x="106405" y="3070288"/>
                  </a:lnTo>
                  <a:lnTo>
                    <a:pt x="147393" y="3092536"/>
                  </a:lnTo>
                  <a:lnTo>
                    <a:pt x="192682" y="3106597"/>
                  </a:lnTo>
                  <a:lnTo>
                    <a:pt x="241300" y="3111500"/>
                  </a:lnTo>
                  <a:lnTo>
                    <a:pt x="1206500" y="3111500"/>
                  </a:lnTo>
                  <a:lnTo>
                    <a:pt x="1255154" y="3106597"/>
                  </a:lnTo>
                  <a:lnTo>
                    <a:pt x="1300460" y="3092536"/>
                  </a:lnTo>
                  <a:lnTo>
                    <a:pt x="1341449" y="3070288"/>
                  </a:lnTo>
                  <a:lnTo>
                    <a:pt x="1377156" y="3040822"/>
                  </a:lnTo>
                  <a:lnTo>
                    <a:pt x="1406611" y="3005110"/>
                  </a:lnTo>
                  <a:lnTo>
                    <a:pt x="1428849" y="2964122"/>
                  </a:lnTo>
                  <a:lnTo>
                    <a:pt x="1442901" y="2918828"/>
                  </a:lnTo>
                  <a:lnTo>
                    <a:pt x="1447800" y="2870200"/>
                  </a:lnTo>
                  <a:lnTo>
                    <a:pt x="1447800" y="241300"/>
                  </a:lnTo>
                  <a:lnTo>
                    <a:pt x="1442901" y="192682"/>
                  </a:lnTo>
                  <a:lnTo>
                    <a:pt x="1428849" y="147393"/>
                  </a:lnTo>
                  <a:lnTo>
                    <a:pt x="1406611" y="106405"/>
                  </a:lnTo>
                  <a:lnTo>
                    <a:pt x="1377156" y="70691"/>
                  </a:lnTo>
                  <a:lnTo>
                    <a:pt x="1341449" y="41221"/>
                  </a:lnTo>
                  <a:lnTo>
                    <a:pt x="1300460" y="18968"/>
                  </a:lnTo>
                  <a:lnTo>
                    <a:pt x="1255154" y="4904"/>
                  </a:lnTo>
                  <a:lnTo>
                    <a:pt x="1206500" y="0"/>
                  </a:lnTo>
                  <a:close/>
                </a:path>
              </a:pathLst>
            </a:custGeom>
            <a:solidFill>
              <a:srgbClr val="F4F8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80990" y="3073399"/>
              <a:ext cx="1447800" cy="3111500"/>
            </a:xfrm>
            <a:custGeom>
              <a:avLst/>
              <a:gdLst/>
              <a:ahLst/>
              <a:cxnLst/>
              <a:rect l="l" t="t" r="r" b="b"/>
              <a:pathLst>
                <a:path w="1447800" h="3111500">
                  <a:moveTo>
                    <a:pt x="0" y="241300"/>
                  </a:moveTo>
                  <a:lnTo>
                    <a:pt x="4904" y="192682"/>
                  </a:lnTo>
                  <a:lnTo>
                    <a:pt x="18968" y="147393"/>
                  </a:lnTo>
                  <a:lnTo>
                    <a:pt x="41221" y="106405"/>
                  </a:lnTo>
                  <a:lnTo>
                    <a:pt x="70691" y="70691"/>
                  </a:lnTo>
                  <a:lnTo>
                    <a:pt x="106405" y="41221"/>
                  </a:lnTo>
                  <a:lnTo>
                    <a:pt x="147393" y="18968"/>
                  </a:lnTo>
                  <a:lnTo>
                    <a:pt x="192682" y="4904"/>
                  </a:lnTo>
                  <a:lnTo>
                    <a:pt x="241300" y="0"/>
                  </a:lnTo>
                  <a:lnTo>
                    <a:pt x="1206500" y="0"/>
                  </a:lnTo>
                  <a:lnTo>
                    <a:pt x="1255154" y="4904"/>
                  </a:lnTo>
                  <a:lnTo>
                    <a:pt x="1300460" y="18968"/>
                  </a:lnTo>
                  <a:lnTo>
                    <a:pt x="1341449" y="41221"/>
                  </a:lnTo>
                  <a:lnTo>
                    <a:pt x="1377156" y="70691"/>
                  </a:lnTo>
                  <a:lnTo>
                    <a:pt x="1406611" y="106405"/>
                  </a:lnTo>
                  <a:lnTo>
                    <a:pt x="1428849" y="147393"/>
                  </a:lnTo>
                  <a:lnTo>
                    <a:pt x="1442901" y="192682"/>
                  </a:lnTo>
                  <a:lnTo>
                    <a:pt x="1447800" y="241300"/>
                  </a:lnTo>
                  <a:lnTo>
                    <a:pt x="1447800" y="2870200"/>
                  </a:lnTo>
                  <a:lnTo>
                    <a:pt x="1442901" y="2918828"/>
                  </a:lnTo>
                  <a:lnTo>
                    <a:pt x="1428849" y="2964122"/>
                  </a:lnTo>
                  <a:lnTo>
                    <a:pt x="1406611" y="3005110"/>
                  </a:lnTo>
                  <a:lnTo>
                    <a:pt x="1377156" y="3040822"/>
                  </a:lnTo>
                  <a:lnTo>
                    <a:pt x="1341449" y="3070288"/>
                  </a:lnTo>
                  <a:lnTo>
                    <a:pt x="1300460" y="3092536"/>
                  </a:lnTo>
                  <a:lnTo>
                    <a:pt x="1255154" y="3106597"/>
                  </a:lnTo>
                  <a:lnTo>
                    <a:pt x="1206500" y="3111500"/>
                  </a:lnTo>
                  <a:lnTo>
                    <a:pt x="241300" y="3111500"/>
                  </a:lnTo>
                  <a:lnTo>
                    <a:pt x="192682" y="3106597"/>
                  </a:lnTo>
                  <a:lnTo>
                    <a:pt x="147393" y="3092536"/>
                  </a:lnTo>
                  <a:lnTo>
                    <a:pt x="106405" y="3070288"/>
                  </a:lnTo>
                  <a:lnTo>
                    <a:pt x="70691" y="3040822"/>
                  </a:lnTo>
                  <a:lnTo>
                    <a:pt x="41221" y="3005110"/>
                  </a:lnTo>
                  <a:lnTo>
                    <a:pt x="18968" y="2964122"/>
                  </a:lnTo>
                  <a:lnTo>
                    <a:pt x="4904" y="2918828"/>
                  </a:lnTo>
                  <a:lnTo>
                    <a:pt x="0" y="2870200"/>
                  </a:lnTo>
                  <a:lnTo>
                    <a:pt x="0" y="241300"/>
                  </a:lnTo>
                  <a:close/>
                </a:path>
              </a:pathLst>
            </a:custGeom>
            <a:ln w="28575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1312" y="5206111"/>
              <a:ext cx="854456" cy="8544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24906" y="3497198"/>
              <a:ext cx="854455" cy="170891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662040" y="3115766"/>
            <a:ext cx="878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Service</a:t>
            </a:r>
            <a:r>
              <a:rPr sz="1800" spc="-1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29207" y="3083496"/>
            <a:ext cx="1476375" cy="3140075"/>
            <a:chOff x="7629207" y="3083496"/>
            <a:chExt cx="1476375" cy="3140075"/>
          </a:xfrm>
        </p:grpSpPr>
        <p:sp>
          <p:nvSpPr>
            <p:cNvPr id="14" name="object 14"/>
            <p:cNvSpPr/>
            <p:nvPr/>
          </p:nvSpPr>
          <p:spPr>
            <a:xfrm>
              <a:off x="7643494" y="3097783"/>
              <a:ext cx="1447800" cy="3111500"/>
            </a:xfrm>
            <a:custGeom>
              <a:avLst/>
              <a:gdLst/>
              <a:ahLst/>
              <a:cxnLst/>
              <a:rect l="l" t="t" r="r" b="b"/>
              <a:pathLst>
                <a:path w="1447800" h="3111500">
                  <a:moveTo>
                    <a:pt x="1206500" y="0"/>
                  </a:moveTo>
                  <a:lnTo>
                    <a:pt x="241300" y="0"/>
                  </a:lnTo>
                  <a:lnTo>
                    <a:pt x="192682" y="4904"/>
                  </a:lnTo>
                  <a:lnTo>
                    <a:pt x="147393" y="18968"/>
                  </a:lnTo>
                  <a:lnTo>
                    <a:pt x="106405" y="41221"/>
                  </a:lnTo>
                  <a:lnTo>
                    <a:pt x="70691" y="70691"/>
                  </a:lnTo>
                  <a:lnTo>
                    <a:pt x="41221" y="106405"/>
                  </a:lnTo>
                  <a:lnTo>
                    <a:pt x="18968" y="147393"/>
                  </a:lnTo>
                  <a:lnTo>
                    <a:pt x="4904" y="192682"/>
                  </a:lnTo>
                  <a:lnTo>
                    <a:pt x="0" y="241300"/>
                  </a:lnTo>
                  <a:lnTo>
                    <a:pt x="0" y="2870174"/>
                  </a:lnTo>
                  <a:lnTo>
                    <a:pt x="4904" y="2918807"/>
                  </a:lnTo>
                  <a:lnTo>
                    <a:pt x="18968" y="2964104"/>
                  </a:lnTo>
                  <a:lnTo>
                    <a:pt x="41221" y="3005095"/>
                  </a:lnTo>
                  <a:lnTo>
                    <a:pt x="70691" y="3040808"/>
                  </a:lnTo>
                  <a:lnTo>
                    <a:pt x="106405" y="3070275"/>
                  </a:lnTo>
                  <a:lnTo>
                    <a:pt x="147393" y="3092523"/>
                  </a:lnTo>
                  <a:lnTo>
                    <a:pt x="192682" y="3106584"/>
                  </a:lnTo>
                  <a:lnTo>
                    <a:pt x="241300" y="3111487"/>
                  </a:lnTo>
                  <a:lnTo>
                    <a:pt x="1206500" y="3111487"/>
                  </a:lnTo>
                  <a:lnTo>
                    <a:pt x="1255117" y="3106584"/>
                  </a:lnTo>
                  <a:lnTo>
                    <a:pt x="1300406" y="3092523"/>
                  </a:lnTo>
                  <a:lnTo>
                    <a:pt x="1341394" y="3070275"/>
                  </a:lnTo>
                  <a:lnTo>
                    <a:pt x="1377108" y="3040808"/>
                  </a:lnTo>
                  <a:lnTo>
                    <a:pt x="1406578" y="3005095"/>
                  </a:lnTo>
                  <a:lnTo>
                    <a:pt x="1428831" y="2964104"/>
                  </a:lnTo>
                  <a:lnTo>
                    <a:pt x="1442895" y="2918807"/>
                  </a:lnTo>
                  <a:lnTo>
                    <a:pt x="1447800" y="2870174"/>
                  </a:lnTo>
                  <a:lnTo>
                    <a:pt x="1447800" y="241300"/>
                  </a:lnTo>
                  <a:lnTo>
                    <a:pt x="1442895" y="192682"/>
                  </a:lnTo>
                  <a:lnTo>
                    <a:pt x="1428831" y="147393"/>
                  </a:lnTo>
                  <a:lnTo>
                    <a:pt x="1406578" y="106405"/>
                  </a:lnTo>
                  <a:lnTo>
                    <a:pt x="1377108" y="70691"/>
                  </a:lnTo>
                  <a:lnTo>
                    <a:pt x="1341394" y="41221"/>
                  </a:lnTo>
                  <a:lnTo>
                    <a:pt x="1300406" y="18968"/>
                  </a:lnTo>
                  <a:lnTo>
                    <a:pt x="1255117" y="4904"/>
                  </a:lnTo>
                  <a:lnTo>
                    <a:pt x="1206500" y="0"/>
                  </a:lnTo>
                  <a:close/>
                </a:path>
              </a:pathLst>
            </a:custGeom>
            <a:solidFill>
              <a:srgbClr val="F4F8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43494" y="3097783"/>
              <a:ext cx="1447800" cy="3111500"/>
            </a:xfrm>
            <a:custGeom>
              <a:avLst/>
              <a:gdLst/>
              <a:ahLst/>
              <a:cxnLst/>
              <a:rect l="l" t="t" r="r" b="b"/>
              <a:pathLst>
                <a:path w="1447800" h="3111500">
                  <a:moveTo>
                    <a:pt x="0" y="241300"/>
                  </a:moveTo>
                  <a:lnTo>
                    <a:pt x="4904" y="192682"/>
                  </a:lnTo>
                  <a:lnTo>
                    <a:pt x="18968" y="147393"/>
                  </a:lnTo>
                  <a:lnTo>
                    <a:pt x="41221" y="106405"/>
                  </a:lnTo>
                  <a:lnTo>
                    <a:pt x="70691" y="70691"/>
                  </a:lnTo>
                  <a:lnTo>
                    <a:pt x="106405" y="41221"/>
                  </a:lnTo>
                  <a:lnTo>
                    <a:pt x="147393" y="18968"/>
                  </a:lnTo>
                  <a:lnTo>
                    <a:pt x="192682" y="4904"/>
                  </a:lnTo>
                  <a:lnTo>
                    <a:pt x="241300" y="0"/>
                  </a:lnTo>
                  <a:lnTo>
                    <a:pt x="1206500" y="0"/>
                  </a:lnTo>
                  <a:lnTo>
                    <a:pt x="1255117" y="4904"/>
                  </a:lnTo>
                  <a:lnTo>
                    <a:pt x="1300406" y="18968"/>
                  </a:lnTo>
                  <a:lnTo>
                    <a:pt x="1341394" y="41221"/>
                  </a:lnTo>
                  <a:lnTo>
                    <a:pt x="1377108" y="70691"/>
                  </a:lnTo>
                  <a:lnTo>
                    <a:pt x="1406578" y="106405"/>
                  </a:lnTo>
                  <a:lnTo>
                    <a:pt x="1428831" y="147393"/>
                  </a:lnTo>
                  <a:lnTo>
                    <a:pt x="1442895" y="192682"/>
                  </a:lnTo>
                  <a:lnTo>
                    <a:pt x="1447800" y="241300"/>
                  </a:lnTo>
                  <a:lnTo>
                    <a:pt x="1447800" y="2870174"/>
                  </a:lnTo>
                  <a:lnTo>
                    <a:pt x="1442895" y="2918807"/>
                  </a:lnTo>
                  <a:lnTo>
                    <a:pt x="1428831" y="2964104"/>
                  </a:lnTo>
                  <a:lnTo>
                    <a:pt x="1406578" y="3005095"/>
                  </a:lnTo>
                  <a:lnTo>
                    <a:pt x="1377108" y="3040808"/>
                  </a:lnTo>
                  <a:lnTo>
                    <a:pt x="1341394" y="3070275"/>
                  </a:lnTo>
                  <a:lnTo>
                    <a:pt x="1300406" y="3092523"/>
                  </a:lnTo>
                  <a:lnTo>
                    <a:pt x="1255117" y="3106584"/>
                  </a:lnTo>
                  <a:lnTo>
                    <a:pt x="1206500" y="3111487"/>
                  </a:lnTo>
                  <a:lnTo>
                    <a:pt x="241300" y="3111487"/>
                  </a:lnTo>
                  <a:lnTo>
                    <a:pt x="192682" y="3106584"/>
                  </a:lnTo>
                  <a:lnTo>
                    <a:pt x="147393" y="3092523"/>
                  </a:lnTo>
                  <a:lnTo>
                    <a:pt x="106405" y="3070275"/>
                  </a:lnTo>
                  <a:lnTo>
                    <a:pt x="70691" y="3040808"/>
                  </a:lnTo>
                  <a:lnTo>
                    <a:pt x="41221" y="3005095"/>
                  </a:lnTo>
                  <a:lnTo>
                    <a:pt x="18968" y="2964104"/>
                  </a:lnTo>
                  <a:lnTo>
                    <a:pt x="4904" y="2918807"/>
                  </a:lnTo>
                  <a:lnTo>
                    <a:pt x="0" y="2870174"/>
                  </a:lnTo>
                  <a:lnTo>
                    <a:pt x="0" y="241300"/>
                  </a:lnTo>
                  <a:close/>
                </a:path>
              </a:pathLst>
            </a:custGeom>
            <a:ln w="28574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33816" y="5230482"/>
              <a:ext cx="854455" cy="8544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87410" y="3521582"/>
              <a:ext cx="854455" cy="170891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924927" y="3140151"/>
            <a:ext cx="8693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Service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891712" y="3083496"/>
            <a:ext cx="1476375" cy="3140075"/>
            <a:chOff x="9891712" y="3083496"/>
            <a:chExt cx="1476375" cy="3140075"/>
          </a:xfrm>
        </p:grpSpPr>
        <p:sp>
          <p:nvSpPr>
            <p:cNvPr id="20" name="object 20"/>
            <p:cNvSpPr/>
            <p:nvPr/>
          </p:nvSpPr>
          <p:spPr>
            <a:xfrm>
              <a:off x="9906000" y="3097783"/>
              <a:ext cx="1447800" cy="3111500"/>
            </a:xfrm>
            <a:custGeom>
              <a:avLst/>
              <a:gdLst/>
              <a:ahLst/>
              <a:cxnLst/>
              <a:rect l="l" t="t" r="r" b="b"/>
              <a:pathLst>
                <a:path w="1447800" h="3111500">
                  <a:moveTo>
                    <a:pt x="1206500" y="0"/>
                  </a:moveTo>
                  <a:lnTo>
                    <a:pt x="241300" y="0"/>
                  </a:lnTo>
                  <a:lnTo>
                    <a:pt x="192682" y="4904"/>
                  </a:lnTo>
                  <a:lnTo>
                    <a:pt x="147393" y="18968"/>
                  </a:lnTo>
                  <a:lnTo>
                    <a:pt x="106405" y="41221"/>
                  </a:lnTo>
                  <a:lnTo>
                    <a:pt x="70691" y="70691"/>
                  </a:lnTo>
                  <a:lnTo>
                    <a:pt x="41221" y="106405"/>
                  </a:lnTo>
                  <a:lnTo>
                    <a:pt x="18968" y="147393"/>
                  </a:lnTo>
                  <a:lnTo>
                    <a:pt x="4904" y="192682"/>
                  </a:lnTo>
                  <a:lnTo>
                    <a:pt x="0" y="241300"/>
                  </a:lnTo>
                  <a:lnTo>
                    <a:pt x="0" y="2870174"/>
                  </a:lnTo>
                  <a:lnTo>
                    <a:pt x="4904" y="2918807"/>
                  </a:lnTo>
                  <a:lnTo>
                    <a:pt x="18968" y="2964104"/>
                  </a:lnTo>
                  <a:lnTo>
                    <a:pt x="41221" y="3005095"/>
                  </a:lnTo>
                  <a:lnTo>
                    <a:pt x="70691" y="3040808"/>
                  </a:lnTo>
                  <a:lnTo>
                    <a:pt x="106405" y="3070275"/>
                  </a:lnTo>
                  <a:lnTo>
                    <a:pt x="147393" y="3092523"/>
                  </a:lnTo>
                  <a:lnTo>
                    <a:pt x="192682" y="3106584"/>
                  </a:lnTo>
                  <a:lnTo>
                    <a:pt x="241300" y="3111487"/>
                  </a:lnTo>
                  <a:lnTo>
                    <a:pt x="1206500" y="3111487"/>
                  </a:lnTo>
                  <a:lnTo>
                    <a:pt x="1255117" y="3106584"/>
                  </a:lnTo>
                  <a:lnTo>
                    <a:pt x="1300406" y="3092523"/>
                  </a:lnTo>
                  <a:lnTo>
                    <a:pt x="1341394" y="3070275"/>
                  </a:lnTo>
                  <a:lnTo>
                    <a:pt x="1377108" y="3040808"/>
                  </a:lnTo>
                  <a:lnTo>
                    <a:pt x="1406578" y="3005095"/>
                  </a:lnTo>
                  <a:lnTo>
                    <a:pt x="1428831" y="2964104"/>
                  </a:lnTo>
                  <a:lnTo>
                    <a:pt x="1442895" y="2918807"/>
                  </a:lnTo>
                  <a:lnTo>
                    <a:pt x="1447800" y="2870174"/>
                  </a:lnTo>
                  <a:lnTo>
                    <a:pt x="1447800" y="241300"/>
                  </a:lnTo>
                  <a:lnTo>
                    <a:pt x="1442895" y="192682"/>
                  </a:lnTo>
                  <a:lnTo>
                    <a:pt x="1428831" y="147393"/>
                  </a:lnTo>
                  <a:lnTo>
                    <a:pt x="1406578" y="106405"/>
                  </a:lnTo>
                  <a:lnTo>
                    <a:pt x="1377108" y="70691"/>
                  </a:lnTo>
                  <a:lnTo>
                    <a:pt x="1341394" y="41221"/>
                  </a:lnTo>
                  <a:lnTo>
                    <a:pt x="1300406" y="18968"/>
                  </a:lnTo>
                  <a:lnTo>
                    <a:pt x="1255117" y="4904"/>
                  </a:lnTo>
                  <a:lnTo>
                    <a:pt x="1206500" y="0"/>
                  </a:lnTo>
                  <a:close/>
                </a:path>
              </a:pathLst>
            </a:custGeom>
            <a:solidFill>
              <a:srgbClr val="F4F8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906000" y="3097783"/>
              <a:ext cx="1447800" cy="3111500"/>
            </a:xfrm>
            <a:custGeom>
              <a:avLst/>
              <a:gdLst/>
              <a:ahLst/>
              <a:cxnLst/>
              <a:rect l="l" t="t" r="r" b="b"/>
              <a:pathLst>
                <a:path w="1447800" h="3111500">
                  <a:moveTo>
                    <a:pt x="0" y="241300"/>
                  </a:moveTo>
                  <a:lnTo>
                    <a:pt x="4904" y="192682"/>
                  </a:lnTo>
                  <a:lnTo>
                    <a:pt x="18968" y="147393"/>
                  </a:lnTo>
                  <a:lnTo>
                    <a:pt x="41221" y="106405"/>
                  </a:lnTo>
                  <a:lnTo>
                    <a:pt x="70691" y="70691"/>
                  </a:lnTo>
                  <a:lnTo>
                    <a:pt x="106405" y="41221"/>
                  </a:lnTo>
                  <a:lnTo>
                    <a:pt x="147393" y="18968"/>
                  </a:lnTo>
                  <a:lnTo>
                    <a:pt x="192682" y="4904"/>
                  </a:lnTo>
                  <a:lnTo>
                    <a:pt x="241300" y="0"/>
                  </a:lnTo>
                  <a:lnTo>
                    <a:pt x="1206500" y="0"/>
                  </a:lnTo>
                  <a:lnTo>
                    <a:pt x="1255117" y="4904"/>
                  </a:lnTo>
                  <a:lnTo>
                    <a:pt x="1300406" y="18968"/>
                  </a:lnTo>
                  <a:lnTo>
                    <a:pt x="1341394" y="41221"/>
                  </a:lnTo>
                  <a:lnTo>
                    <a:pt x="1377108" y="70691"/>
                  </a:lnTo>
                  <a:lnTo>
                    <a:pt x="1406578" y="106405"/>
                  </a:lnTo>
                  <a:lnTo>
                    <a:pt x="1428831" y="147393"/>
                  </a:lnTo>
                  <a:lnTo>
                    <a:pt x="1442895" y="192682"/>
                  </a:lnTo>
                  <a:lnTo>
                    <a:pt x="1447800" y="241300"/>
                  </a:lnTo>
                  <a:lnTo>
                    <a:pt x="1447800" y="2870174"/>
                  </a:lnTo>
                  <a:lnTo>
                    <a:pt x="1442895" y="2918807"/>
                  </a:lnTo>
                  <a:lnTo>
                    <a:pt x="1428831" y="2964104"/>
                  </a:lnTo>
                  <a:lnTo>
                    <a:pt x="1406578" y="3005095"/>
                  </a:lnTo>
                  <a:lnTo>
                    <a:pt x="1377108" y="3040808"/>
                  </a:lnTo>
                  <a:lnTo>
                    <a:pt x="1341394" y="3070275"/>
                  </a:lnTo>
                  <a:lnTo>
                    <a:pt x="1300406" y="3092523"/>
                  </a:lnTo>
                  <a:lnTo>
                    <a:pt x="1255117" y="3106584"/>
                  </a:lnTo>
                  <a:lnTo>
                    <a:pt x="1206500" y="3111487"/>
                  </a:lnTo>
                  <a:lnTo>
                    <a:pt x="241300" y="3111487"/>
                  </a:lnTo>
                  <a:lnTo>
                    <a:pt x="192682" y="3106584"/>
                  </a:lnTo>
                  <a:lnTo>
                    <a:pt x="147393" y="3092523"/>
                  </a:lnTo>
                  <a:lnTo>
                    <a:pt x="106405" y="3070275"/>
                  </a:lnTo>
                  <a:lnTo>
                    <a:pt x="70691" y="3040808"/>
                  </a:lnTo>
                  <a:lnTo>
                    <a:pt x="41221" y="3005095"/>
                  </a:lnTo>
                  <a:lnTo>
                    <a:pt x="18968" y="2964104"/>
                  </a:lnTo>
                  <a:lnTo>
                    <a:pt x="4904" y="2918807"/>
                  </a:lnTo>
                  <a:lnTo>
                    <a:pt x="0" y="2870174"/>
                  </a:lnTo>
                  <a:lnTo>
                    <a:pt x="0" y="241300"/>
                  </a:lnTo>
                  <a:close/>
                </a:path>
              </a:pathLst>
            </a:custGeom>
            <a:ln w="28574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6322" y="5230482"/>
              <a:ext cx="854455" cy="85445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49915" y="3521582"/>
              <a:ext cx="854455" cy="1708911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0187685" y="3140151"/>
            <a:ext cx="8667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Service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002539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62091" y="2298699"/>
            <a:ext cx="4610735" cy="823594"/>
          </a:xfrm>
          <a:custGeom>
            <a:avLst/>
            <a:gdLst/>
            <a:ahLst/>
            <a:cxnLst/>
            <a:rect l="l" t="t" r="r" b="b"/>
            <a:pathLst>
              <a:path w="4610734" h="823594">
                <a:moveTo>
                  <a:pt x="4610608" y="737743"/>
                </a:moveTo>
                <a:lnTo>
                  <a:pt x="4582033" y="737743"/>
                </a:lnTo>
                <a:lnTo>
                  <a:pt x="4582033" y="406908"/>
                </a:lnTo>
                <a:lnTo>
                  <a:pt x="4582033" y="378333"/>
                </a:lnTo>
                <a:lnTo>
                  <a:pt x="2315210" y="378333"/>
                </a:lnTo>
                <a:lnTo>
                  <a:pt x="2315210" y="372999"/>
                </a:lnTo>
                <a:lnTo>
                  <a:pt x="2315210" y="0"/>
                </a:lnTo>
                <a:lnTo>
                  <a:pt x="2315083" y="0"/>
                </a:lnTo>
                <a:lnTo>
                  <a:pt x="2286635" y="0"/>
                </a:lnTo>
                <a:lnTo>
                  <a:pt x="2286508" y="0"/>
                </a:lnTo>
                <a:lnTo>
                  <a:pt x="2286508" y="372999"/>
                </a:lnTo>
                <a:lnTo>
                  <a:pt x="28575" y="372999"/>
                </a:lnTo>
                <a:lnTo>
                  <a:pt x="28575" y="688975"/>
                </a:lnTo>
                <a:lnTo>
                  <a:pt x="0" y="688975"/>
                </a:lnTo>
                <a:lnTo>
                  <a:pt x="42799" y="774700"/>
                </a:lnTo>
                <a:lnTo>
                  <a:pt x="78600" y="703199"/>
                </a:lnTo>
                <a:lnTo>
                  <a:pt x="85725" y="688975"/>
                </a:lnTo>
                <a:lnTo>
                  <a:pt x="57150" y="688975"/>
                </a:lnTo>
                <a:lnTo>
                  <a:pt x="57150" y="401574"/>
                </a:lnTo>
                <a:lnTo>
                  <a:pt x="2286508" y="401574"/>
                </a:lnTo>
                <a:lnTo>
                  <a:pt x="2286508" y="406908"/>
                </a:lnTo>
                <a:lnTo>
                  <a:pt x="2286508" y="435483"/>
                </a:lnTo>
                <a:lnTo>
                  <a:pt x="2291080" y="435483"/>
                </a:lnTo>
                <a:lnTo>
                  <a:pt x="2291080" y="737743"/>
                </a:lnTo>
                <a:lnTo>
                  <a:pt x="2262505" y="737743"/>
                </a:lnTo>
                <a:lnTo>
                  <a:pt x="2305304" y="823468"/>
                </a:lnTo>
                <a:lnTo>
                  <a:pt x="2341105" y="751967"/>
                </a:lnTo>
                <a:lnTo>
                  <a:pt x="2348230" y="737743"/>
                </a:lnTo>
                <a:lnTo>
                  <a:pt x="2319655" y="737743"/>
                </a:lnTo>
                <a:lnTo>
                  <a:pt x="2319655" y="435483"/>
                </a:lnTo>
                <a:lnTo>
                  <a:pt x="2319655" y="406908"/>
                </a:lnTo>
                <a:lnTo>
                  <a:pt x="4553458" y="406908"/>
                </a:lnTo>
                <a:lnTo>
                  <a:pt x="4553458" y="737743"/>
                </a:lnTo>
                <a:lnTo>
                  <a:pt x="4524883" y="737743"/>
                </a:lnTo>
                <a:lnTo>
                  <a:pt x="4567809" y="823468"/>
                </a:lnTo>
                <a:lnTo>
                  <a:pt x="4603496" y="751967"/>
                </a:lnTo>
                <a:lnTo>
                  <a:pt x="4610608" y="737743"/>
                </a:lnTo>
                <a:close/>
              </a:path>
            </a:pathLst>
          </a:custGeom>
          <a:solidFill>
            <a:srgbClr val="797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905000"/>
            <a:ext cx="12192000" cy="4953000"/>
            <a:chOff x="0" y="1905000"/>
            <a:chExt cx="12192000" cy="4953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199" y="1905000"/>
              <a:ext cx="3251200" cy="4279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322484" y="3447745"/>
              <a:ext cx="765810" cy="1039494"/>
            </a:xfrm>
            <a:custGeom>
              <a:avLst/>
              <a:gdLst/>
              <a:ahLst/>
              <a:cxnLst/>
              <a:rect l="l" t="t" r="r" b="b"/>
              <a:pathLst>
                <a:path w="765809" h="1039495">
                  <a:moveTo>
                    <a:pt x="765327" y="711047"/>
                  </a:moveTo>
                  <a:lnTo>
                    <a:pt x="759129" y="730643"/>
                  </a:lnTo>
                  <a:lnTo>
                    <a:pt x="741286" y="749122"/>
                  </a:lnTo>
                  <a:lnTo>
                    <a:pt x="712889" y="766152"/>
                  </a:lnTo>
                  <a:lnTo>
                    <a:pt x="683323" y="778090"/>
                  </a:lnTo>
                  <a:lnTo>
                    <a:pt x="683323" y="902487"/>
                  </a:lnTo>
                  <a:lnTo>
                    <a:pt x="681355" y="913676"/>
                  </a:lnTo>
                  <a:lnTo>
                    <a:pt x="675805" y="922312"/>
                  </a:lnTo>
                  <a:lnTo>
                    <a:pt x="667181" y="927862"/>
                  </a:lnTo>
                  <a:lnTo>
                    <a:pt x="655993" y="929830"/>
                  </a:lnTo>
                  <a:lnTo>
                    <a:pt x="644804" y="927862"/>
                  </a:lnTo>
                  <a:lnTo>
                    <a:pt x="636181" y="922312"/>
                  </a:lnTo>
                  <a:lnTo>
                    <a:pt x="630618" y="913676"/>
                  </a:lnTo>
                  <a:lnTo>
                    <a:pt x="628662" y="902487"/>
                  </a:lnTo>
                  <a:lnTo>
                    <a:pt x="630618" y="891286"/>
                  </a:lnTo>
                  <a:lnTo>
                    <a:pt x="636181" y="882650"/>
                  </a:lnTo>
                  <a:lnTo>
                    <a:pt x="644804" y="877100"/>
                  </a:lnTo>
                  <a:lnTo>
                    <a:pt x="655993" y="875131"/>
                  </a:lnTo>
                  <a:lnTo>
                    <a:pt x="667181" y="877100"/>
                  </a:lnTo>
                  <a:lnTo>
                    <a:pt x="675805" y="882650"/>
                  </a:lnTo>
                  <a:lnTo>
                    <a:pt x="681355" y="891286"/>
                  </a:lnTo>
                  <a:lnTo>
                    <a:pt x="683323" y="902487"/>
                  </a:lnTo>
                  <a:lnTo>
                    <a:pt x="683323" y="778090"/>
                  </a:lnTo>
                  <a:lnTo>
                    <a:pt x="628840" y="794626"/>
                  </a:lnTo>
                  <a:lnTo>
                    <a:pt x="575411" y="805446"/>
                  </a:lnTo>
                  <a:lnTo>
                    <a:pt x="515835" y="813562"/>
                  </a:lnTo>
                  <a:lnTo>
                    <a:pt x="451218" y="818667"/>
                  </a:lnTo>
                  <a:lnTo>
                    <a:pt x="382663" y="820432"/>
                  </a:lnTo>
                  <a:lnTo>
                    <a:pt x="314109" y="818667"/>
                  </a:lnTo>
                  <a:lnTo>
                    <a:pt x="249491" y="813562"/>
                  </a:lnTo>
                  <a:lnTo>
                    <a:pt x="189915" y="805446"/>
                  </a:lnTo>
                  <a:lnTo>
                    <a:pt x="136474" y="794626"/>
                  </a:lnTo>
                  <a:lnTo>
                    <a:pt x="90284" y="781418"/>
                  </a:lnTo>
                  <a:lnTo>
                    <a:pt x="52438" y="766152"/>
                  </a:lnTo>
                  <a:lnTo>
                    <a:pt x="6197" y="730643"/>
                  </a:lnTo>
                  <a:lnTo>
                    <a:pt x="0" y="711047"/>
                  </a:lnTo>
                  <a:lnTo>
                    <a:pt x="0" y="929830"/>
                  </a:lnTo>
                  <a:lnTo>
                    <a:pt x="24041" y="967905"/>
                  </a:lnTo>
                  <a:lnTo>
                    <a:pt x="90284" y="1000213"/>
                  </a:lnTo>
                  <a:lnTo>
                    <a:pt x="136474" y="1013409"/>
                  </a:lnTo>
                  <a:lnTo>
                    <a:pt x="189915" y="1024229"/>
                  </a:lnTo>
                  <a:lnTo>
                    <a:pt x="249491" y="1032344"/>
                  </a:lnTo>
                  <a:lnTo>
                    <a:pt x="314109" y="1037450"/>
                  </a:lnTo>
                  <a:lnTo>
                    <a:pt x="382663" y="1039228"/>
                  </a:lnTo>
                  <a:lnTo>
                    <a:pt x="451218" y="1037450"/>
                  </a:lnTo>
                  <a:lnTo>
                    <a:pt x="515835" y="1032344"/>
                  </a:lnTo>
                  <a:lnTo>
                    <a:pt x="575411" y="1024229"/>
                  </a:lnTo>
                  <a:lnTo>
                    <a:pt x="628840" y="1013409"/>
                  </a:lnTo>
                  <a:lnTo>
                    <a:pt x="675043" y="1000213"/>
                  </a:lnTo>
                  <a:lnTo>
                    <a:pt x="712889" y="984935"/>
                  </a:lnTo>
                  <a:lnTo>
                    <a:pt x="759129" y="949426"/>
                  </a:lnTo>
                  <a:lnTo>
                    <a:pt x="765327" y="929830"/>
                  </a:lnTo>
                  <a:lnTo>
                    <a:pt x="765327" y="875131"/>
                  </a:lnTo>
                  <a:lnTo>
                    <a:pt x="765327" y="820432"/>
                  </a:lnTo>
                  <a:lnTo>
                    <a:pt x="765327" y="711047"/>
                  </a:lnTo>
                  <a:close/>
                </a:path>
                <a:path w="765809" h="1039495">
                  <a:moveTo>
                    <a:pt x="765327" y="437565"/>
                  </a:moveTo>
                  <a:lnTo>
                    <a:pt x="759129" y="457161"/>
                  </a:lnTo>
                  <a:lnTo>
                    <a:pt x="741286" y="475640"/>
                  </a:lnTo>
                  <a:lnTo>
                    <a:pt x="712889" y="492671"/>
                  </a:lnTo>
                  <a:lnTo>
                    <a:pt x="683323" y="504609"/>
                  </a:lnTo>
                  <a:lnTo>
                    <a:pt x="683323" y="629005"/>
                  </a:lnTo>
                  <a:lnTo>
                    <a:pt x="681355" y="640194"/>
                  </a:lnTo>
                  <a:lnTo>
                    <a:pt x="675805" y="648830"/>
                  </a:lnTo>
                  <a:lnTo>
                    <a:pt x="667181" y="654380"/>
                  </a:lnTo>
                  <a:lnTo>
                    <a:pt x="655993" y="656348"/>
                  </a:lnTo>
                  <a:lnTo>
                    <a:pt x="644804" y="654380"/>
                  </a:lnTo>
                  <a:lnTo>
                    <a:pt x="636181" y="648830"/>
                  </a:lnTo>
                  <a:lnTo>
                    <a:pt x="630618" y="640194"/>
                  </a:lnTo>
                  <a:lnTo>
                    <a:pt x="628662" y="629005"/>
                  </a:lnTo>
                  <a:lnTo>
                    <a:pt x="630618" y="617804"/>
                  </a:lnTo>
                  <a:lnTo>
                    <a:pt x="636181" y="609168"/>
                  </a:lnTo>
                  <a:lnTo>
                    <a:pt x="644804" y="603618"/>
                  </a:lnTo>
                  <a:lnTo>
                    <a:pt x="655993" y="601649"/>
                  </a:lnTo>
                  <a:lnTo>
                    <a:pt x="667181" y="603618"/>
                  </a:lnTo>
                  <a:lnTo>
                    <a:pt x="675805" y="609168"/>
                  </a:lnTo>
                  <a:lnTo>
                    <a:pt x="681355" y="617804"/>
                  </a:lnTo>
                  <a:lnTo>
                    <a:pt x="683323" y="629005"/>
                  </a:lnTo>
                  <a:lnTo>
                    <a:pt x="683323" y="504609"/>
                  </a:lnTo>
                  <a:lnTo>
                    <a:pt x="628840" y="521144"/>
                  </a:lnTo>
                  <a:lnTo>
                    <a:pt x="575411" y="531964"/>
                  </a:lnTo>
                  <a:lnTo>
                    <a:pt x="515835" y="540080"/>
                  </a:lnTo>
                  <a:lnTo>
                    <a:pt x="451218" y="545185"/>
                  </a:lnTo>
                  <a:lnTo>
                    <a:pt x="382663" y="546963"/>
                  </a:lnTo>
                  <a:lnTo>
                    <a:pt x="314109" y="545185"/>
                  </a:lnTo>
                  <a:lnTo>
                    <a:pt x="249491" y="540080"/>
                  </a:lnTo>
                  <a:lnTo>
                    <a:pt x="189915" y="531964"/>
                  </a:lnTo>
                  <a:lnTo>
                    <a:pt x="136474" y="521144"/>
                  </a:lnTo>
                  <a:lnTo>
                    <a:pt x="90284" y="507936"/>
                  </a:lnTo>
                  <a:lnTo>
                    <a:pt x="52438" y="492671"/>
                  </a:lnTo>
                  <a:lnTo>
                    <a:pt x="6197" y="457161"/>
                  </a:lnTo>
                  <a:lnTo>
                    <a:pt x="0" y="437565"/>
                  </a:lnTo>
                  <a:lnTo>
                    <a:pt x="0" y="656348"/>
                  </a:lnTo>
                  <a:lnTo>
                    <a:pt x="24041" y="694423"/>
                  </a:lnTo>
                  <a:lnTo>
                    <a:pt x="90284" y="726732"/>
                  </a:lnTo>
                  <a:lnTo>
                    <a:pt x="136474" y="739927"/>
                  </a:lnTo>
                  <a:lnTo>
                    <a:pt x="189915" y="750747"/>
                  </a:lnTo>
                  <a:lnTo>
                    <a:pt x="249491" y="758875"/>
                  </a:lnTo>
                  <a:lnTo>
                    <a:pt x="314109" y="763968"/>
                  </a:lnTo>
                  <a:lnTo>
                    <a:pt x="382663" y="765746"/>
                  </a:lnTo>
                  <a:lnTo>
                    <a:pt x="451218" y="763968"/>
                  </a:lnTo>
                  <a:lnTo>
                    <a:pt x="515835" y="758875"/>
                  </a:lnTo>
                  <a:lnTo>
                    <a:pt x="575411" y="750747"/>
                  </a:lnTo>
                  <a:lnTo>
                    <a:pt x="628840" y="739927"/>
                  </a:lnTo>
                  <a:lnTo>
                    <a:pt x="675043" y="726732"/>
                  </a:lnTo>
                  <a:lnTo>
                    <a:pt x="712889" y="711454"/>
                  </a:lnTo>
                  <a:lnTo>
                    <a:pt x="759129" y="675944"/>
                  </a:lnTo>
                  <a:lnTo>
                    <a:pt x="765327" y="656348"/>
                  </a:lnTo>
                  <a:lnTo>
                    <a:pt x="765327" y="601649"/>
                  </a:lnTo>
                  <a:lnTo>
                    <a:pt x="765327" y="546963"/>
                  </a:lnTo>
                  <a:lnTo>
                    <a:pt x="765327" y="437565"/>
                  </a:lnTo>
                  <a:close/>
                </a:path>
                <a:path w="765809" h="1039495">
                  <a:moveTo>
                    <a:pt x="765327" y="164084"/>
                  </a:moveTo>
                  <a:lnTo>
                    <a:pt x="759129" y="183680"/>
                  </a:lnTo>
                  <a:lnTo>
                    <a:pt x="741286" y="202158"/>
                  </a:lnTo>
                  <a:lnTo>
                    <a:pt x="712889" y="219189"/>
                  </a:lnTo>
                  <a:lnTo>
                    <a:pt x="683323" y="231127"/>
                  </a:lnTo>
                  <a:lnTo>
                    <a:pt x="683323" y="355523"/>
                  </a:lnTo>
                  <a:lnTo>
                    <a:pt x="681355" y="366712"/>
                  </a:lnTo>
                  <a:lnTo>
                    <a:pt x="675805" y="375348"/>
                  </a:lnTo>
                  <a:lnTo>
                    <a:pt x="667181" y="380898"/>
                  </a:lnTo>
                  <a:lnTo>
                    <a:pt x="655993" y="382866"/>
                  </a:lnTo>
                  <a:lnTo>
                    <a:pt x="644804" y="380898"/>
                  </a:lnTo>
                  <a:lnTo>
                    <a:pt x="636181" y="375348"/>
                  </a:lnTo>
                  <a:lnTo>
                    <a:pt x="630618" y="366712"/>
                  </a:lnTo>
                  <a:lnTo>
                    <a:pt x="628662" y="355523"/>
                  </a:lnTo>
                  <a:lnTo>
                    <a:pt x="630618" y="344322"/>
                  </a:lnTo>
                  <a:lnTo>
                    <a:pt x="636181" y="335699"/>
                  </a:lnTo>
                  <a:lnTo>
                    <a:pt x="644804" y="330136"/>
                  </a:lnTo>
                  <a:lnTo>
                    <a:pt x="655993" y="328168"/>
                  </a:lnTo>
                  <a:lnTo>
                    <a:pt x="667181" y="330136"/>
                  </a:lnTo>
                  <a:lnTo>
                    <a:pt x="675805" y="335699"/>
                  </a:lnTo>
                  <a:lnTo>
                    <a:pt x="681355" y="344322"/>
                  </a:lnTo>
                  <a:lnTo>
                    <a:pt x="683323" y="355523"/>
                  </a:lnTo>
                  <a:lnTo>
                    <a:pt x="683323" y="231127"/>
                  </a:lnTo>
                  <a:lnTo>
                    <a:pt x="628840" y="247662"/>
                  </a:lnTo>
                  <a:lnTo>
                    <a:pt x="575411" y="258483"/>
                  </a:lnTo>
                  <a:lnTo>
                    <a:pt x="515835" y="266598"/>
                  </a:lnTo>
                  <a:lnTo>
                    <a:pt x="451218" y="271703"/>
                  </a:lnTo>
                  <a:lnTo>
                    <a:pt x="382663" y="273481"/>
                  </a:lnTo>
                  <a:lnTo>
                    <a:pt x="314109" y="271703"/>
                  </a:lnTo>
                  <a:lnTo>
                    <a:pt x="249491" y="266598"/>
                  </a:lnTo>
                  <a:lnTo>
                    <a:pt x="189915" y="258483"/>
                  </a:lnTo>
                  <a:lnTo>
                    <a:pt x="136474" y="247662"/>
                  </a:lnTo>
                  <a:lnTo>
                    <a:pt x="90284" y="234467"/>
                  </a:lnTo>
                  <a:lnTo>
                    <a:pt x="52438" y="219189"/>
                  </a:lnTo>
                  <a:lnTo>
                    <a:pt x="6197" y="183680"/>
                  </a:lnTo>
                  <a:lnTo>
                    <a:pt x="0" y="164084"/>
                  </a:lnTo>
                  <a:lnTo>
                    <a:pt x="0" y="382866"/>
                  </a:lnTo>
                  <a:lnTo>
                    <a:pt x="24041" y="420941"/>
                  </a:lnTo>
                  <a:lnTo>
                    <a:pt x="90284" y="453250"/>
                  </a:lnTo>
                  <a:lnTo>
                    <a:pt x="136474" y="466445"/>
                  </a:lnTo>
                  <a:lnTo>
                    <a:pt x="189915" y="477266"/>
                  </a:lnTo>
                  <a:lnTo>
                    <a:pt x="249491" y="485394"/>
                  </a:lnTo>
                  <a:lnTo>
                    <a:pt x="314109" y="490486"/>
                  </a:lnTo>
                  <a:lnTo>
                    <a:pt x="382663" y="492264"/>
                  </a:lnTo>
                  <a:lnTo>
                    <a:pt x="451218" y="490486"/>
                  </a:lnTo>
                  <a:lnTo>
                    <a:pt x="515835" y="485394"/>
                  </a:lnTo>
                  <a:lnTo>
                    <a:pt x="575411" y="477266"/>
                  </a:lnTo>
                  <a:lnTo>
                    <a:pt x="628840" y="466445"/>
                  </a:lnTo>
                  <a:lnTo>
                    <a:pt x="675043" y="453250"/>
                  </a:lnTo>
                  <a:lnTo>
                    <a:pt x="712889" y="437972"/>
                  </a:lnTo>
                  <a:lnTo>
                    <a:pt x="759129" y="402463"/>
                  </a:lnTo>
                  <a:lnTo>
                    <a:pt x="765327" y="382866"/>
                  </a:lnTo>
                  <a:lnTo>
                    <a:pt x="765327" y="328168"/>
                  </a:lnTo>
                  <a:lnTo>
                    <a:pt x="765327" y="273481"/>
                  </a:lnTo>
                  <a:lnTo>
                    <a:pt x="765327" y="164084"/>
                  </a:lnTo>
                  <a:close/>
                </a:path>
                <a:path w="765809" h="1039495">
                  <a:moveTo>
                    <a:pt x="765327" y="109385"/>
                  </a:moveTo>
                  <a:lnTo>
                    <a:pt x="741387" y="71221"/>
                  </a:lnTo>
                  <a:lnTo>
                    <a:pt x="675322" y="38912"/>
                  </a:lnTo>
                  <a:lnTo>
                    <a:pt x="629208" y="25717"/>
                  </a:lnTo>
                  <a:lnTo>
                    <a:pt x="575805" y="14935"/>
                  </a:lnTo>
                  <a:lnTo>
                    <a:pt x="516191" y="6832"/>
                  </a:lnTo>
                  <a:lnTo>
                    <a:pt x="451446" y="1752"/>
                  </a:lnTo>
                  <a:lnTo>
                    <a:pt x="382663" y="0"/>
                  </a:lnTo>
                  <a:lnTo>
                    <a:pt x="313880" y="1752"/>
                  </a:lnTo>
                  <a:lnTo>
                    <a:pt x="249135" y="6832"/>
                  </a:lnTo>
                  <a:lnTo>
                    <a:pt x="189522" y="14935"/>
                  </a:lnTo>
                  <a:lnTo>
                    <a:pt x="136118" y="25717"/>
                  </a:lnTo>
                  <a:lnTo>
                    <a:pt x="89992" y="38912"/>
                  </a:lnTo>
                  <a:lnTo>
                    <a:pt x="52247" y="54178"/>
                  </a:lnTo>
                  <a:lnTo>
                    <a:pt x="6159" y="89725"/>
                  </a:lnTo>
                  <a:lnTo>
                    <a:pt x="0" y="109385"/>
                  </a:lnTo>
                  <a:lnTo>
                    <a:pt x="6159" y="129057"/>
                  </a:lnTo>
                  <a:lnTo>
                    <a:pt x="52247" y="164604"/>
                  </a:lnTo>
                  <a:lnTo>
                    <a:pt x="89992" y="179870"/>
                  </a:lnTo>
                  <a:lnTo>
                    <a:pt x="136118" y="193052"/>
                  </a:lnTo>
                  <a:lnTo>
                    <a:pt x="189522" y="203847"/>
                  </a:lnTo>
                  <a:lnTo>
                    <a:pt x="249135" y="211937"/>
                  </a:lnTo>
                  <a:lnTo>
                    <a:pt x="313880" y="217017"/>
                  </a:lnTo>
                  <a:lnTo>
                    <a:pt x="382663" y="218782"/>
                  </a:lnTo>
                  <a:lnTo>
                    <a:pt x="451446" y="217017"/>
                  </a:lnTo>
                  <a:lnTo>
                    <a:pt x="516191" y="211937"/>
                  </a:lnTo>
                  <a:lnTo>
                    <a:pt x="575805" y="203847"/>
                  </a:lnTo>
                  <a:lnTo>
                    <a:pt x="629208" y="193052"/>
                  </a:lnTo>
                  <a:lnTo>
                    <a:pt x="675322" y="179870"/>
                  </a:lnTo>
                  <a:lnTo>
                    <a:pt x="713079" y="164604"/>
                  </a:lnTo>
                  <a:lnTo>
                    <a:pt x="759155" y="129057"/>
                  </a:lnTo>
                  <a:lnTo>
                    <a:pt x="765327" y="109385"/>
                  </a:lnTo>
                  <a:close/>
                </a:path>
              </a:pathLst>
            </a:custGeom>
            <a:solidFill>
              <a:srgbClr val="E811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05856" y="3497199"/>
              <a:ext cx="3111500" cy="935355"/>
            </a:xfrm>
            <a:custGeom>
              <a:avLst/>
              <a:gdLst/>
              <a:ahLst/>
              <a:cxnLst/>
              <a:rect l="l" t="t" r="r" b="b"/>
              <a:pathLst>
                <a:path w="3111500" h="935354">
                  <a:moveTo>
                    <a:pt x="0" y="155828"/>
                  </a:moveTo>
                  <a:lnTo>
                    <a:pt x="7940" y="106606"/>
                  </a:lnTo>
                  <a:lnTo>
                    <a:pt x="30053" y="63834"/>
                  </a:lnTo>
                  <a:lnTo>
                    <a:pt x="63779" y="30089"/>
                  </a:lnTo>
                  <a:lnTo>
                    <a:pt x="106558" y="7952"/>
                  </a:lnTo>
                  <a:lnTo>
                    <a:pt x="155829" y="0"/>
                  </a:lnTo>
                  <a:lnTo>
                    <a:pt x="2955671" y="0"/>
                  </a:lnTo>
                  <a:lnTo>
                    <a:pt x="3004893" y="7952"/>
                  </a:lnTo>
                  <a:lnTo>
                    <a:pt x="3047665" y="30089"/>
                  </a:lnTo>
                  <a:lnTo>
                    <a:pt x="3081410" y="63834"/>
                  </a:lnTo>
                  <a:lnTo>
                    <a:pt x="3103547" y="106606"/>
                  </a:lnTo>
                  <a:lnTo>
                    <a:pt x="3111500" y="155828"/>
                  </a:lnTo>
                  <a:lnTo>
                    <a:pt x="3111500" y="779271"/>
                  </a:lnTo>
                  <a:lnTo>
                    <a:pt x="3103547" y="828542"/>
                  </a:lnTo>
                  <a:lnTo>
                    <a:pt x="3081410" y="871321"/>
                  </a:lnTo>
                  <a:lnTo>
                    <a:pt x="3047665" y="905047"/>
                  </a:lnTo>
                  <a:lnTo>
                    <a:pt x="3004893" y="927160"/>
                  </a:lnTo>
                  <a:lnTo>
                    <a:pt x="2955671" y="935101"/>
                  </a:lnTo>
                  <a:lnTo>
                    <a:pt x="155829" y="935101"/>
                  </a:lnTo>
                  <a:lnTo>
                    <a:pt x="106558" y="927160"/>
                  </a:lnTo>
                  <a:lnTo>
                    <a:pt x="63779" y="905047"/>
                  </a:lnTo>
                  <a:lnTo>
                    <a:pt x="30053" y="871321"/>
                  </a:lnTo>
                  <a:lnTo>
                    <a:pt x="7940" y="828542"/>
                  </a:lnTo>
                  <a:lnTo>
                    <a:pt x="0" y="779271"/>
                  </a:lnTo>
                  <a:lnTo>
                    <a:pt x="0" y="155828"/>
                  </a:lnTo>
                  <a:close/>
                </a:path>
              </a:pathLst>
            </a:custGeom>
            <a:ln w="38099">
              <a:solidFill>
                <a:srgbClr val="00B7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70867" y="3692347"/>
              <a:ext cx="2637790" cy="548640"/>
            </a:xfrm>
            <a:custGeom>
              <a:avLst/>
              <a:gdLst/>
              <a:ahLst/>
              <a:cxnLst/>
              <a:rect l="l" t="t" r="r" b="b"/>
              <a:pathLst>
                <a:path w="2637790" h="548639">
                  <a:moveTo>
                    <a:pt x="753389" y="20701"/>
                  </a:moveTo>
                  <a:lnTo>
                    <a:pt x="696887" y="20701"/>
                  </a:lnTo>
                  <a:lnTo>
                    <a:pt x="696887" y="102679"/>
                  </a:lnTo>
                  <a:lnTo>
                    <a:pt x="696887" y="465442"/>
                  </a:lnTo>
                  <a:lnTo>
                    <a:pt x="670521" y="439064"/>
                  </a:lnTo>
                  <a:lnTo>
                    <a:pt x="670521" y="491832"/>
                  </a:lnTo>
                  <a:lnTo>
                    <a:pt x="83820" y="491832"/>
                  </a:lnTo>
                  <a:lnTo>
                    <a:pt x="109245" y="466394"/>
                  </a:lnTo>
                  <a:lnTo>
                    <a:pt x="267449" y="308089"/>
                  </a:lnTo>
                  <a:lnTo>
                    <a:pt x="338086" y="376872"/>
                  </a:lnTo>
                  <a:lnTo>
                    <a:pt x="347040" y="383755"/>
                  </a:lnTo>
                  <a:lnTo>
                    <a:pt x="356806" y="388772"/>
                  </a:lnTo>
                  <a:lnTo>
                    <a:pt x="367080" y="391845"/>
                  </a:lnTo>
                  <a:lnTo>
                    <a:pt x="377634" y="392899"/>
                  </a:lnTo>
                  <a:lnTo>
                    <a:pt x="388188" y="391845"/>
                  </a:lnTo>
                  <a:lnTo>
                    <a:pt x="439445" y="355206"/>
                  </a:lnTo>
                  <a:lnTo>
                    <a:pt x="487819" y="308089"/>
                  </a:lnTo>
                  <a:lnTo>
                    <a:pt x="670521" y="491832"/>
                  </a:lnTo>
                  <a:lnTo>
                    <a:pt x="670521" y="439064"/>
                  </a:lnTo>
                  <a:lnTo>
                    <a:pt x="539623" y="308089"/>
                  </a:lnTo>
                  <a:lnTo>
                    <a:pt x="513245" y="281711"/>
                  </a:lnTo>
                  <a:lnTo>
                    <a:pt x="696887" y="102679"/>
                  </a:lnTo>
                  <a:lnTo>
                    <a:pt x="696887" y="20701"/>
                  </a:lnTo>
                  <a:lnTo>
                    <a:pt x="669582" y="20701"/>
                  </a:lnTo>
                  <a:lnTo>
                    <a:pt x="669582" y="77241"/>
                  </a:lnTo>
                  <a:lnTo>
                    <a:pt x="389877" y="349554"/>
                  </a:lnTo>
                  <a:lnTo>
                    <a:pt x="383641" y="353783"/>
                  </a:lnTo>
                  <a:lnTo>
                    <a:pt x="376694" y="355206"/>
                  </a:lnTo>
                  <a:lnTo>
                    <a:pt x="369747" y="353783"/>
                  </a:lnTo>
                  <a:lnTo>
                    <a:pt x="363512" y="349554"/>
                  </a:lnTo>
                  <a:lnTo>
                    <a:pt x="321068" y="308089"/>
                  </a:lnTo>
                  <a:lnTo>
                    <a:pt x="240144" y="229044"/>
                  </a:lnTo>
                  <a:lnTo>
                    <a:pt x="240144" y="281711"/>
                  </a:lnTo>
                  <a:lnTo>
                    <a:pt x="56502" y="466394"/>
                  </a:lnTo>
                  <a:lnTo>
                    <a:pt x="56502" y="101739"/>
                  </a:lnTo>
                  <a:lnTo>
                    <a:pt x="240144" y="281711"/>
                  </a:lnTo>
                  <a:lnTo>
                    <a:pt x="240144" y="229044"/>
                  </a:lnTo>
                  <a:lnTo>
                    <a:pt x="109829" y="101739"/>
                  </a:lnTo>
                  <a:lnTo>
                    <a:pt x="84759" y="77241"/>
                  </a:lnTo>
                  <a:lnTo>
                    <a:pt x="669582" y="77241"/>
                  </a:lnTo>
                  <a:lnTo>
                    <a:pt x="669582" y="20701"/>
                  </a:lnTo>
                  <a:lnTo>
                    <a:pt x="0" y="20701"/>
                  </a:lnTo>
                  <a:lnTo>
                    <a:pt x="0" y="548360"/>
                  </a:lnTo>
                  <a:lnTo>
                    <a:pt x="753389" y="548360"/>
                  </a:lnTo>
                  <a:lnTo>
                    <a:pt x="753389" y="491832"/>
                  </a:lnTo>
                  <a:lnTo>
                    <a:pt x="753389" y="465442"/>
                  </a:lnTo>
                  <a:lnTo>
                    <a:pt x="753389" y="102679"/>
                  </a:lnTo>
                  <a:lnTo>
                    <a:pt x="753389" y="77241"/>
                  </a:lnTo>
                  <a:lnTo>
                    <a:pt x="753389" y="20701"/>
                  </a:lnTo>
                  <a:close/>
                </a:path>
                <a:path w="2637790" h="548639">
                  <a:moveTo>
                    <a:pt x="1668805" y="10414"/>
                  </a:moveTo>
                  <a:lnTo>
                    <a:pt x="1612303" y="10414"/>
                  </a:lnTo>
                  <a:lnTo>
                    <a:pt x="1612303" y="92392"/>
                  </a:lnTo>
                  <a:lnTo>
                    <a:pt x="1612303" y="455155"/>
                  </a:lnTo>
                  <a:lnTo>
                    <a:pt x="1585937" y="428777"/>
                  </a:lnTo>
                  <a:lnTo>
                    <a:pt x="1585937" y="481545"/>
                  </a:lnTo>
                  <a:lnTo>
                    <a:pt x="999236" y="481545"/>
                  </a:lnTo>
                  <a:lnTo>
                    <a:pt x="1024661" y="456107"/>
                  </a:lnTo>
                  <a:lnTo>
                    <a:pt x="1182865" y="297802"/>
                  </a:lnTo>
                  <a:lnTo>
                    <a:pt x="1253502" y="366585"/>
                  </a:lnTo>
                  <a:lnTo>
                    <a:pt x="1262456" y="373468"/>
                  </a:lnTo>
                  <a:lnTo>
                    <a:pt x="1272222" y="378485"/>
                  </a:lnTo>
                  <a:lnTo>
                    <a:pt x="1282496" y="381558"/>
                  </a:lnTo>
                  <a:lnTo>
                    <a:pt x="1293050" y="382612"/>
                  </a:lnTo>
                  <a:lnTo>
                    <a:pt x="1303604" y="381558"/>
                  </a:lnTo>
                  <a:lnTo>
                    <a:pt x="1354861" y="344919"/>
                  </a:lnTo>
                  <a:lnTo>
                    <a:pt x="1403235" y="297802"/>
                  </a:lnTo>
                  <a:lnTo>
                    <a:pt x="1585937" y="481545"/>
                  </a:lnTo>
                  <a:lnTo>
                    <a:pt x="1585937" y="428777"/>
                  </a:lnTo>
                  <a:lnTo>
                    <a:pt x="1455039" y="297802"/>
                  </a:lnTo>
                  <a:lnTo>
                    <a:pt x="1428661" y="271424"/>
                  </a:lnTo>
                  <a:lnTo>
                    <a:pt x="1612303" y="92392"/>
                  </a:lnTo>
                  <a:lnTo>
                    <a:pt x="1612303" y="10414"/>
                  </a:lnTo>
                  <a:lnTo>
                    <a:pt x="1584998" y="10414"/>
                  </a:lnTo>
                  <a:lnTo>
                    <a:pt x="1584998" y="66954"/>
                  </a:lnTo>
                  <a:lnTo>
                    <a:pt x="1305293" y="339267"/>
                  </a:lnTo>
                  <a:lnTo>
                    <a:pt x="1299057" y="343496"/>
                  </a:lnTo>
                  <a:lnTo>
                    <a:pt x="1292110" y="344919"/>
                  </a:lnTo>
                  <a:lnTo>
                    <a:pt x="1285163" y="343496"/>
                  </a:lnTo>
                  <a:lnTo>
                    <a:pt x="1278928" y="339267"/>
                  </a:lnTo>
                  <a:lnTo>
                    <a:pt x="1236484" y="297802"/>
                  </a:lnTo>
                  <a:lnTo>
                    <a:pt x="1155560" y="218757"/>
                  </a:lnTo>
                  <a:lnTo>
                    <a:pt x="1155560" y="271424"/>
                  </a:lnTo>
                  <a:lnTo>
                    <a:pt x="971918" y="456107"/>
                  </a:lnTo>
                  <a:lnTo>
                    <a:pt x="971918" y="91452"/>
                  </a:lnTo>
                  <a:lnTo>
                    <a:pt x="1155560" y="271424"/>
                  </a:lnTo>
                  <a:lnTo>
                    <a:pt x="1155560" y="218757"/>
                  </a:lnTo>
                  <a:lnTo>
                    <a:pt x="1025245" y="91452"/>
                  </a:lnTo>
                  <a:lnTo>
                    <a:pt x="1000175" y="66954"/>
                  </a:lnTo>
                  <a:lnTo>
                    <a:pt x="1584998" y="66954"/>
                  </a:lnTo>
                  <a:lnTo>
                    <a:pt x="1584998" y="10414"/>
                  </a:lnTo>
                  <a:lnTo>
                    <a:pt x="915416" y="10414"/>
                  </a:lnTo>
                  <a:lnTo>
                    <a:pt x="915416" y="538073"/>
                  </a:lnTo>
                  <a:lnTo>
                    <a:pt x="1668805" y="538073"/>
                  </a:lnTo>
                  <a:lnTo>
                    <a:pt x="1668805" y="481545"/>
                  </a:lnTo>
                  <a:lnTo>
                    <a:pt x="1668805" y="455155"/>
                  </a:lnTo>
                  <a:lnTo>
                    <a:pt x="1668805" y="92392"/>
                  </a:lnTo>
                  <a:lnTo>
                    <a:pt x="1668805" y="66954"/>
                  </a:lnTo>
                  <a:lnTo>
                    <a:pt x="1668805" y="10414"/>
                  </a:lnTo>
                  <a:close/>
                </a:path>
                <a:path w="2637790" h="548639">
                  <a:moveTo>
                    <a:pt x="2637180" y="0"/>
                  </a:moveTo>
                  <a:lnTo>
                    <a:pt x="2580678" y="0"/>
                  </a:lnTo>
                  <a:lnTo>
                    <a:pt x="2580678" y="81978"/>
                  </a:lnTo>
                  <a:lnTo>
                    <a:pt x="2580678" y="444741"/>
                  </a:lnTo>
                  <a:lnTo>
                    <a:pt x="2554313" y="418363"/>
                  </a:lnTo>
                  <a:lnTo>
                    <a:pt x="2554313" y="471131"/>
                  </a:lnTo>
                  <a:lnTo>
                    <a:pt x="1967611" y="471131"/>
                  </a:lnTo>
                  <a:lnTo>
                    <a:pt x="1993036" y="445693"/>
                  </a:lnTo>
                  <a:lnTo>
                    <a:pt x="2151240" y="287388"/>
                  </a:lnTo>
                  <a:lnTo>
                    <a:pt x="2221877" y="356171"/>
                  </a:lnTo>
                  <a:lnTo>
                    <a:pt x="2230831" y="363054"/>
                  </a:lnTo>
                  <a:lnTo>
                    <a:pt x="2240597" y="368071"/>
                  </a:lnTo>
                  <a:lnTo>
                    <a:pt x="2250871" y="371144"/>
                  </a:lnTo>
                  <a:lnTo>
                    <a:pt x="2261425" y="372198"/>
                  </a:lnTo>
                  <a:lnTo>
                    <a:pt x="2271979" y="371144"/>
                  </a:lnTo>
                  <a:lnTo>
                    <a:pt x="2323236" y="334505"/>
                  </a:lnTo>
                  <a:lnTo>
                    <a:pt x="2371610" y="287388"/>
                  </a:lnTo>
                  <a:lnTo>
                    <a:pt x="2554313" y="471131"/>
                  </a:lnTo>
                  <a:lnTo>
                    <a:pt x="2554313" y="418363"/>
                  </a:lnTo>
                  <a:lnTo>
                    <a:pt x="2423414" y="287388"/>
                  </a:lnTo>
                  <a:lnTo>
                    <a:pt x="2397036" y="261010"/>
                  </a:lnTo>
                  <a:lnTo>
                    <a:pt x="2580678" y="81978"/>
                  </a:lnTo>
                  <a:lnTo>
                    <a:pt x="2580678" y="0"/>
                  </a:lnTo>
                  <a:lnTo>
                    <a:pt x="2553373" y="0"/>
                  </a:lnTo>
                  <a:lnTo>
                    <a:pt x="2553373" y="56540"/>
                  </a:lnTo>
                  <a:lnTo>
                    <a:pt x="2273668" y="328853"/>
                  </a:lnTo>
                  <a:lnTo>
                    <a:pt x="2267432" y="333082"/>
                  </a:lnTo>
                  <a:lnTo>
                    <a:pt x="2260485" y="334505"/>
                  </a:lnTo>
                  <a:lnTo>
                    <a:pt x="2253538" y="333082"/>
                  </a:lnTo>
                  <a:lnTo>
                    <a:pt x="2247303" y="328853"/>
                  </a:lnTo>
                  <a:lnTo>
                    <a:pt x="2204859" y="287388"/>
                  </a:lnTo>
                  <a:lnTo>
                    <a:pt x="2123935" y="208343"/>
                  </a:lnTo>
                  <a:lnTo>
                    <a:pt x="2123935" y="261010"/>
                  </a:lnTo>
                  <a:lnTo>
                    <a:pt x="1940293" y="445693"/>
                  </a:lnTo>
                  <a:lnTo>
                    <a:pt x="1940293" y="81038"/>
                  </a:lnTo>
                  <a:lnTo>
                    <a:pt x="2123935" y="261010"/>
                  </a:lnTo>
                  <a:lnTo>
                    <a:pt x="2123935" y="208343"/>
                  </a:lnTo>
                  <a:lnTo>
                    <a:pt x="1993620" y="81038"/>
                  </a:lnTo>
                  <a:lnTo>
                    <a:pt x="1968550" y="56540"/>
                  </a:lnTo>
                  <a:lnTo>
                    <a:pt x="2553373" y="56540"/>
                  </a:lnTo>
                  <a:lnTo>
                    <a:pt x="2553373" y="0"/>
                  </a:lnTo>
                  <a:lnTo>
                    <a:pt x="1883791" y="0"/>
                  </a:lnTo>
                  <a:lnTo>
                    <a:pt x="1883791" y="527659"/>
                  </a:lnTo>
                  <a:lnTo>
                    <a:pt x="2637180" y="527659"/>
                  </a:lnTo>
                  <a:lnTo>
                    <a:pt x="2637180" y="471131"/>
                  </a:lnTo>
                  <a:lnTo>
                    <a:pt x="2637180" y="444741"/>
                  </a:lnTo>
                  <a:lnTo>
                    <a:pt x="2637180" y="81978"/>
                  </a:lnTo>
                  <a:lnTo>
                    <a:pt x="2637180" y="56540"/>
                  </a:lnTo>
                  <a:lnTo>
                    <a:pt x="26371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4369" y="1905025"/>
              <a:ext cx="757427" cy="75740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5512" y="3118129"/>
              <a:ext cx="757427" cy="75740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6529" y="4331335"/>
              <a:ext cx="757427" cy="7574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7544" y="5544439"/>
              <a:ext cx="757427" cy="7574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64319" y="3575329"/>
              <a:ext cx="757427" cy="75740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224780" y="2275712"/>
              <a:ext cx="584200" cy="3654425"/>
            </a:xfrm>
            <a:custGeom>
              <a:avLst/>
              <a:gdLst/>
              <a:ahLst/>
              <a:cxnLst/>
              <a:rect l="l" t="t" r="r" b="b"/>
              <a:pathLst>
                <a:path w="584200" h="3654425">
                  <a:moveTo>
                    <a:pt x="414909" y="1454658"/>
                  </a:moveTo>
                  <a:lnTo>
                    <a:pt x="394246" y="1422781"/>
                  </a:lnTo>
                  <a:lnTo>
                    <a:pt x="345440" y="1347470"/>
                  </a:lnTo>
                  <a:lnTo>
                    <a:pt x="326110" y="1380248"/>
                  </a:lnTo>
                  <a:lnTo>
                    <a:pt x="28448" y="1205103"/>
                  </a:lnTo>
                  <a:lnTo>
                    <a:pt x="9144" y="1237869"/>
                  </a:lnTo>
                  <a:lnTo>
                    <a:pt x="306743" y="1413090"/>
                  </a:lnTo>
                  <a:lnTo>
                    <a:pt x="287401" y="1445895"/>
                  </a:lnTo>
                  <a:lnTo>
                    <a:pt x="414909" y="1454658"/>
                  </a:lnTo>
                  <a:close/>
                </a:path>
                <a:path w="584200" h="3654425">
                  <a:moveTo>
                    <a:pt x="416941" y="1943227"/>
                  </a:moveTo>
                  <a:lnTo>
                    <a:pt x="300609" y="1995932"/>
                  </a:lnTo>
                  <a:lnTo>
                    <a:pt x="330098" y="2019896"/>
                  </a:lnTo>
                  <a:lnTo>
                    <a:pt x="3048" y="2422652"/>
                  </a:lnTo>
                  <a:lnTo>
                    <a:pt x="32639" y="2446655"/>
                  </a:lnTo>
                  <a:lnTo>
                    <a:pt x="359727" y="2043976"/>
                  </a:lnTo>
                  <a:lnTo>
                    <a:pt x="389255" y="2067941"/>
                  </a:lnTo>
                  <a:lnTo>
                    <a:pt x="403199" y="2005076"/>
                  </a:lnTo>
                  <a:lnTo>
                    <a:pt x="416941" y="1943227"/>
                  </a:lnTo>
                  <a:close/>
                </a:path>
                <a:path w="584200" h="3654425">
                  <a:moveTo>
                    <a:pt x="570865" y="1005205"/>
                  </a:moveTo>
                  <a:lnTo>
                    <a:pt x="536676" y="1022007"/>
                  </a:lnTo>
                  <a:lnTo>
                    <a:pt x="34925" y="0"/>
                  </a:lnTo>
                  <a:lnTo>
                    <a:pt x="762" y="16764"/>
                  </a:lnTo>
                  <a:lnTo>
                    <a:pt x="502526" y="1038783"/>
                  </a:lnTo>
                  <a:lnTo>
                    <a:pt x="468249" y="1055624"/>
                  </a:lnTo>
                  <a:lnTo>
                    <a:pt x="569976" y="1132967"/>
                  </a:lnTo>
                  <a:lnTo>
                    <a:pt x="570509" y="1055878"/>
                  </a:lnTo>
                  <a:lnTo>
                    <a:pt x="570623" y="1038783"/>
                  </a:lnTo>
                  <a:lnTo>
                    <a:pt x="570738" y="1022007"/>
                  </a:lnTo>
                  <a:lnTo>
                    <a:pt x="570865" y="1005205"/>
                  </a:lnTo>
                  <a:close/>
                </a:path>
                <a:path w="584200" h="3654425">
                  <a:moveTo>
                    <a:pt x="583819" y="2283587"/>
                  </a:moveTo>
                  <a:lnTo>
                    <a:pt x="578980" y="2239264"/>
                  </a:lnTo>
                  <a:lnTo>
                    <a:pt x="569976" y="2156587"/>
                  </a:lnTo>
                  <a:lnTo>
                    <a:pt x="476631" y="2243963"/>
                  </a:lnTo>
                  <a:lnTo>
                    <a:pt x="512406" y="2257196"/>
                  </a:lnTo>
                  <a:lnTo>
                    <a:pt x="0" y="3641191"/>
                  </a:lnTo>
                  <a:lnTo>
                    <a:pt x="35687" y="3654412"/>
                  </a:lnTo>
                  <a:lnTo>
                    <a:pt x="548093" y="2270391"/>
                  </a:lnTo>
                  <a:lnTo>
                    <a:pt x="583819" y="2283587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817355" y="3954398"/>
              <a:ext cx="347345" cy="10795"/>
            </a:xfrm>
            <a:custGeom>
              <a:avLst/>
              <a:gdLst/>
              <a:ahLst/>
              <a:cxnLst/>
              <a:rect l="l" t="t" r="r" b="b"/>
              <a:pathLst>
                <a:path w="347345" h="10795">
                  <a:moveTo>
                    <a:pt x="0" y="10413"/>
                  </a:moveTo>
                  <a:lnTo>
                    <a:pt x="346964" y="0"/>
                  </a:lnTo>
                </a:path>
              </a:pathLst>
            </a:custGeom>
            <a:ln w="38099">
              <a:solidFill>
                <a:srgbClr val="79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931400" y="3897248"/>
              <a:ext cx="361315" cy="114300"/>
            </a:xfrm>
            <a:custGeom>
              <a:avLst/>
              <a:gdLst/>
              <a:ahLst/>
              <a:cxnLst/>
              <a:rect l="l" t="t" r="r" b="b"/>
              <a:pathLst>
                <a:path w="361315" h="114300">
                  <a:moveTo>
                    <a:pt x="246633" y="0"/>
                  </a:moveTo>
                  <a:lnTo>
                    <a:pt x="246633" y="114300"/>
                  </a:lnTo>
                  <a:lnTo>
                    <a:pt x="322833" y="76200"/>
                  </a:lnTo>
                  <a:lnTo>
                    <a:pt x="265683" y="76200"/>
                  </a:lnTo>
                  <a:lnTo>
                    <a:pt x="265683" y="38100"/>
                  </a:lnTo>
                  <a:lnTo>
                    <a:pt x="322833" y="38100"/>
                  </a:lnTo>
                  <a:lnTo>
                    <a:pt x="246633" y="0"/>
                  </a:lnTo>
                  <a:close/>
                </a:path>
                <a:path w="361315" h="114300">
                  <a:moveTo>
                    <a:pt x="246633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46633" y="76200"/>
                  </a:lnTo>
                  <a:lnTo>
                    <a:pt x="246633" y="38100"/>
                  </a:lnTo>
                  <a:close/>
                </a:path>
                <a:path w="361315" h="114300">
                  <a:moveTo>
                    <a:pt x="322833" y="38100"/>
                  </a:moveTo>
                  <a:lnTo>
                    <a:pt x="265683" y="38100"/>
                  </a:lnTo>
                  <a:lnTo>
                    <a:pt x="265683" y="76200"/>
                  </a:lnTo>
                  <a:lnTo>
                    <a:pt x="322833" y="76200"/>
                  </a:lnTo>
                  <a:lnTo>
                    <a:pt x="360933" y="57150"/>
                  </a:lnTo>
                  <a:lnTo>
                    <a:pt x="322833" y="3810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535" dirty="0"/>
              <a:t>Queue-</a:t>
            </a:r>
            <a:r>
              <a:rPr sz="4400" spc="440" dirty="0"/>
              <a:t>Based</a:t>
            </a:r>
            <a:r>
              <a:rPr sz="4400" spc="-50" dirty="0"/>
              <a:t> </a:t>
            </a:r>
            <a:r>
              <a:rPr sz="4400" spc="455" dirty="0"/>
              <a:t>Load</a:t>
            </a:r>
            <a:r>
              <a:rPr sz="4400" spc="-40" dirty="0"/>
              <a:t> </a:t>
            </a:r>
            <a:r>
              <a:rPr sz="4400" spc="330" dirty="0"/>
              <a:t>Leveling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Buffering</a:t>
            </a:r>
            <a:r>
              <a:rPr sz="2600" spc="-13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for</a:t>
            </a:r>
            <a:r>
              <a:rPr sz="2600" spc="-9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Stability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04950"/>
            <a:ext cx="12192000" cy="5353050"/>
            <a:chOff x="0" y="1504950"/>
            <a:chExt cx="12192000" cy="5353050"/>
          </a:xfrm>
        </p:grpSpPr>
        <p:sp>
          <p:nvSpPr>
            <p:cNvPr id="3" name="object 3"/>
            <p:cNvSpPr/>
            <p:nvPr/>
          </p:nvSpPr>
          <p:spPr>
            <a:xfrm>
              <a:off x="4991100" y="1524000"/>
              <a:ext cx="5842000" cy="774700"/>
            </a:xfrm>
            <a:custGeom>
              <a:avLst/>
              <a:gdLst/>
              <a:ahLst/>
              <a:cxnLst/>
              <a:rect l="l" t="t" r="r" b="b"/>
              <a:pathLst>
                <a:path w="5842000" h="774700">
                  <a:moveTo>
                    <a:pt x="5712841" y="0"/>
                  </a:moveTo>
                  <a:lnTo>
                    <a:pt x="129159" y="0"/>
                  </a:lnTo>
                  <a:lnTo>
                    <a:pt x="78866" y="10144"/>
                  </a:lnTo>
                  <a:lnTo>
                    <a:pt x="37814" y="37814"/>
                  </a:lnTo>
                  <a:lnTo>
                    <a:pt x="10144" y="78867"/>
                  </a:lnTo>
                  <a:lnTo>
                    <a:pt x="0" y="129159"/>
                  </a:lnTo>
                  <a:lnTo>
                    <a:pt x="0" y="645540"/>
                  </a:lnTo>
                  <a:lnTo>
                    <a:pt x="10144" y="695833"/>
                  </a:lnTo>
                  <a:lnTo>
                    <a:pt x="37814" y="736885"/>
                  </a:lnTo>
                  <a:lnTo>
                    <a:pt x="78867" y="764555"/>
                  </a:lnTo>
                  <a:lnTo>
                    <a:pt x="129159" y="774700"/>
                  </a:lnTo>
                  <a:lnTo>
                    <a:pt x="5712841" y="774700"/>
                  </a:lnTo>
                  <a:lnTo>
                    <a:pt x="5763133" y="764555"/>
                  </a:lnTo>
                  <a:lnTo>
                    <a:pt x="5804185" y="736885"/>
                  </a:lnTo>
                  <a:lnTo>
                    <a:pt x="5831855" y="695832"/>
                  </a:lnTo>
                  <a:lnTo>
                    <a:pt x="5842000" y="645540"/>
                  </a:lnTo>
                  <a:lnTo>
                    <a:pt x="5842000" y="129159"/>
                  </a:lnTo>
                  <a:lnTo>
                    <a:pt x="5831855" y="78866"/>
                  </a:lnTo>
                  <a:lnTo>
                    <a:pt x="5804185" y="37814"/>
                  </a:lnTo>
                  <a:lnTo>
                    <a:pt x="5763133" y="10144"/>
                  </a:lnTo>
                  <a:lnTo>
                    <a:pt x="5712841" y="0"/>
                  </a:lnTo>
                  <a:close/>
                </a:path>
              </a:pathLst>
            </a:custGeom>
            <a:solidFill>
              <a:srgbClr val="F4F8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91100" y="1524000"/>
              <a:ext cx="5842000" cy="774700"/>
            </a:xfrm>
            <a:custGeom>
              <a:avLst/>
              <a:gdLst/>
              <a:ahLst/>
              <a:cxnLst/>
              <a:rect l="l" t="t" r="r" b="b"/>
              <a:pathLst>
                <a:path w="5842000" h="774700">
                  <a:moveTo>
                    <a:pt x="0" y="129159"/>
                  </a:moveTo>
                  <a:lnTo>
                    <a:pt x="10144" y="78867"/>
                  </a:lnTo>
                  <a:lnTo>
                    <a:pt x="37814" y="37814"/>
                  </a:lnTo>
                  <a:lnTo>
                    <a:pt x="78866" y="10144"/>
                  </a:lnTo>
                  <a:lnTo>
                    <a:pt x="129159" y="0"/>
                  </a:lnTo>
                  <a:lnTo>
                    <a:pt x="5712841" y="0"/>
                  </a:lnTo>
                  <a:lnTo>
                    <a:pt x="5763133" y="10144"/>
                  </a:lnTo>
                  <a:lnTo>
                    <a:pt x="5804185" y="37814"/>
                  </a:lnTo>
                  <a:lnTo>
                    <a:pt x="5831855" y="78866"/>
                  </a:lnTo>
                  <a:lnTo>
                    <a:pt x="5842000" y="129159"/>
                  </a:lnTo>
                  <a:lnTo>
                    <a:pt x="5842000" y="645540"/>
                  </a:lnTo>
                  <a:lnTo>
                    <a:pt x="5831855" y="695832"/>
                  </a:lnTo>
                  <a:lnTo>
                    <a:pt x="5804185" y="736885"/>
                  </a:lnTo>
                  <a:lnTo>
                    <a:pt x="5763133" y="764555"/>
                  </a:lnTo>
                  <a:lnTo>
                    <a:pt x="5712841" y="774700"/>
                  </a:lnTo>
                  <a:lnTo>
                    <a:pt x="129159" y="774700"/>
                  </a:lnTo>
                  <a:lnTo>
                    <a:pt x="78867" y="764555"/>
                  </a:lnTo>
                  <a:lnTo>
                    <a:pt x="37814" y="736885"/>
                  </a:lnTo>
                  <a:lnTo>
                    <a:pt x="10144" y="695833"/>
                  </a:lnTo>
                  <a:lnTo>
                    <a:pt x="0" y="645540"/>
                  </a:lnTo>
                  <a:lnTo>
                    <a:pt x="0" y="129159"/>
                  </a:lnTo>
                  <a:close/>
                </a:path>
              </a:pathLst>
            </a:custGeom>
            <a:ln w="38100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3236" y="1607820"/>
              <a:ext cx="606551" cy="60655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358520"/>
            <a:ext cx="67779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305" dirty="0"/>
              <a:t>Event</a:t>
            </a:r>
            <a:r>
              <a:rPr sz="4400" spc="-30" dirty="0"/>
              <a:t> </a:t>
            </a:r>
            <a:r>
              <a:rPr sz="4400" spc="355" dirty="0"/>
              <a:t>Sourcing</a:t>
            </a:r>
            <a:r>
              <a:rPr sz="4400" spc="-55" dirty="0"/>
              <a:t> </a:t>
            </a:r>
            <a:r>
              <a:rPr sz="4400" dirty="0"/>
              <a:t>&amp;</a:t>
            </a:r>
            <a:r>
              <a:rPr sz="4400" spc="-25" dirty="0"/>
              <a:t> </a:t>
            </a:r>
            <a:r>
              <a:rPr sz="4400" spc="170" dirty="0"/>
              <a:t>CQRS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904443" y="913131"/>
            <a:ext cx="6449695" cy="124714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Recording</a:t>
            </a:r>
            <a:r>
              <a:rPr sz="2600" spc="-8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for</a:t>
            </a:r>
            <a:r>
              <a:rPr sz="2600" spc="-6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Recovery</a:t>
            </a:r>
            <a:endParaRPr sz="26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265"/>
              </a:spcBef>
            </a:pPr>
            <a:r>
              <a:rPr sz="3600" b="1" spc="-10" dirty="0">
                <a:solidFill>
                  <a:srgbClr val="002539"/>
                </a:solidFill>
                <a:latin typeface="Calibri"/>
                <a:cs typeface="Calibri"/>
              </a:rPr>
              <a:t>Commands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61450" y="1586229"/>
            <a:ext cx="1501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002539"/>
                </a:solidFill>
                <a:latin typeface="Calibri"/>
                <a:cs typeface="Calibri"/>
              </a:rPr>
              <a:t>Queries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32854" y="2679369"/>
            <a:ext cx="2158365" cy="573405"/>
          </a:xfrm>
          <a:prstGeom prst="rect">
            <a:avLst/>
          </a:prstGeom>
          <a:solidFill>
            <a:srgbClr val="0078D3"/>
          </a:solidFill>
          <a:ln w="12700">
            <a:solidFill>
              <a:srgbClr val="002E58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40"/>
              </a:spcBef>
            </a:pPr>
            <a:r>
              <a:rPr sz="3200" b="1" spc="-10" dirty="0">
                <a:solidFill>
                  <a:srgbClr val="F4F8FA"/>
                </a:solidFill>
                <a:latin typeface="Calibri"/>
                <a:cs typeface="Calibri"/>
              </a:rPr>
              <a:t>Application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38200" y="1905000"/>
            <a:ext cx="9502140" cy="4279900"/>
            <a:chOff x="838200" y="1905000"/>
            <a:chExt cx="9502140" cy="4279900"/>
          </a:xfrm>
        </p:grpSpPr>
        <p:sp>
          <p:nvSpPr>
            <p:cNvPr id="11" name="object 11"/>
            <p:cNvSpPr/>
            <p:nvPr/>
          </p:nvSpPr>
          <p:spPr>
            <a:xfrm>
              <a:off x="5520944" y="3577335"/>
              <a:ext cx="2082800" cy="1306195"/>
            </a:xfrm>
            <a:custGeom>
              <a:avLst/>
              <a:gdLst/>
              <a:ahLst/>
              <a:cxnLst/>
              <a:rect l="l" t="t" r="r" b="b"/>
              <a:pathLst>
                <a:path w="2082800" h="1306195">
                  <a:moveTo>
                    <a:pt x="1864613" y="0"/>
                  </a:moveTo>
                  <a:lnTo>
                    <a:pt x="217550" y="0"/>
                  </a:lnTo>
                  <a:lnTo>
                    <a:pt x="167671" y="5746"/>
                  </a:lnTo>
                  <a:lnTo>
                    <a:pt x="121881" y="22113"/>
                  </a:lnTo>
                  <a:lnTo>
                    <a:pt x="81487" y="47796"/>
                  </a:lnTo>
                  <a:lnTo>
                    <a:pt x="47796" y="81487"/>
                  </a:lnTo>
                  <a:lnTo>
                    <a:pt x="22113" y="121881"/>
                  </a:lnTo>
                  <a:lnTo>
                    <a:pt x="5746" y="167671"/>
                  </a:lnTo>
                  <a:lnTo>
                    <a:pt x="0" y="217550"/>
                  </a:lnTo>
                  <a:lnTo>
                    <a:pt x="0" y="1088136"/>
                  </a:lnTo>
                  <a:lnTo>
                    <a:pt x="5746" y="1138015"/>
                  </a:lnTo>
                  <a:lnTo>
                    <a:pt x="22113" y="1183805"/>
                  </a:lnTo>
                  <a:lnTo>
                    <a:pt x="47796" y="1224199"/>
                  </a:lnTo>
                  <a:lnTo>
                    <a:pt x="81487" y="1257890"/>
                  </a:lnTo>
                  <a:lnTo>
                    <a:pt x="121881" y="1283573"/>
                  </a:lnTo>
                  <a:lnTo>
                    <a:pt x="167671" y="1299940"/>
                  </a:lnTo>
                  <a:lnTo>
                    <a:pt x="217550" y="1305687"/>
                  </a:lnTo>
                  <a:lnTo>
                    <a:pt x="1864613" y="1305687"/>
                  </a:lnTo>
                  <a:lnTo>
                    <a:pt x="1914540" y="1299940"/>
                  </a:lnTo>
                  <a:lnTo>
                    <a:pt x="1960364" y="1283573"/>
                  </a:lnTo>
                  <a:lnTo>
                    <a:pt x="2000780" y="1257890"/>
                  </a:lnTo>
                  <a:lnTo>
                    <a:pt x="2034485" y="1224199"/>
                  </a:lnTo>
                  <a:lnTo>
                    <a:pt x="2060175" y="1183805"/>
                  </a:lnTo>
                  <a:lnTo>
                    <a:pt x="2076545" y="1138015"/>
                  </a:lnTo>
                  <a:lnTo>
                    <a:pt x="2082291" y="1088136"/>
                  </a:lnTo>
                  <a:lnTo>
                    <a:pt x="2082291" y="217550"/>
                  </a:lnTo>
                  <a:lnTo>
                    <a:pt x="2076545" y="167671"/>
                  </a:lnTo>
                  <a:lnTo>
                    <a:pt x="2060175" y="121881"/>
                  </a:lnTo>
                  <a:lnTo>
                    <a:pt x="2034485" y="81487"/>
                  </a:lnTo>
                  <a:lnTo>
                    <a:pt x="2000780" y="47796"/>
                  </a:lnTo>
                  <a:lnTo>
                    <a:pt x="1960364" y="22113"/>
                  </a:lnTo>
                  <a:lnTo>
                    <a:pt x="1914540" y="5746"/>
                  </a:lnTo>
                  <a:lnTo>
                    <a:pt x="1864613" y="0"/>
                  </a:lnTo>
                  <a:close/>
                </a:path>
              </a:pathLst>
            </a:custGeom>
            <a:solidFill>
              <a:srgbClr val="00B7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20944" y="3577335"/>
              <a:ext cx="2082800" cy="1306195"/>
            </a:xfrm>
            <a:custGeom>
              <a:avLst/>
              <a:gdLst/>
              <a:ahLst/>
              <a:cxnLst/>
              <a:rect l="l" t="t" r="r" b="b"/>
              <a:pathLst>
                <a:path w="2082800" h="1306195">
                  <a:moveTo>
                    <a:pt x="0" y="217550"/>
                  </a:moveTo>
                  <a:lnTo>
                    <a:pt x="5746" y="167671"/>
                  </a:lnTo>
                  <a:lnTo>
                    <a:pt x="22113" y="121881"/>
                  </a:lnTo>
                  <a:lnTo>
                    <a:pt x="47796" y="81487"/>
                  </a:lnTo>
                  <a:lnTo>
                    <a:pt x="81487" y="47796"/>
                  </a:lnTo>
                  <a:lnTo>
                    <a:pt x="121881" y="22113"/>
                  </a:lnTo>
                  <a:lnTo>
                    <a:pt x="167671" y="5746"/>
                  </a:lnTo>
                  <a:lnTo>
                    <a:pt x="217550" y="0"/>
                  </a:lnTo>
                  <a:lnTo>
                    <a:pt x="1864613" y="0"/>
                  </a:lnTo>
                  <a:lnTo>
                    <a:pt x="1914540" y="5746"/>
                  </a:lnTo>
                  <a:lnTo>
                    <a:pt x="1960364" y="22113"/>
                  </a:lnTo>
                  <a:lnTo>
                    <a:pt x="2000780" y="47796"/>
                  </a:lnTo>
                  <a:lnTo>
                    <a:pt x="2034485" y="81487"/>
                  </a:lnTo>
                  <a:lnTo>
                    <a:pt x="2060175" y="121881"/>
                  </a:lnTo>
                  <a:lnTo>
                    <a:pt x="2076545" y="167671"/>
                  </a:lnTo>
                  <a:lnTo>
                    <a:pt x="2082291" y="217550"/>
                  </a:lnTo>
                  <a:lnTo>
                    <a:pt x="2082291" y="1088136"/>
                  </a:lnTo>
                  <a:lnTo>
                    <a:pt x="2076545" y="1138015"/>
                  </a:lnTo>
                  <a:lnTo>
                    <a:pt x="2060175" y="1183805"/>
                  </a:lnTo>
                  <a:lnTo>
                    <a:pt x="2034485" y="1224199"/>
                  </a:lnTo>
                  <a:lnTo>
                    <a:pt x="2000780" y="1257890"/>
                  </a:lnTo>
                  <a:lnTo>
                    <a:pt x="1960364" y="1283573"/>
                  </a:lnTo>
                  <a:lnTo>
                    <a:pt x="1914540" y="1299940"/>
                  </a:lnTo>
                  <a:lnTo>
                    <a:pt x="1864613" y="1305687"/>
                  </a:lnTo>
                  <a:lnTo>
                    <a:pt x="217550" y="1305687"/>
                  </a:lnTo>
                  <a:lnTo>
                    <a:pt x="167671" y="1299940"/>
                  </a:lnTo>
                  <a:lnTo>
                    <a:pt x="121881" y="1283573"/>
                  </a:lnTo>
                  <a:lnTo>
                    <a:pt x="81487" y="1257890"/>
                  </a:lnTo>
                  <a:lnTo>
                    <a:pt x="47796" y="1224199"/>
                  </a:lnTo>
                  <a:lnTo>
                    <a:pt x="22113" y="1183805"/>
                  </a:lnTo>
                  <a:lnTo>
                    <a:pt x="5746" y="1138015"/>
                  </a:lnTo>
                  <a:lnTo>
                    <a:pt x="0" y="1088136"/>
                  </a:lnTo>
                  <a:lnTo>
                    <a:pt x="0" y="217550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41720" y="4113593"/>
              <a:ext cx="865505" cy="640715"/>
            </a:xfrm>
            <a:custGeom>
              <a:avLst/>
              <a:gdLst/>
              <a:ahLst/>
              <a:cxnLst/>
              <a:rect l="l" t="t" r="r" b="b"/>
              <a:pathLst>
                <a:path w="865504" h="640714">
                  <a:moveTo>
                    <a:pt x="620687" y="414426"/>
                  </a:moveTo>
                  <a:lnTo>
                    <a:pt x="427634" y="188290"/>
                  </a:lnTo>
                  <a:lnTo>
                    <a:pt x="234581" y="414426"/>
                  </a:lnTo>
                  <a:lnTo>
                    <a:pt x="352298" y="414426"/>
                  </a:lnTo>
                  <a:lnTo>
                    <a:pt x="352298" y="640575"/>
                  </a:lnTo>
                  <a:lnTo>
                    <a:pt x="502970" y="640575"/>
                  </a:lnTo>
                  <a:lnTo>
                    <a:pt x="502970" y="414426"/>
                  </a:lnTo>
                  <a:lnTo>
                    <a:pt x="620687" y="414426"/>
                  </a:lnTo>
                  <a:close/>
                </a:path>
                <a:path w="865504" h="640714">
                  <a:moveTo>
                    <a:pt x="865276" y="376682"/>
                  </a:moveTo>
                  <a:lnTo>
                    <a:pt x="854900" y="325628"/>
                  </a:lnTo>
                  <a:lnTo>
                    <a:pt x="828357" y="282511"/>
                  </a:lnTo>
                  <a:lnTo>
                    <a:pt x="788822" y="250901"/>
                  </a:lnTo>
                  <a:lnTo>
                    <a:pt x="739444" y="234365"/>
                  </a:lnTo>
                  <a:lnTo>
                    <a:pt x="730567" y="200837"/>
                  </a:lnTo>
                  <a:lnTo>
                    <a:pt x="694842" y="142532"/>
                  </a:lnTo>
                  <a:lnTo>
                    <a:pt x="638149" y="102006"/>
                  </a:lnTo>
                  <a:lnTo>
                    <a:pt x="569874" y="87642"/>
                  </a:lnTo>
                  <a:lnTo>
                    <a:pt x="534619" y="91135"/>
                  </a:lnTo>
                  <a:lnTo>
                    <a:pt x="502577" y="53035"/>
                  </a:lnTo>
                  <a:lnTo>
                    <a:pt x="463067" y="24599"/>
                  </a:lnTo>
                  <a:lnTo>
                    <a:pt x="418160" y="6642"/>
                  </a:lnTo>
                  <a:lnTo>
                    <a:pt x="369925" y="0"/>
                  </a:lnTo>
                  <a:lnTo>
                    <a:pt x="320471" y="5486"/>
                  </a:lnTo>
                  <a:lnTo>
                    <a:pt x="274878" y="23114"/>
                  </a:lnTo>
                  <a:lnTo>
                    <a:pt x="235483" y="50380"/>
                  </a:lnTo>
                  <a:lnTo>
                    <a:pt x="203644" y="85801"/>
                  </a:lnTo>
                  <a:lnTo>
                    <a:pt x="180695" y="127876"/>
                  </a:lnTo>
                  <a:lnTo>
                    <a:pt x="167995" y="175094"/>
                  </a:lnTo>
                  <a:lnTo>
                    <a:pt x="128955" y="180733"/>
                  </a:lnTo>
                  <a:lnTo>
                    <a:pt x="92595" y="194779"/>
                  </a:lnTo>
                  <a:lnTo>
                    <a:pt x="60248" y="216522"/>
                  </a:lnTo>
                  <a:lnTo>
                    <a:pt x="33235" y="245287"/>
                  </a:lnTo>
                  <a:lnTo>
                    <a:pt x="10693" y="287401"/>
                  </a:lnTo>
                  <a:lnTo>
                    <a:pt x="0" y="333159"/>
                  </a:lnTo>
                  <a:lnTo>
                    <a:pt x="1409" y="380123"/>
                  </a:lnTo>
                  <a:lnTo>
                    <a:pt x="15151" y="425869"/>
                  </a:lnTo>
                  <a:lnTo>
                    <a:pt x="40754" y="465645"/>
                  </a:lnTo>
                  <a:lnTo>
                    <a:pt x="75399" y="496633"/>
                  </a:lnTo>
                  <a:lnTo>
                    <a:pt x="116979" y="517398"/>
                  </a:lnTo>
                  <a:lnTo>
                    <a:pt x="163385" y="526503"/>
                  </a:lnTo>
                  <a:lnTo>
                    <a:pt x="305206" y="526694"/>
                  </a:lnTo>
                  <a:lnTo>
                    <a:pt x="305206" y="468172"/>
                  </a:lnTo>
                  <a:lnTo>
                    <a:pt x="157835" y="467156"/>
                  </a:lnTo>
                  <a:lnTo>
                    <a:pt x="132918" y="460971"/>
                  </a:lnTo>
                  <a:lnTo>
                    <a:pt x="94208" y="437438"/>
                  </a:lnTo>
                  <a:lnTo>
                    <a:pt x="67322" y="400951"/>
                  </a:lnTo>
                  <a:lnTo>
                    <a:pt x="57277" y="339191"/>
                  </a:lnTo>
                  <a:lnTo>
                    <a:pt x="64350" y="308711"/>
                  </a:lnTo>
                  <a:lnTo>
                    <a:pt x="79286" y="280631"/>
                  </a:lnTo>
                  <a:lnTo>
                    <a:pt x="101384" y="257937"/>
                  </a:lnTo>
                  <a:lnTo>
                    <a:pt x="128295" y="242316"/>
                  </a:lnTo>
                  <a:lnTo>
                    <a:pt x="158381" y="234429"/>
                  </a:lnTo>
                  <a:lnTo>
                    <a:pt x="190030" y="234924"/>
                  </a:lnTo>
                  <a:lnTo>
                    <a:pt x="223469" y="240487"/>
                  </a:lnTo>
                  <a:lnTo>
                    <a:pt x="223469" y="204025"/>
                  </a:lnTo>
                  <a:lnTo>
                    <a:pt x="231724" y="156095"/>
                  </a:lnTo>
                  <a:lnTo>
                    <a:pt x="254469" y="114503"/>
                  </a:lnTo>
                  <a:lnTo>
                    <a:pt x="289280" y="82334"/>
                  </a:lnTo>
                  <a:lnTo>
                    <a:pt x="333743" y="62687"/>
                  </a:lnTo>
                  <a:lnTo>
                    <a:pt x="382168" y="59461"/>
                  </a:lnTo>
                  <a:lnTo>
                    <a:pt x="427723" y="72097"/>
                  </a:lnTo>
                  <a:lnTo>
                    <a:pt x="466674" y="98882"/>
                  </a:lnTo>
                  <a:lnTo>
                    <a:pt x="495350" y="138061"/>
                  </a:lnTo>
                  <a:lnTo>
                    <a:pt x="506742" y="160769"/>
                  </a:lnTo>
                  <a:lnTo>
                    <a:pt x="530377" y="152387"/>
                  </a:lnTo>
                  <a:lnTo>
                    <a:pt x="557441" y="146367"/>
                  </a:lnTo>
                  <a:lnTo>
                    <a:pt x="584771" y="146913"/>
                  </a:lnTo>
                  <a:lnTo>
                    <a:pt x="611200" y="153885"/>
                  </a:lnTo>
                  <a:lnTo>
                    <a:pt x="655980" y="186093"/>
                  </a:lnTo>
                  <a:lnTo>
                    <a:pt x="680745" y="234848"/>
                  </a:lnTo>
                  <a:lnTo>
                    <a:pt x="684072" y="262534"/>
                  </a:lnTo>
                  <a:lnTo>
                    <a:pt x="684072" y="291934"/>
                  </a:lnTo>
                  <a:lnTo>
                    <a:pt x="722490" y="291934"/>
                  </a:lnTo>
                  <a:lnTo>
                    <a:pt x="756615" y="300177"/>
                  </a:lnTo>
                  <a:lnTo>
                    <a:pt x="783996" y="320179"/>
                  </a:lnTo>
                  <a:lnTo>
                    <a:pt x="801890" y="348996"/>
                  </a:lnTo>
                  <a:lnTo>
                    <a:pt x="807516" y="383667"/>
                  </a:lnTo>
                  <a:lnTo>
                    <a:pt x="799922" y="416458"/>
                  </a:lnTo>
                  <a:lnTo>
                    <a:pt x="781380" y="443242"/>
                  </a:lnTo>
                  <a:lnTo>
                    <a:pt x="754418" y="461530"/>
                  </a:lnTo>
                  <a:lnTo>
                    <a:pt x="721550" y="468795"/>
                  </a:lnTo>
                  <a:lnTo>
                    <a:pt x="550062" y="468591"/>
                  </a:lnTo>
                  <a:lnTo>
                    <a:pt x="550062" y="527316"/>
                  </a:lnTo>
                  <a:lnTo>
                    <a:pt x="721550" y="527494"/>
                  </a:lnTo>
                  <a:lnTo>
                    <a:pt x="767918" y="518883"/>
                  </a:lnTo>
                  <a:lnTo>
                    <a:pt x="807847" y="497014"/>
                  </a:lnTo>
                  <a:lnTo>
                    <a:pt x="838962" y="464375"/>
                  </a:lnTo>
                  <a:lnTo>
                    <a:pt x="858888" y="423430"/>
                  </a:lnTo>
                  <a:lnTo>
                    <a:pt x="865276" y="376682"/>
                  </a:lnTo>
                  <a:close/>
                </a:path>
              </a:pathLst>
            </a:custGeom>
            <a:solidFill>
              <a:srgbClr val="F4F8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1905000"/>
              <a:ext cx="3251200" cy="42799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251443" y="3577335"/>
              <a:ext cx="2082800" cy="1306195"/>
            </a:xfrm>
            <a:custGeom>
              <a:avLst/>
              <a:gdLst/>
              <a:ahLst/>
              <a:cxnLst/>
              <a:rect l="l" t="t" r="r" b="b"/>
              <a:pathLst>
                <a:path w="2082800" h="1306195">
                  <a:moveTo>
                    <a:pt x="1864613" y="0"/>
                  </a:moveTo>
                  <a:lnTo>
                    <a:pt x="217550" y="0"/>
                  </a:lnTo>
                  <a:lnTo>
                    <a:pt x="167671" y="5746"/>
                  </a:lnTo>
                  <a:lnTo>
                    <a:pt x="121881" y="22113"/>
                  </a:lnTo>
                  <a:lnTo>
                    <a:pt x="81487" y="47796"/>
                  </a:lnTo>
                  <a:lnTo>
                    <a:pt x="47796" y="81487"/>
                  </a:lnTo>
                  <a:lnTo>
                    <a:pt x="22113" y="121881"/>
                  </a:lnTo>
                  <a:lnTo>
                    <a:pt x="5746" y="167671"/>
                  </a:lnTo>
                  <a:lnTo>
                    <a:pt x="0" y="217550"/>
                  </a:lnTo>
                  <a:lnTo>
                    <a:pt x="0" y="1088136"/>
                  </a:lnTo>
                  <a:lnTo>
                    <a:pt x="5746" y="1138015"/>
                  </a:lnTo>
                  <a:lnTo>
                    <a:pt x="22113" y="1183805"/>
                  </a:lnTo>
                  <a:lnTo>
                    <a:pt x="47796" y="1224199"/>
                  </a:lnTo>
                  <a:lnTo>
                    <a:pt x="81487" y="1257890"/>
                  </a:lnTo>
                  <a:lnTo>
                    <a:pt x="121881" y="1283573"/>
                  </a:lnTo>
                  <a:lnTo>
                    <a:pt x="167671" y="1299940"/>
                  </a:lnTo>
                  <a:lnTo>
                    <a:pt x="217550" y="1305687"/>
                  </a:lnTo>
                  <a:lnTo>
                    <a:pt x="1864613" y="1305687"/>
                  </a:lnTo>
                  <a:lnTo>
                    <a:pt x="1914540" y="1299940"/>
                  </a:lnTo>
                  <a:lnTo>
                    <a:pt x="1960364" y="1283573"/>
                  </a:lnTo>
                  <a:lnTo>
                    <a:pt x="2000780" y="1257890"/>
                  </a:lnTo>
                  <a:lnTo>
                    <a:pt x="2034485" y="1224199"/>
                  </a:lnTo>
                  <a:lnTo>
                    <a:pt x="2060175" y="1183805"/>
                  </a:lnTo>
                  <a:lnTo>
                    <a:pt x="2076545" y="1138015"/>
                  </a:lnTo>
                  <a:lnTo>
                    <a:pt x="2082291" y="1088136"/>
                  </a:lnTo>
                  <a:lnTo>
                    <a:pt x="2082291" y="217550"/>
                  </a:lnTo>
                  <a:lnTo>
                    <a:pt x="2076545" y="167671"/>
                  </a:lnTo>
                  <a:lnTo>
                    <a:pt x="2060175" y="121881"/>
                  </a:lnTo>
                  <a:lnTo>
                    <a:pt x="2034485" y="81487"/>
                  </a:lnTo>
                  <a:lnTo>
                    <a:pt x="2000780" y="47796"/>
                  </a:lnTo>
                  <a:lnTo>
                    <a:pt x="1960364" y="22113"/>
                  </a:lnTo>
                  <a:lnTo>
                    <a:pt x="1914540" y="5746"/>
                  </a:lnTo>
                  <a:lnTo>
                    <a:pt x="1864613" y="0"/>
                  </a:lnTo>
                  <a:close/>
                </a:path>
              </a:pathLst>
            </a:custGeom>
            <a:solidFill>
              <a:srgbClr val="00B7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51443" y="3577335"/>
              <a:ext cx="2082800" cy="1306195"/>
            </a:xfrm>
            <a:custGeom>
              <a:avLst/>
              <a:gdLst/>
              <a:ahLst/>
              <a:cxnLst/>
              <a:rect l="l" t="t" r="r" b="b"/>
              <a:pathLst>
                <a:path w="2082800" h="1306195">
                  <a:moveTo>
                    <a:pt x="0" y="217550"/>
                  </a:moveTo>
                  <a:lnTo>
                    <a:pt x="5746" y="167671"/>
                  </a:lnTo>
                  <a:lnTo>
                    <a:pt x="22113" y="121881"/>
                  </a:lnTo>
                  <a:lnTo>
                    <a:pt x="47796" y="81487"/>
                  </a:lnTo>
                  <a:lnTo>
                    <a:pt x="81487" y="47796"/>
                  </a:lnTo>
                  <a:lnTo>
                    <a:pt x="121881" y="22113"/>
                  </a:lnTo>
                  <a:lnTo>
                    <a:pt x="167671" y="5746"/>
                  </a:lnTo>
                  <a:lnTo>
                    <a:pt x="217550" y="0"/>
                  </a:lnTo>
                  <a:lnTo>
                    <a:pt x="1864613" y="0"/>
                  </a:lnTo>
                  <a:lnTo>
                    <a:pt x="1914540" y="5746"/>
                  </a:lnTo>
                  <a:lnTo>
                    <a:pt x="1960364" y="22113"/>
                  </a:lnTo>
                  <a:lnTo>
                    <a:pt x="2000780" y="47796"/>
                  </a:lnTo>
                  <a:lnTo>
                    <a:pt x="2034485" y="81487"/>
                  </a:lnTo>
                  <a:lnTo>
                    <a:pt x="2060175" y="121881"/>
                  </a:lnTo>
                  <a:lnTo>
                    <a:pt x="2076545" y="167671"/>
                  </a:lnTo>
                  <a:lnTo>
                    <a:pt x="2082291" y="217550"/>
                  </a:lnTo>
                  <a:lnTo>
                    <a:pt x="2082291" y="1088136"/>
                  </a:lnTo>
                  <a:lnTo>
                    <a:pt x="2076545" y="1138015"/>
                  </a:lnTo>
                  <a:lnTo>
                    <a:pt x="2060175" y="1183805"/>
                  </a:lnTo>
                  <a:lnTo>
                    <a:pt x="2034485" y="1224199"/>
                  </a:lnTo>
                  <a:lnTo>
                    <a:pt x="2000780" y="1257890"/>
                  </a:lnTo>
                  <a:lnTo>
                    <a:pt x="1960364" y="1283573"/>
                  </a:lnTo>
                  <a:lnTo>
                    <a:pt x="1914540" y="1299940"/>
                  </a:lnTo>
                  <a:lnTo>
                    <a:pt x="1864613" y="1305687"/>
                  </a:lnTo>
                  <a:lnTo>
                    <a:pt x="217550" y="1305687"/>
                  </a:lnTo>
                  <a:lnTo>
                    <a:pt x="167671" y="1299940"/>
                  </a:lnTo>
                  <a:lnTo>
                    <a:pt x="121881" y="1283573"/>
                  </a:lnTo>
                  <a:lnTo>
                    <a:pt x="81487" y="1257890"/>
                  </a:lnTo>
                  <a:lnTo>
                    <a:pt x="47796" y="1224199"/>
                  </a:lnTo>
                  <a:lnTo>
                    <a:pt x="22113" y="1183805"/>
                  </a:lnTo>
                  <a:lnTo>
                    <a:pt x="5746" y="1138015"/>
                  </a:lnTo>
                  <a:lnTo>
                    <a:pt x="0" y="1088136"/>
                  </a:lnTo>
                  <a:lnTo>
                    <a:pt x="0" y="217550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61831" y="4102696"/>
              <a:ext cx="865505" cy="659765"/>
            </a:xfrm>
            <a:custGeom>
              <a:avLst/>
              <a:gdLst/>
              <a:ahLst/>
              <a:cxnLst/>
              <a:rect l="l" t="t" r="r" b="b"/>
              <a:pathLst>
                <a:path w="865504" h="659764">
                  <a:moveTo>
                    <a:pt x="620610" y="433260"/>
                  </a:moveTo>
                  <a:lnTo>
                    <a:pt x="502894" y="433260"/>
                  </a:lnTo>
                  <a:lnTo>
                    <a:pt x="502894" y="207111"/>
                  </a:lnTo>
                  <a:lnTo>
                    <a:pt x="352209" y="207111"/>
                  </a:lnTo>
                  <a:lnTo>
                    <a:pt x="352209" y="433260"/>
                  </a:lnTo>
                  <a:lnTo>
                    <a:pt x="234492" y="433260"/>
                  </a:lnTo>
                  <a:lnTo>
                    <a:pt x="427545" y="659396"/>
                  </a:lnTo>
                  <a:lnTo>
                    <a:pt x="620610" y="433260"/>
                  </a:lnTo>
                  <a:close/>
                </a:path>
                <a:path w="865504" h="659764">
                  <a:moveTo>
                    <a:pt x="865454" y="388962"/>
                  </a:moveTo>
                  <a:lnTo>
                    <a:pt x="861377" y="344678"/>
                  </a:lnTo>
                  <a:lnTo>
                    <a:pt x="844765" y="304863"/>
                  </a:lnTo>
                  <a:lnTo>
                    <a:pt x="817587" y="271741"/>
                  </a:lnTo>
                  <a:lnTo>
                    <a:pt x="781773" y="247523"/>
                  </a:lnTo>
                  <a:lnTo>
                    <a:pt x="739267" y="234442"/>
                  </a:lnTo>
                  <a:lnTo>
                    <a:pt x="730351" y="200837"/>
                  </a:lnTo>
                  <a:lnTo>
                    <a:pt x="694499" y="142481"/>
                  </a:lnTo>
                  <a:lnTo>
                    <a:pt x="637921" y="102209"/>
                  </a:lnTo>
                  <a:lnTo>
                    <a:pt x="569442" y="87807"/>
                  </a:lnTo>
                  <a:lnTo>
                    <a:pt x="533971" y="91211"/>
                  </a:lnTo>
                  <a:lnTo>
                    <a:pt x="501878" y="53263"/>
                  </a:lnTo>
                  <a:lnTo>
                    <a:pt x="462381" y="24803"/>
                  </a:lnTo>
                  <a:lnTo>
                    <a:pt x="417537" y="6756"/>
                  </a:lnTo>
                  <a:lnTo>
                    <a:pt x="369455" y="0"/>
                  </a:lnTo>
                  <a:lnTo>
                    <a:pt x="320192" y="5473"/>
                  </a:lnTo>
                  <a:lnTo>
                    <a:pt x="274764" y="23202"/>
                  </a:lnTo>
                  <a:lnTo>
                    <a:pt x="235432" y="50520"/>
                  </a:lnTo>
                  <a:lnTo>
                    <a:pt x="203568" y="85928"/>
                  </a:lnTo>
                  <a:lnTo>
                    <a:pt x="180517" y="127952"/>
                  </a:lnTo>
                  <a:lnTo>
                    <a:pt x="167627" y="175082"/>
                  </a:lnTo>
                  <a:lnTo>
                    <a:pt x="128841" y="180797"/>
                  </a:lnTo>
                  <a:lnTo>
                    <a:pt x="92519" y="194741"/>
                  </a:lnTo>
                  <a:lnTo>
                    <a:pt x="60096" y="216281"/>
                  </a:lnTo>
                  <a:lnTo>
                    <a:pt x="32956" y="244805"/>
                  </a:lnTo>
                  <a:lnTo>
                    <a:pt x="10566" y="286981"/>
                  </a:lnTo>
                  <a:lnTo>
                    <a:pt x="0" y="332790"/>
                  </a:lnTo>
                  <a:lnTo>
                    <a:pt x="1435" y="379831"/>
                  </a:lnTo>
                  <a:lnTo>
                    <a:pt x="15062" y="425716"/>
                  </a:lnTo>
                  <a:lnTo>
                    <a:pt x="40690" y="465582"/>
                  </a:lnTo>
                  <a:lnTo>
                    <a:pt x="75222" y="496620"/>
                  </a:lnTo>
                  <a:lnTo>
                    <a:pt x="116636" y="517410"/>
                  </a:lnTo>
                  <a:lnTo>
                    <a:pt x="162915" y="526542"/>
                  </a:lnTo>
                  <a:lnTo>
                    <a:pt x="231673" y="526542"/>
                  </a:lnTo>
                  <a:lnTo>
                    <a:pt x="182702" y="468122"/>
                  </a:lnTo>
                  <a:lnTo>
                    <a:pt x="165747" y="468122"/>
                  </a:lnTo>
                  <a:lnTo>
                    <a:pt x="135064" y="461911"/>
                  </a:lnTo>
                  <a:lnTo>
                    <a:pt x="84302" y="427570"/>
                  </a:lnTo>
                  <a:lnTo>
                    <a:pt x="57645" y="370713"/>
                  </a:lnTo>
                  <a:lnTo>
                    <a:pt x="56743" y="339496"/>
                  </a:lnTo>
                  <a:lnTo>
                    <a:pt x="63944" y="308991"/>
                  </a:lnTo>
                  <a:lnTo>
                    <a:pt x="79108" y="280606"/>
                  </a:lnTo>
                  <a:lnTo>
                    <a:pt x="101104" y="257911"/>
                  </a:lnTo>
                  <a:lnTo>
                    <a:pt x="127952" y="242443"/>
                  </a:lnTo>
                  <a:lnTo>
                    <a:pt x="158165" y="234759"/>
                  </a:lnTo>
                  <a:lnTo>
                    <a:pt x="190233" y="235381"/>
                  </a:lnTo>
                  <a:lnTo>
                    <a:pt x="223189" y="241033"/>
                  </a:lnTo>
                  <a:lnTo>
                    <a:pt x="223189" y="204292"/>
                  </a:lnTo>
                  <a:lnTo>
                    <a:pt x="231267" y="156235"/>
                  </a:lnTo>
                  <a:lnTo>
                    <a:pt x="253911" y="114541"/>
                  </a:lnTo>
                  <a:lnTo>
                    <a:pt x="288747" y="82384"/>
                  </a:lnTo>
                  <a:lnTo>
                    <a:pt x="333375" y="62941"/>
                  </a:lnTo>
                  <a:lnTo>
                    <a:pt x="381863" y="59613"/>
                  </a:lnTo>
                  <a:lnTo>
                    <a:pt x="427431" y="72364"/>
                  </a:lnTo>
                  <a:lnTo>
                    <a:pt x="466471" y="99250"/>
                  </a:lnTo>
                  <a:lnTo>
                    <a:pt x="495350" y="138328"/>
                  </a:lnTo>
                  <a:lnTo>
                    <a:pt x="506653" y="160947"/>
                  </a:lnTo>
                  <a:lnTo>
                    <a:pt x="530199" y="152463"/>
                  </a:lnTo>
                  <a:lnTo>
                    <a:pt x="557403" y="146596"/>
                  </a:lnTo>
                  <a:lnTo>
                    <a:pt x="584708" y="147281"/>
                  </a:lnTo>
                  <a:lnTo>
                    <a:pt x="611111" y="154317"/>
                  </a:lnTo>
                  <a:lnTo>
                    <a:pt x="655904" y="186651"/>
                  </a:lnTo>
                  <a:lnTo>
                    <a:pt x="680834" y="235115"/>
                  </a:lnTo>
                  <a:lnTo>
                    <a:pt x="684644" y="262712"/>
                  </a:lnTo>
                  <a:lnTo>
                    <a:pt x="684644" y="291922"/>
                  </a:lnTo>
                  <a:lnTo>
                    <a:pt x="723252" y="291922"/>
                  </a:lnTo>
                  <a:lnTo>
                    <a:pt x="756894" y="299923"/>
                  </a:lnTo>
                  <a:lnTo>
                    <a:pt x="783996" y="319239"/>
                  </a:lnTo>
                  <a:lnTo>
                    <a:pt x="801916" y="347040"/>
                  </a:lnTo>
                  <a:lnTo>
                    <a:pt x="808012" y="380492"/>
                  </a:lnTo>
                  <a:lnTo>
                    <a:pt x="801243" y="414324"/>
                  </a:lnTo>
                  <a:lnTo>
                    <a:pt x="782815" y="441972"/>
                  </a:lnTo>
                  <a:lnTo>
                    <a:pt x="755573" y="460781"/>
                  </a:lnTo>
                  <a:lnTo>
                    <a:pt x="722312" y="468122"/>
                  </a:lnTo>
                  <a:lnTo>
                    <a:pt x="673341" y="468122"/>
                  </a:lnTo>
                  <a:lnTo>
                    <a:pt x="648855" y="495439"/>
                  </a:lnTo>
                  <a:lnTo>
                    <a:pt x="622490" y="527481"/>
                  </a:lnTo>
                  <a:lnTo>
                    <a:pt x="722312" y="527481"/>
                  </a:lnTo>
                  <a:lnTo>
                    <a:pt x="766038" y="519684"/>
                  </a:lnTo>
                  <a:lnTo>
                    <a:pt x="804303" y="499897"/>
                  </a:lnTo>
                  <a:lnTo>
                    <a:pt x="835012" y="470154"/>
                  </a:lnTo>
                  <a:lnTo>
                    <a:pt x="856081" y="432498"/>
                  </a:lnTo>
                  <a:lnTo>
                    <a:pt x="865454" y="388962"/>
                  </a:lnTo>
                  <a:close/>
                </a:path>
              </a:pathLst>
            </a:custGeom>
            <a:solidFill>
              <a:srgbClr val="F4F8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838571" y="3626942"/>
            <a:ext cx="39573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9100" algn="l"/>
              </a:tabLst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Commands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604890" y="5119370"/>
            <a:ext cx="1934845" cy="419734"/>
            <a:chOff x="5604890" y="5119370"/>
            <a:chExt cx="1934845" cy="419734"/>
          </a:xfrm>
        </p:grpSpPr>
        <p:sp>
          <p:nvSpPr>
            <p:cNvPr id="20" name="object 20"/>
            <p:cNvSpPr/>
            <p:nvPr/>
          </p:nvSpPr>
          <p:spPr>
            <a:xfrm>
              <a:off x="5623940" y="5138420"/>
              <a:ext cx="1896745" cy="381000"/>
            </a:xfrm>
            <a:custGeom>
              <a:avLst/>
              <a:gdLst/>
              <a:ahLst/>
              <a:cxnLst/>
              <a:rect l="l" t="t" r="r" b="b"/>
              <a:pathLst>
                <a:path w="1896745" h="381000">
                  <a:moveTo>
                    <a:pt x="0" y="380999"/>
                  </a:moveTo>
                  <a:lnTo>
                    <a:pt x="1896744" y="380999"/>
                  </a:lnTo>
                  <a:lnTo>
                    <a:pt x="1896744" y="0"/>
                  </a:lnTo>
                  <a:lnTo>
                    <a:pt x="0" y="0"/>
                  </a:lnTo>
                  <a:lnTo>
                    <a:pt x="0" y="380999"/>
                  </a:lnTo>
                  <a:close/>
                </a:path>
              </a:pathLst>
            </a:custGeom>
            <a:ln w="38100">
              <a:solidFill>
                <a:srgbClr val="79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00648" y="5206619"/>
              <a:ext cx="238125" cy="24447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700648" y="5206619"/>
              <a:ext cx="238125" cy="244475"/>
            </a:xfrm>
            <a:custGeom>
              <a:avLst/>
              <a:gdLst/>
              <a:ahLst/>
              <a:cxnLst/>
              <a:rect l="l" t="t" r="r" b="b"/>
              <a:pathLst>
                <a:path w="238125" h="244475">
                  <a:moveTo>
                    <a:pt x="0" y="122300"/>
                  </a:moveTo>
                  <a:lnTo>
                    <a:pt x="9342" y="74687"/>
                  </a:lnTo>
                  <a:lnTo>
                    <a:pt x="34829" y="35813"/>
                  </a:lnTo>
                  <a:lnTo>
                    <a:pt x="72651" y="9608"/>
                  </a:lnTo>
                  <a:lnTo>
                    <a:pt x="118999" y="0"/>
                  </a:lnTo>
                  <a:lnTo>
                    <a:pt x="165365" y="9608"/>
                  </a:lnTo>
                  <a:lnTo>
                    <a:pt x="203231" y="35813"/>
                  </a:lnTo>
                  <a:lnTo>
                    <a:pt x="228762" y="74687"/>
                  </a:lnTo>
                  <a:lnTo>
                    <a:pt x="238125" y="122300"/>
                  </a:lnTo>
                  <a:lnTo>
                    <a:pt x="228762" y="169840"/>
                  </a:lnTo>
                  <a:lnTo>
                    <a:pt x="203231" y="208676"/>
                  </a:lnTo>
                  <a:lnTo>
                    <a:pt x="165365" y="234868"/>
                  </a:lnTo>
                  <a:lnTo>
                    <a:pt x="118999" y="244474"/>
                  </a:lnTo>
                  <a:lnTo>
                    <a:pt x="72651" y="234868"/>
                  </a:lnTo>
                  <a:lnTo>
                    <a:pt x="34829" y="208676"/>
                  </a:lnTo>
                  <a:lnTo>
                    <a:pt x="9342" y="169840"/>
                  </a:lnTo>
                  <a:lnTo>
                    <a:pt x="0" y="122300"/>
                  </a:lnTo>
                  <a:close/>
                </a:path>
              </a:pathLst>
            </a:custGeom>
            <a:ln w="12700">
              <a:solidFill>
                <a:srgbClr val="FFB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08623" y="5138420"/>
              <a:ext cx="745490" cy="381000"/>
            </a:xfrm>
            <a:custGeom>
              <a:avLst/>
              <a:gdLst/>
              <a:ahLst/>
              <a:cxnLst/>
              <a:rect l="l" t="t" r="r" b="b"/>
              <a:pathLst>
                <a:path w="745490" h="381000">
                  <a:moveTo>
                    <a:pt x="0" y="0"/>
                  </a:moveTo>
                  <a:lnTo>
                    <a:pt x="0" y="380999"/>
                  </a:lnTo>
                </a:path>
                <a:path w="745490" h="381000">
                  <a:moveTo>
                    <a:pt x="381000" y="0"/>
                  </a:moveTo>
                  <a:lnTo>
                    <a:pt x="381000" y="380999"/>
                  </a:lnTo>
                </a:path>
                <a:path w="745490" h="381000">
                  <a:moveTo>
                    <a:pt x="745235" y="0"/>
                  </a:moveTo>
                  <a:lnTo>
                    <a:pt x="745235" y="380999"/>
                  </a:lnTo>
                </a:path>
              </a:pathLst>
            </a:custGeom>
            <a:ln w="19050">
              <a:solidFill>
                <a:srgbClr val="79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73647" y="5208270"/>
              <a:ext cx="238125" cy="24447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073647" y="5208270"/>
              <a:ext cx="238125" cy="244475"/>
            </a:xfrm>
            <a:custGeom>
              <a:avLst/>
              <a:gdLst/>
              <a:ahLst/>
              <a:cxnLst/>
              <a:rect l="l" t="t" r="r" b="b"/>
              <a:pathLst>
                <a:path w="238125" h="244475">
                  <a:moveTo>
                    <a:pt x="0" y="122173"/>
                  </a:moveTo>
                  <a:lnTo>
                    <a:pt x="9362" y="74634"/>
                  </a:lnTo>
                  <a:lnTo>
                    <a:pt x="34893" y="35798"/>
                  </a:lnTo>
                  <a:lnTo>
                    <a:pt x="72759" y="9606"/>
                  </a:lnTo>
                  <a:lnTo>
                    <a:pt x="119125" y="0"/>
                  </a:lnTo>
                  <a:lnTo>
                    <a:pt x="165473" y="9606"/>
                  </a:lnTo>
                  <a:lnTo>
                    <a:pt x="203295" y="35798"/>
                  </a:lnTo>
                  <a:lnTo>
                    <a:pt x="228782" y="74634"/>
                  </a:lnTo>
                  <a:lnTo>
                    <a:pt x="238125" y="122173"/>
                  </a:lnTo>
                  <a:lnTo>
                    <a:pt x="228782" y="169787"/>
                  </a:lnTo>
                  <a:lnTo>
                    <a:pt x="203295" y="208660"/>
                  </a:lnTo>
                  <a:lnTo>
                    <a:pt x="165473" y="234866"/>
                  </a:lnTo>
                  <a:lnTo>
                    <a:pt x="119125" y="244474"/>
                  </a:lnTo>
                  <a:lnTo>
                    <a:pt x="72759" y="234866"/>
                  </a:lnTo>
                  <a:lnTo>
                    <a:pt x="34893" y="208660"/>
                  </a:lnTo>
                  <a:lnTo>
                    <a:pt x="9362" y="169787"/>
                  </a:lnTo>
                  <a:lnTo>
                    <a:pt x="0" y="122173"/>
                  </a:lnTo>
                  <a:close/>
                </a:path>
              </a:pathLst>
            </a:custGeom>
            <a:ln w="12700">
              <a:solidFill>
                <a:srgbClr val="FFB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24344" y="5211445"/>
              <a:ext cx="238125" cy="24447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824344" y="5211445"/>
              <a:ext cx="238125" cy="244475"/>
            </a:xfrm>
            <a:custGeom>
              <a:avLst/>
              <a:gdLst/>
              <a:ahLst/>
              <a:cxnLst/>
              <a:rect l="l" t="t" r="r" b="b"/>
              <a:pathLst>
                <a:path w="238125" h="244475">
                  <a:moveTo>
                    <a:pt x="0" y="122173"/>
                  </a:moveTo>
                  <a:lnTo>
                    <a:pt x="9362" y="74634"/>
                  </a:lnTo>
                  <a:lnTo>
                    <a:pt x="34893" y="35798"/>
                  </a:lnTo>
                  <a:lnTo>
                    <a:pt x="72759" y="9606"/>
                  </a:lnTo>
                  <a:lnTo>
                    <a:pt x="119125" y="0"/>
                  </a:lnTo>
                  <a:lnTo>
                    <a:pt x="165473" y="9606"/>
                  </a:lnTo>
                  <a:lnTo>
                    <a:pt x="203295" y="35798"/>
                  </a:lnTo>
                  <a:lnTo>
                    <a:pt x="228782" y="74634"/>
                  </a:lnTo>
                  <a:lnTo>
                    <a:pt x="238125" y="122173"/>
                  </a:lnTo>
                  <a:lnTo>
                    <a:pt x="228782" y="169787"/>
                  </a:lnTo>
                  <a:lnTo>
                    <a:pt x="203295" y="208660"/>
                  </a:lnTo>
                  <a:lnTo>
                    <a:pt x="165473" y="234866"/>
                  </a:lnTo>
                  <a:lnTo>
                    <a:pt x="119125" y="244474"/>
                  </a:lnTo>
                  <a:lnTo>
                    <a:pt x="72759" y="234866"/>
                  </a:lnTo>
                  <a:lnTo>
                    <a:pt x="34893" y="208660"/>
                  </a:lnTo>
                  <a:lnTo>
                    <a:pt x="9362" y="169787"/>
                  </a:lnTo>
                  <a:lnTo>
                    <a:pt x="0" y="122173"/>
                  </a:lnTo>
                  <a:close/>
                </a:path>
              </a:pathLst>
            </a:custGeom>
            <a:ln w="12700">
              <a:solidFill>
                <a:srgbClr val="FFB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51726" y="5206619"/>
              <a:ext cx="238125" cy="24447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451726" y="5206619"/>
              <a:ext cx="238125" cy="244475"/>
            </a:xfrm>
            <a:custGeom>
              <a:avLst/>
              <a:gdLst/>
              <a:ahLst/>
              <a:cxnLst/>
              <a:rect l="l" t="t" r="r" b="b"/>
              <a:pathLst>
                <a:path w="238125" h="244475">
                  <a:moveTo>
                    <a:pt x="0" y="122300"/>
                  </a:moveTo>
                  <a:lnTo>
                    <a:pt x="9360" y="74687"/>
                  </a:lnTo>
                  <a:lnTo>
                    <a:pt x="34877" y="35813"/>
                  </a:lnTo>
                  <a:lnTo>
                    <a:pt x="72705" y="9608"/>
                  </a:lnTo>
                  <a:lnTo>
                    <a:pt x="118999" y="0"/>
                  </a:lnTo>
                  <a:lnTo>
                    <a:pt x="165365" y="9608"/>
                  </a:lnTo>
                  <a:lnTo>
                    <a:pt x="203231" y="35813"/>
                  </a:lnTo>
                  <a:lnTo>
                    <a:pt x="228762" y="74687"/>
                  </a:lnTo>
                  <a:lnTo>
                    <a:pt x="238125" y="122300"/>
                  </a:lnTo>
                  <a:lnTo>
                    <a:pt x="228762" y="169840"/>
                  </a:lnTo>
                  <a:lnTo>
                    <a:pt x="203231" y="208676"/>
                  </a:lnTo>
                  <a:lnTo>
                    <a:pt x="165365" y="234868"/>
                  </a:lnTo>
                  <a:lnTo>
                    <a:pt x="118999" y="244474"/>
                  </a:lnTo>
                  <a:lnTo>
                    <a:pt x="72705" y="234868"/>
                  </a:lnTo>
                  <a:lnTo>
                    <a:pt x="34877" y="208676"/>
                  </a:lnTo>
                  <a:lnTo>
                    <a:pt x="9360" y="169840"/>
                  </a:lnTo>
                  <a:lnTo>
                    <a:pt x="0" y="122300"/>
                  </a:lnTo>
                  <a:close/>
                </a:path>
              </a:pathLst>
            </a:custGeom>
            <a:ln w="12700">
              <a:solidFill>
                <a:srgbClr val="FFB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32954" y="514858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9050">
              <a:solidFill>
                <a:srgbClr val="79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10551" y="5216906"/>
              <a:ext cx="238125" cy="24447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210551" y="5216906"/>
              <a:ext cx="238125" cy="244475"/>
            </a:xfrm>
            <a:custGeom>
              <a:avLst/>
              <a:gdLst/>
              <a:ahLst/>
              <a:cxnLst/>
              <a:rect l="l" t="t" r="r" b="b"/>
              <a:pathLst>
                <a:path w="238125" h="244475">
                  <a:moveTo>
                    <a:pt x="0" y="122174"/>
                  </a:moveTo>
                  <a:lnTo>
                    <a:pt x="9342" y="74634"/>
                  </a:lnTo>
                  <a:lnTo>
                    <a:pt x="34829" y="35798"/>
                  </a:lnTo>
                  <a:lnTo>
                    <a:pt x="72651" y="9606"/>
                  </a:lnTo>
                  <a:lnTo>
                    <a:pt x="118999" y="0"/>
                  </a:lnTo>
                  <a:lnTo>
                    <a:pt x="165365" y="9606"/>
                  </a:lnTo>
                  <a:lnTo>
                    <a:pt x="203231" y="35798"/>
                  </a:lnTo>
                  <a:lnTo>
                    <a:pt x="228762" y="74634"/>
                  </a:lnTo>
                  <a:lnTo>
                    <a:pt x="238125" y="122174"/>
                  </a:lnTo>
                  <a:lnTo>
                    <a:pt x="228762" y="169787"/>
                  </a:lnTo>
                  <a:lnTo>
                    <a:pt x="203231" y="208661"/>
                  </a:lnTo>
                  <a:lnTo>
                    <a:pt x="165365" y="234866"/>
                  </a:lnTo>
                  <a:lnTo>
                    <a:pt x="118999" y="244475"/>
                  </a:lnTo>
                  <a:lnTo>
                    <a:pt x="72651" y="234866"/>
                  </a:lnTo>
                  <a:lnTo>
                    <a:pt x="34829" y="208661"/>
                  </a:lnTo>
                  <a:lnTo>
                    <a:pt x="9342" y="169787"/>
                  </a:lnTo>
                  <a:lnTo>
                    <a:pt x="0" y="122174"/>
                  </a:lnTo>
                  <a:close/>
                </a:path>
              </a:pathLst>
            </a:custGeom>
            <a:ln w="12700">
              <a:solidFill>
                <a:srgbClr val="FFB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014084" y="5569711"/>
            <a:ext cx="1104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Event</a:t>
            </a:r>
            <a:r>
              <a:rPr sz="1800" b="1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Store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58555" y="5111241"/>
            <a:ext cx="1054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Read</a:t>
            </a:r>
            <a:r>
              <a:rPr sz="1800" b="1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2539"/>
                </a:solidFill>
                <a:latin typeface="Calibri"/>
                <a:cs typeface="Calibri"/>
              </a:rPr>
              <a:t>Store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519164" y="2298700"/>
            <a:ext cx="2816225" cy="2839720"/>
            <a:chOff x="6519164" y="2298700"/>
            <a:chExt cx="2816225" cy="2839720"/>
          </a:xfrm>
        </p:grpSpPr>
        <p:sp>
          <p:nvSpPr>
            <p:cNvPr id="36" name="object 36"/>
            <p:cNvSpPr/>
            <p:nvPr/>
          </p:nvSpPr>
          <p:spPr>
            <a:xfrm>
              <a:off x="6519164" y="2298699"/>
              <a:ext cx="2816225" cy="2839720"/>
            </a:xfrm>
            <a:custGeom>
              <a:avLst/>
              <a:gdLst/>
              <a:ahLst/>
              <a:cxnLst/>
              <a:rect l="l" t="t" r="r" b="b"/>
              <a:pathLst>
                <a:path w="2816225" h="2839720">
                  <a:moveTo>
                    <a:pt x="92583" y="2752344"/>
                  </a:moveTo>
                  <a:lnTo>
                    <a:pt x="63944" y="2753499"/>
                  </a:lnTo>
                  <a:lnTo>
                    <a:pt x="57188" y="2584958"/>
                  </a:lnTo>
                  <a:lnTo>
                    <a:pt x="57150" y="2583815"/>
                  </a:lnTo>
                  <a:lnTo>
                    <a:pt x="36055" y="2584666"/>
                  </a:lnTo>
                  <a:lnTo>
                    <a:pt x="36055" y="2768854"/>
                  </a:lnTo>
                  <a:lnTo>
                    <a:pt x="35699" y="2760091"/>
                  </a:lnTo>
                  <a:lnTo>
                    <a:pt x="36017" y="2767711"/>
                  </a:lnTo>
                  <a:lnTo>
                    <a:pt x="36055" y="2768854"/>
                  </a:lnTo>
                  <a:lnTo>
                    <a:pt x="36055" y="2584666"/>
                  </a:lnTo>
                  <a:lnTo>
                    <a:pt x="28575" y="2584958"/>
                  </a:lnTo>
                  <a:lnTo>
                    <a:pt x="35394" y="2752344"/>
                  </a:lnTo>
                  <a:lnTo>
                    <a:pt x="35483" y="2754630"/>
                  </a:lnTo>
                  <a:lnTo>
                    <a:pt x="6858" y="2755773"/>
                  </a:lnTo>
                  <a:lnTo>
                    <a:pt x="53213" y="2839720"/>
                  </a:lnTo>
                  <a:lnTo>
                    <a:pt x="85140" y="2768854"/>
                  </a:lnTo>
                  <a:lnTo>
                    <a:pt x="92583" y="2752344"/>
                  </a:lnTo>
                  <a:close/>
                </a:path>
                <a:path w="2816225" h="2839720">
                  <a:moveTo>
                    <a:pt x="1435735" y="295021"/>
                  </a:moveTo>
                  <a:lnTo>
                    <a:pt x="1407160" y="295021"/>
                  </a:lnTo>
                  <a:lnTo>
                    <a:pt x="1407160" y="0"/>
                  </a:lnTo>
                  <a:lnTo>
                    <a:pt x="1378585" y="0"/>
                  </a:lnTo>
                  <a:lnTo>
                    <a:pt x="1378585" y="295021"/>
                  </a:lnTo>
                  <a:lnTo>
                    <a:pt x="1350010" y="295021"/>
                  </a:lnTo>
                  <a:lnTo>
                    <a:pt x="1392936" y="380746"/>
                  </a:lnTo>
                  <a:lnTo>
                    <a:pt x="1428623" y="309245"/>
                  </a:lnTo>
                  <a:lnTo>
                    <a:pt x="1435735" y="295021"/>
                  </a:lnTo>
                  <a:close/>
                </a:path>
                <a:path w="2816225" h="2839720">
                  <a:moveTo>
                    <a:pt x="2816225" y="1192911"/>
                  </a:moveTo>
                  <a:lnTo>
                    <a:pt x="2787650" y="1192911"/>
                  </a:lnTo>
                  <a:lnTo>
                    <a:pt x="2787650" y="1130427"/>
                  </a:lnTo>
                  <a:lnTo>
                    <a:pt x="2787650" y="1101852"/>
                  </a:lnTo>
                  <a:lnTo>
                    <a:pt x="1407287" y="1101852"/>
                  </a:lnTo>
                  <a:lnTo>
                    <a:pt x="1407287" y="953643"/>
                  </a:lnTo>
                  <a:lnTo>
                    <a:pt x="1407160" y="953643"/>
                  </a:lnTo>
                  <a:lnTo>
                    <a:pt x="1378712" y="953643"/>
                  </a:lnTo>
                  <a:lnTo>
                    <a:pt x="1378585" y="953643"/>
                  </a:lnTo>
                  <a:lnTo>
                    <a:pt x="1378585" y="1101852"/>
                  </a:lnTo>
                  <a:lnTo>
                    <a:pt x="28575" y="1101852"/>
                  </a:lnTo>
                  <a:lnTo>
                    <a:pt x="28575" y="1192911"/>
                  </a:lnTo>
                  <a:lnTo>
                    <a:pt x="0" y="1192911"/>
                  </a:lnTo>
                  <a:lnTo>
                    <a:pt x="42926" y="1278636"/>
                  </a:lnTo>
                  <a:lnTo>
                    <a:pt x="78613" y="1207135"/>
                  </a:lnTo>
                  <a:lnTo>
                    <a:pt x="85725" y="1192911"/>
                  </a:lnTo>
                  <a:lnTo>
                    <a:pt x="57150" y="1192911"/>
                  </a:lnTo>
                  <a:lnTo>
                    <a:pt x="57150" y="1130427"/>
                  </a:lnTo>
                  <a:lnTo>
                    <a:pt x="1378585" y="1130427"/>
                  </a:lnTo>
                  <a:lnTo>
                    <a:pt x="1407287" y="1130427"/>
                  </a:lnTo>
                  <a:lnTo>
                    <a:pt x="2759075" y="1130427"/>
                  </a:lnTo>
                  <a:lnTo>
                    <a:pt x="2759075" y="1192911"/>
                  </a:lnTo>
                  <a:lnTo>
                    <a:pt x="2730500" y="1192911"/>
                  </a:lnTo>
                  <a:lnTo>
                    <a:pt x="2773426" y="1278636"/>
                  </a:lnTo>
                  <a:lnTo>
                    <a:pt x="2809113" y="1207135"/>
                  </a:lnTo>
                  <a:lnTo>
                    <a:pt x="2816225" y="1192911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47759" y="4882895"/>
              <a:ext cx="85725" cy="209677"/>
            </a:xfrm>
            <a:prstGeom prst="rect">
              <a:avLst/>
            </a:prstGeom>
          </p:spPr>
        </p:pic>
      </p:grp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98550"/>
            <a:ext cx="12192000" cy="5759450"/>
            <a:chOff x="0" y="1098550"/>
            <a:chExt cx="12192000" cy="5759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199" y="1905000"/>
              <a:ext cx="3251200" cy="4279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679155" y="3138674"/>
              <a:ext cx="753745" cy="584200"/>
            </a:xfrm>
            <a:custGeom>
              <a:avLst/>
              <a:gdLst/>
              <a:ahLst/>
              <a:cxnLst/>
              <a:rect l="l" t="t" r="r" b="b"/>
              <a:pathLst>
                <a:path w="753745" h="584200">
                  <a:moveTo>
                    <a:pt x="753392" y="0"/>
                  </a:moveTo>
                  <a:lnTo>
                    <a:pt x="0" y="0"/>
                  </a:lnTo>
                  <a:lnTo>
                    <a:pt x="0" y="584200"/>
                  </a:lnTo>
                  <a:lnTo>
                    <a:pt x="753392" y="584200"/>
                  </a:lnTo>
                  <a:lnTo>
                    <a:pt x="753392" y="527665"/>
                  </a:lnTo>
                  <a:lnTo>
                    <a:pt x="56504" y="527664"/>
                  </a:lnTo>
                  <a:lnTo>
                    <a:pt x="56504" y="150761"/>
                  </a:lnTo>
                  <a:lnTo>
                    <a:pt x="753392" y="150761"/>
                  </a:lnTo>
                  <a:lnTo>
                    <a:pt x="753392" y="94226"/>
                  </a:lnTo>
                  <a:lnTo>
                    <a:pt x="517957" y="94226"/>
                  </a:lnTo>
                  <a:lnTo>
                    <a:pt x="510624" y="92745"/>
                  </a:lnTo>
                  <a:lnTo>
                    <a:pt x="504637" y="88707"/>
                  </a:lnTo>
                  <a:lnTo>
                    <a:pt x="500602" y="82717"/>
                  </a:lnTo>
                  <a:lnTo>
                    <a:pt x="499122" y="75380"/>
                  </a:lnTo>
                  <a:lnTo>
                    <a:pt x="500602" y="68047"/>
                  </a:lnTo>
                  <a:lnTo>
                    <a:pt x="504637" y="62056"/>
                  </a:lnTo>
                  <a:lnTo>
                    <a:pt x="510624" y="58017"/>
                  </a:lnTo>
                  <a:lnTo>
                    <a:pt x="517957" y="56535"/>
                  </a:lnTo>
                  <a:lnTo>
                    <a:pt x="753392" y="56535"/>
                  </a:lnTo>
                  <a:lnTo>
                    <a:pt x="753392" y="0"/>
                  </a:lnTo>
                  <a:close/>
                </a:path>
                <a:path w="753745" h="584200">
                  <a:moveTo>
                    <a:pt x="753392" y="150761"/>
                  </a:moveTo>
                  <a:lnTo>
                    <a:pt x="696888" y="150761"/>
                  </a:lnTo>
                  <a:lnTo>
                    <a:pt x="696888" y="527665"/>
                  </a:lnTo>
                  <a:lnTo>
                    <a:pt x="753392" y="527665"/>
                  </a:lnTo>
                  <a:lnTo>
                    <a:pt x="753392" y="150761"/>
                  </a:lnTo>
                  <a:close/>
                </a:path>
                <a:path w="753745" h="584200">
                  <a:moveTo>
                    <a:pt x="583879" y="56535"/>
                  </a:moveTo>
                  <a:lnTo>
                    <a:pt x="517957" y="56535"/>
                  </a:lnTo>
                  <a:lnTo>
                    <a:pt x="525290" y="58017"/>
                  </a:lnTo>
                  <a:lnTo>
                    <a:pt x="531277" y="62056"/>
                  </a:lnTo>
                  <a:lnTo>
                    <a:pt x="535312" y="68047"/>
                  </a:lnTo>
                  <a:lnTo>
                    <a:pt x="536792" y="75380"/>
                  </a:lnTo>
                  <a:lnTo>
                    <a:pt x="535312" y="82717"/>
                  </a:lnTo>
                  <a:lnTo>
                    <a:pt x="531277" y="88707"/>
                  </a:lnTo>
                  <a:lnTo>
                    <a:pt x="525290" y="92745"/>
                  </a:lnTo>
                  <a:lnTo>
                    <a:pt x="517957" y="94226"/>
                  </a:lnTo>
                  <a:lnTo>
                    <a:pt x="583879" y="94226"/>
                  </a:lnTo>
                  <a:lnTo>
                    <a:pt x="576546" y="92745"/>
                  </a:lnTo>
                  <a:lnTo>
                    <a:pt x="570559" y="88707"/>
                  </a:lnTo>
                  <a:lnTo>
                    <a:pt x="566523" y="82718"/>
                  </a:lnTo>
                  <a:lnTo>
                    <a:pt x="565044" y="75380"/>
                  </a:lnTo>
                  <a:lnTo>
                    <a:pt x="566523" y="68047"/>
                  </a:lnTo>
                  <a:lnTo>
                    <a:pt x="570559" y="62056"/>
                  </a:lnTo>
                  <a:lnTo>
                    <a:pt x="576546" y="58017"/>
                  </a:lnTo>
                  <a:lnTo>
                    <a:pt x="583879" y="56535"/>
                  </a:lnTo>
                  <a:close/>
                </a:path>
                <a:path w="753745" h="584200">
                  <a:moveTo>
                    <a:pt x="649801" y="56535"/>
                  </a:moveTo>
                  <a:lnTo>
                    <a:pt x="583879" y="56535"/>
                  </a:lnTo>
                  <a:lnTo>
                    <a:pt x="591212" y="58017"/>
                  </a:lnTo>
                  <a:lnTo>
                    <a:pt x="597198" y="62056"/>
                  </a:lnTo>
                  <a:lnTo>
                    <a:pt x="601234" y="68047"/>
                  </a:lnTo>
                  <a:lnTo>
                    <a:pt x="602713" y="75380"/>
                  </a:lnTo>
                  <a:lnTo>
                    <a:pt x="601234" y="82718"/>
                  </a:lnTo>
                  <a:lnTo>
                    <a:pt x="597198" y="88707"/>
                  </a:lnTo>
                  <a:lnTo>
                    <a:pt x="591212" y="92745"/>
                  </a:lnTo>
                  <a:lnTo>
                    <a:pt x="583879" y="94226"/>
                  </a:lnTo>
                  <a:lnTo>
                    <a:pt x="649801" y="94226"/>
                  </a:lnTo>
                  <a:lnTo>
                    <a:pt x="642467" y="92745"/>
                  </a:lnTo>
                  <a:lnTo>
                    <a:pt x="636481" y="88708"/>
                  </a:lnTo>
                  <a:lnTo>
                    <a:pt x="632445" y="82718"/>
                  </a:lnTo>
                  <a:lnTo>
                    <a:pt x="630966" y="75380"/>
                  </a:lnTo>
                  <a:lnTo>
                    <a:pt x="632445" y="68047"/>
                  </a:lnTo>
                  <a:lnTo>
                    <a:pt x="636481" y="62056"/>
                  </a:lnTo>
                  <a:lnTo>
                    <a:pt x="642467" y="58017"/>
                  </a:lnTo>
                  <a:lnTo>
                    <a:pt x="649801" y="56535"/>
                  </a:lnTo>
                  <a:close/>
                </a:path>
                <a:path w="753745" h="584200">
                  <a:moveTo>
                    <a:pt x="753392" y="56535"/>
                  </a:moveTo>
                  <a:lnTo>
                    <a:pt x="649801" y="56535"/>
                  </a:lnTo>
                  <a:lnTo>
                    <a:pt x="657134" y="58017"/>
                  </a:lnTo>
                  <a:lnTo>
                    <a:pt x="663120" y="62056"/>
                  </a:lnTo>
                  <a:lnTo>
                    <a:pt x="667156" y="68047"/>
                  </a:lnTo>
                  <a:lnTo>
                    <a:pt x="668635" y="75380"/>
                  </a:lnTo>
                  <a:lnTo>
                    <a:pt x="667156" y="82718"/>
                  </a:lnTo>
                  <a:lnTo>
                    <a:pt x="663120" y="88708"/>
                  </a:lnTo>
                  <a:lnTo>
                    <a:pt x="657134" y="92745"/>
                  </a:lnTo>
                  <a:lnTo>
                    <a:pt x="649801" y="94226"/>
                  </a:lnTo>
                  <a:lnTo>
                    <a:pt x="753392" y="94226"/>
                  </a:lnTo>
                  <a:lnTo>
                    <a:pt x="753392" y="56535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6268" y="2850769"/>
              <a:ext cx="1207007" cy="12070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102600" y="1117600"/>
              <a:ext cx="3251200" cy="1955800"/>
            </a:xfrm>
            <a:custGeom>
              <a:avLst/>
              <a:gdLst/>
              <a:ahLst/>
              <a:cxnLst/>
              <a:rect l="l" t="t" r="r" b="b"/>
              <a:pathLst>
                <a:path w="3251200" h="1955800">
                  <a:moveTo>
                    <a:pt x="2925191" y="0"/>
                  </a:moveTo>
                  <a:lnTo>
                    <a:pt x="326008" y="0"/>
                  </a:lnTo>
                  <a:lnTo>
                    <a:pt x="277825" y="3533"/>
                  </a:lnTo>
                  <a:lnTo>
                    <a:pt x="231840" y="13799"/>
                  </a:lnTo>
                  <a:lnTo>
                    <a:pt x="188556" y="30294"/>
                  </a:lnTo>
                  <a:lnTo>
                    <a:pt x="148477" y="52512"/>
                  </a:lnTo>
                  <a:lnTo>
                    <a:pt x="112108" y="79952"/>
                  </a:lnTo>
                  <a:lnTo>
                    <a:pt x="79952" y="112108"/>
                  </a:lnTo>
                  <a:lnTo>
                    <a:pt x="52512" y="148477"/>
                  </a:lnTo>
                  <a:lnTo>
                    <a:pt x="30294" y="188556"/>
                  </a:lnTo>
                  <a:lnTo>
                    <a:pt x="13799" y="231840"/>
                  </a:lnTo>
                  <a:lnTo>
                    <a:pt x="3533" y="277825"/>
                  </a:lnTo>
                  <a:lnTo>
                    <a:pt x="0" y="326009"/>
                  </a:lnTo>
                  <a:lnTo>
                    <a:pt x="0" y="1629790"/>
                  </a:lnTo>
                  <a:lnTo>
                    <a:pt x="3533" y="1677974"/>
                  </a:lnTo>
                  <a:lnTo>
                    <a:pt x="13799" y="1723959"/>
                  </a:lnTo>
                  <a:lnTo>
                    <a:pt x="30294" y="1767243"/>
                  </a:lnTo>
                  <a:lnTo>
                    <a:pt x="52512" y="1807322"/>
                  </a:lnTo>
                  <a:lnTo>
                    <a:pt x="79952" y="1843691"/>
                  </a:lnTo>
                  <a:lnTo>
                    <a:pt x="112108" y="1875847"/>
                  </a:lnTo>
                  <a:lnTo>
                    <a:pt x="148477" y="1903287"/>
                  </a:lnTo>
                  <a:lnTo>
                    <a:pt x="188556" y="1925505"/>
                  </a:lnTo>
                  <a:lnTo>
                    <a:pt x="231840" y="1942000"/>
                  </a:lnTo>
                  <a:lnTo>
                    <a:pt x="277825" y="1952266"/>
                  </a:lnTo>
                  <a:lnTo>
                    <a:pt x="326008" y="1955800"/>
                  </a:lnTo>
                  <a:lnTo>
                    <a:pt x="2925191" y="1955800"/>
                  </a:lnTo>
                  <a:lnTo>
                    <a:pt x="2973374" y="1952266"/>
                  </a:lnTo>
                  <a:lnTo>
                    <a:pt x="3019359" y="1942000"/>
                  </a:lnTo>
                  <a:lnTo>
                    <a:pt x="3062643" y="1925505"/>
                  </a:lnTo>
                  <a:lnTo>
                    <a:pt x="3102722" y="1903287"/>
                  </a:lnTo>
                  <a:lnTo>
                    <a:pt x="3139091" y="1875847"/>
                  </a:lnTo>
                  <a:lnTo>
                    <a:pt x="3171247" y="1843691"/>
                  </a:lnTo>
                  <a:lnTo>
                    <a:pt x="3198687" y="1807322"/>
                  </a:lnTo>
                  <a:lnTo>
                    <a:pt x="3220905" y="1767243"/>
                  </a:lnTo>
                  <a:lnTo>
                    <a:pt x="3237400" y="1723959"/>
                  </a:lnTo>
                  <a:lnTo>
                    <a:pt x="3247666" y="1677974"/>
                  </a:lnTo>
                  <a:lnTo>
                    <a:pt x="3251200" y="1629790"/>
                  </a:lnTo>
                  <a:lnTo>
                    <a:pt x="3251200" y="326009"/>
                  </a:lnTo>
                  <a:lnTo>
                    <a:pt x="3247666" y="277825"/>
                  </a:lnTo>
                  <a:lnTo>
                    <a:pt x="3237400" y="231840"/>
                  </a:lnTo>
                  <a:lnTo>
                    <a:pt x="3220905" y="188556"/>
                  </a:lnTo>
                  <a:lnTo>
                    <a:pt x="3198687" y="148477"/>
                  </a:lnTo>
                  <a:lnTo>
                    <a:pt x="3171247" y="112108"/>
                  </a:lnTo>
                  <a:lnTo>
                    <a:pt x="3139091" y="79952"/>
                  </a:lnTo>
                  <a:lnTo>
                    <a:pt x="3102722" y="52512"/>
                  </a:lnTo>
                  <a:lnTo>
                    <a:pt x="3062643" y="30294"/>
                  </a:lnTo>
                  <a:lnTo>
                    <a:pt x="3019359" y="13799"/>
                  </a:lnTo>
                  <a:lnTo>
                    <a:pt x="2973374" y="3533"/>
                  </a:lnTo>
                  <a:lnTo>
                    <a:pt x="2925191" y="0"/>
                  </a:lnTo>
                  <a:close/>
                </a:path>
              </a:pathLst>
            </a:custGeom>
            <a:solidFill>
              <a:srgbClr val="F4F8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02600" y="1117600"/>
              <a:ext cx="3251200" cy="1955800"/>
            </a:xfrm>
            <a:custGeom>
              <a:avLst/>
              <a:gdLst/>
              <a:ahLst/>
              <a:cxnLst/>
              <a:rect l="l" t="t" r="r" b="b"/>
              <a:pathLst>
                <a:path w="3251200" h="1955800">
                  <a:moveTo>
                    <a:pt x="0" y="326009"/>
                  </a:moveTo>
                  <a:lnTo>
                    <a:pt x="3533" y="277825"/>
                  </a:lnTo>
                  <a:lnTo>
                    <a:pt x="13799" y="231840"/>
                  </a:lnTo>
                  <a:lnTo>
                    <a:pt x="30294" y="188556"/>
                  </a:lnTo>
                  <a:lnTo>
                    <a:pt x="52512" y="148477"/>
                  </a:lnTo>
                  <a:lnTo>
                    <a:pt x="79952" y="112108"/>
                  </a:lnTo>
                  <a:lnTo>
                    <a:pt x="112108" y="79952"/>
                  </a:lnTo>
                  <a:lnTo>
                    <a:pt x="148477" y="52512"/>
                  </a:lnTo>
                  <a:lnTo>
                    <a:pt x="188556" y="30294"/>
                  </a:lnTo>
                  <a:lnTo>
                    <a:pt x="231840" y="13799"/>
                  </a:lnTo>
                  <a:lnTo>
                    <a:pt x="277825" y="3533"/>
                  </a:lnTo>
                  <a:lnTo>
                    <a:pt x="326008" y="0"/>
                  </a:lnTo>
                  <a:lnTo>
                    <a:pt x="2925191" y="0"/>
                  </a:lnTo>
                  <a:lnTo>
                    <a:pt x="2973374" y="3533"/>
                  </a:lnTo>
                  <a:lnTo>
                    <a:pt x="3019359" y="13799"/>
                  </a:lnTo>
                  <a:lnTo>
                    <a:pt x="3062643" y="30294"/>
                  </a:lnTo>
                  <a:lnTo>
                    <a:pt x="3102722" y="52512"/>
                  </a:lnTo>
                  <a:lnTo>
                    <a:pt x="3139091" y="79952"/>
                  </a:lnTo>
                  <a:lnTo>
                    <a:pt x="3171247" y="112108"/>
                  </a:lnTo>
                  <a:lnTo>
                    <a:pt x="3198687" y="148477"/>
                  </a:lnTo>
                  <a:lnTo>
                    <a:pt x="3220905" y="188556"/>
                  </a:lnTo>
                  <a:lnTo>
                    <a:pt x="3237400" y="231840"/>
                  </a:lnTo>
                  <a:lnTo>
                    <a:pt x="3247666" y="277825"/>
                  </a:lnTo>
                  <a:lnTo>
                    <a:pt x="3251200" y="326009"/>
                  </a:lnTo>
                  <a:lnTo>
                    <a:pt x="3251200" y="1629790"/>
                  </a:lnTo>
                  <a:lnTo>
                    <a:pt x="3247666" y="1677974"/>
                  </a:lnTo>
                  <a:lnTo>
                    <a:pt x="3237400" y="1723959"/>
                  </a:lnTo>
                  <a:lnTo>
                    <a:pt x="3220905" y="1767243"/>
                  </a:lnTo>
                  <a:lnTo>
                    <a:pt x="3198687" y="1807322"/>
                  </a:lnTo>
                  <a:lnTo>
                    <a:pt x="3171247" y="1843691"/>
                  </a:lnTo>
                  <a:lnTo>
                    <a:pt x="3139091" y="1875847"/>
                  </a:lnTo>
                  <a:lnTo>
                    <a:pt x="3102722" y="1903287"/>
                  </a:lnTo>
                  <a:lnTo>
                    <a:pt x="3062643" y="1925505"/>
                  </a:lnTo>
                  <a:lnTo>
                    <a:pt x="3019359" y="1942000"/>
                  </a:lnTo>
                  <a:lnTo>
                    <a:pt x="2973374" y="1952266"/>
                  </a:lnTo>
                  <a:lnTo>
                    <a:pt x="2925191" y="1955800"/>
                  </a:lnTo>
                  <a:lnTo>
                    <a:pt x="326008" y="1955800"/>
                  </a:lnTo>
                  <a:lnTo>
                    <a:pt x="277825" y="1952266"/>
                  </a:lnTo>
                  <a:lnTo>
                    <a:pt x="231840" y="1942000"/>
                  </a:lnTo>
                  <a:lnTo>
                    <a:pt x="188556" y="1925505"/>
                  </a:lnTo>
                  <a:lnTo>
                    <a:pt x="148477" y="1903287"/>
                  </a:lnTo>
                  <a:lnTo>
                    <a:pt x="112108" y="1875847"/>
                  </a:lnTo>
                  <a:lnTo>
                    <a:pt x="79952" y="1843691"/>
                  </a:lnTo>
                  <a:lnTo>
                    <a:pt x="52512" y="1807322"/>
                  </a:lnTo>
                  <a:lnTo>
                    <a:pt x="30294" y="1767243"/>
                  </a:lnTo>
                  <a:lnTo>
                    <a:pt x="13799" y="1723959"/>
                  </a:lnTo>
                  <a:lnTo>
                    <a:pt x="3533" y="1677974"/>
                  </a:lnTo>
                  <a:lnTo>
                    <a:pt x="0" y="1629790"/>
                  </a:lnTo>
                  <a:lnTo>
                    <a:pt x="0" y="326009"/>
                  </a:lnTo>
                  <a:close/>
                </a:path>
              </a:pathLst>
            </a:custGeom>
            <a:ln w="38100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6939" y="358520"/>
            <a:ext cx="816990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310" dirty="0"/>
              <a:t>Multi-</a:t>
            </a:r>
            <a:r>
              <a:rPr sz="4400" spc="335" dirty="0"/>
              <a:t>Region</a:t>
            </a:r>
            <a:r>
              <a:rPr sz="4400" spc="-60" dirty="0"/>
              <a:t> </a:t>
            </a:r>
            <a:r>
              <a:rPr sz="4400" spc="390" dirty="0"/>
              <a:t>Active/Passive</a:t>
            </a:r>
            <a:endParaRPr sz="4400"/>
          </a:p>
        </p:txBody>
      </p:sp>
      <p:sp>
        <p:nvSpPr>
          <p:cNvPr id="9" name="object 9"/>
          <p:cNvSpPr txBox="1"/>
          <p:nvPr/>
        </p:nvSpPr>
        <p:spPr>
          <a:xfrm>
            <a:off x="904443" y="1029081"/>
            <a:ext cx="368554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Replicating</a:t>
            </a:r>
            <a:r>
              <a:rPr sz="2600" spc="-12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for</a:t>
            </a:r>
            <a:r>
              <a:rPr sz="2600" spc="-9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Redundancy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10143" y="1244549"/>
            <a:ext cx="23793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East</a:t>
            </a:r>
            <a:r>
              <a:rPr sz="1800" b="1" spc="-3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US</a:t>
            </a:r>
            <a:r>
              <a:rPr sz="1800" b="1" spc="-2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2</a:t>
            </a:r>
            <a:r>
              <a:rPr sz="1800" b="1" spc="-2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(Active</a:t>
            </a:r>
            <a:r>
              <a:rPr sz="1800" b="1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Region)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109204" y="1633385"/>
            <a:ext cx="3289300" cy="4177029"/>
            <a:chOff x="8109204" y="1633385"/>
            <a:chExt cx="3289300" cy="4177029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96859" y="1633385"/>
              <a:ext cx="1153502" cy="11535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85121" y="1633982"/>
              <a:ext cx="1153502" cy="115341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128254" y="3835400"/>
              <a:ext cx="3251200" cy="1955800"/>
            </a:xfrm>
            <a:custGeom>
              <a:avLst/>
              <a:gdLst/>
              <a:ahLst/>
              <a:cxnLst/>
              <a:rect l="l" t="t" r="r" b="b"/>
              <a:pathLst>
                <a:path w="3251200" h="1955800">
                  <a:moveTo>
                    <a:pt x="2925318" y="0"/>
                  </a:moveTo>
                  <a:lnTo>
                    <a:pt x="326009" y="0"/>
                  </a:lnTo>
                  <a:lnTo>
                    <a:pt x="277825" y="3533"/>
                  </a:lnTo>
                  <a:lnTo>
                    <a:pt x="231840" y="13799"/>
                  </a:lnTo>
                  <a:lnTo>
                    <a:pt x="188556" y="30294"/>
                  </a:lnTo>
                  <a:lnTo>
                    <a:pt x="148477" y="52512"/>
                  </a:lnTo>
                  <a:lnTo>
                    <a:pt x="112108" y="79952"/>
                  </a:lnTo>
                  <a:lnTo>
                    <a:pt x="79952" y="112108"/>
                  </a:lnTo>
                  <a:lnTo>
                    <a:pt x="52512" y="148477"/>
                  </a:lnTo>
                  <a:lnTo>
                    <a:pt x="30294" y="188556"/>
                  </a:lnTo>
                  <a:lnTo>
                    <a:pt x="13799" y="231840"/>
                  </a:lnTo>
                  <a:lnTo>
                    <a:pt x="3533" y="277825"/>
                  </a:lnTo>
                  <a:lnTo>
                    <a:pt x="0" y="326008"/>
                  </a:lnTo>
                  <a:lnTo>
                    <a:pt x="0" y="1629790"/>
                  </a:lnTo>
                  <a:lnTo>
                    <a:pt x="3533" y="1677968"/>
                  </a:lnTo>
                  <a:lnTo>
                    <a:pt x="13799" y="1723950"/>
                  </a:lnTo>
                  <a:lnTo>
                    <a:pt x="30294" y="1767232"/>
                  </a:lnTo>
                  <a:lnTo>
                    <a:pt x="52512" y="1807311"/>
                  </a:lnTo>
                  <a:lnTo>
                    <a:pt x="79952" y="1843681"/>
                  </a:lnTo>
                  <a:lnTo>
                    <a:pt x="112108" y="1875839"/>
                  </a:lnTo>
                  <a:lnTo>
                    <a:pt x="148477" y="1903280"/>
                  </a:lnTo>
                  <a:lnTo>
                    <a:pt x="188556" y="1925501"/>
                  </a:lnTo>
                  <a:lnTo>
                    <a:pt x="231840" y="1941997"/>
                  </a:lnTo>
                  <a:lnTo>
                    <a:pt x="277825" y="1952265"/>
                  </a:lnTo>
                  <a:lnTo>
                    <a:pt x="326009" y="1955800"/>
                  </a:lnTo>
                  <a:lnTo>
                    <a:pt x="2925318" y="1955800"/>
                  </a:lnTo>
                  <a:lnTo>
                    <a:pt x="2973469" y="1952265"/>
                  </a:lnTo>
                  <a:lnTo>
                    <a:pt x="3019429" y="1941997"/>
                  </a:lnTo>
                  <a:lnTo>
                    <a:pt x="3062692" y="1925501"/>
                  </a:lnTo>
                  <a:lnTo>
                    <a:pt x="3102755" y="1903280"/>
                  </a:lnTo>
                  <a:lnTo>
                    <a:pt x="3139112" y="1875839"/>
                  </a:lnTo>
                  <a:lnTo>
                    <a:pt x="3171259" y="1843681"/>
                  </a:lnTo>
                  <a:lnTo>
                    <a:pt x="3198693" y="1807311"/>
                  </a:lnTo>
                  <a:lnTo>
                    <a:pt x="3220908" y="1767232"/>
                  </a:lnTo>
                  <a:lnTo>
                    <a:pt x="3237400" y="1723950"/>
                  </a:lnTo>
                  <a:lnTo>
                    <a:pt x="3247666" y="1677968"/>
                  </a:lnTo>
                  <a:lnTo>
                    <a:pt x="3251200" y="1629790"/>
                  </a:lnTo>
                  <a:lnTo>
                    <a:pt x="3251200" y="326008"/>
                  </a:lnTo>
                  <a:lnTo>
                    <a:pt x="3247666" y="277825"/>
                  </a:lnTo>
                  <a:lnTo>
                    <a:pt x="3237400" y="231840"/>
                  </a:lnTo>
                  <a:lnTo>
                    <a:pt x="3220908" y="188556"/>
                  </a:lnTo>
                  <a:lnTo>
                    <a:pt x="3198693" y="148477"/>
                  </a:lnTo>
                  <a:lnTo>
                    <a:pt x="3171259" y="112108"/>
                  </a:lnTo>
                  <a:lnTo>
                    <a:pt x="3139112" y="79952"/>
                  </a:lnTo>
                  <a:lnTo>
                    <a:pt x="3102755" y="52512"/>
                  </a:lnTo>
                  <a:lnTo>
                    <a:pt x="3062692" y="30294"/>
                  </a:lnTo>
                  <a:lnTo>
                    <a:pt x="3019429" y="13799"/>
                  </a:lnTo>
                  <a:lnTo>
                    <a:pt x="2973469" y="3533"/>
                  </a:lnTo>
                  <a:lnTo>
                    <a:pt x="2925318" y="0"/>
                  </a:lnTo>
                  <a:close/>
                </a:path>
              </a:pathLst>
            </a:custGeom>
            <a:solidFill>
              <a:srgbClr val="F4F8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28254" y="3835400"/>
              <a:ext cx="3251200" cy="1955800"/>
            </a:xfrm>
            <a:custGeom>
              <a:avLst/>
              <a:gdLst/>
              <a:ahLst/>
              <a:cxnLst/>
              <a:rect l="l" t="t" r="r" b="b"/>
              <a:pathLst>
                <a:path w="3251200" h="1955800">
                  <a:moveTo>
                    <a:pt x="0" y="326008"/>
                  </a:moveTo>
                  <a:lnTo>
                    <a:pt x="3533" y="277825"/>
                  </a:lnTo>
                  <a:lnTo>
                    <a:pt x="13799" y="231840"/>
                  </a:lnTo>
                  <a:lnTo>
                    <a:pt x="30294" y="188556"/>
                  </a:lnTo>
                  <a:lnTo>
                    <a:pt x="52512" y="148477"/>
                  </a:lnTo>
                  <a:lnTo>
                    <a:pt x="79952" y="112108"/>
                  </a:lnTo>
                  <a:lnTo>
                    <a:pt x="112108" y="79952"/>
                  </a:lnTo>
                  <a:lnTo>
                    <a:pt x="148477" y="52512"/>
                  </a:lnTo>
                  <a:lnTo>
                    <a:pt x="188556" y="30294"/>
                  </a:lnTo>
                  <a:lnTo>
                    <a:pt x="231840" y="13799"/>
                  </a:lnTo>
                  <a:lnTo>
                    <a:pt x="277825" y="3533"/>
                  </a:lnTo>
                  <a:lnTo>
                    <a:pt x="326009" y="0"/>
                  </a:lnTo>
                  <a:lnTo>
                    <a:pt x="2925318" y="0"/>
                  </a:lnTo>
                  <a:lnTo>
                    <a:pt x="2973469" y="3533"/>
                  </a:lnTo>
                  <a:lnTo>
                    <a:pt x="3019429" y="13799"/>
                  </a:lnTo>
                  <a:lnTo>
                    <a:pt x="3062692" y="30294"/>
                  </a:lnTo>
                  <a:lnTo>
                    <a:pt x="3102755" y="52512"/>
                  </a:lnTo>
                  <a:lnTo>
                    <a:pt x="3139112" y="79952"/>
                  </a:lnTo>
                  <a:lnTo>
                    <a:pt x="3171259" y="112108"/>
                  </a:lnTo>
                  <a:lnTo>
                    <a:pt x="3198693" y="148477"/>
                  </a:lnTo>
                  <a:lnTo>
                    <a:pt x="3220908" y="188556"/>
                  </a:lnTo>
                  <a:lnTo>
                    <a:pt x="3237400" y="231840"/>
                  </a:lnTo>
                  <a:lnTo>
                    <a:pt x="3247666" y="277825"/>
                  </a:lnTo>
                  <a:lnTo>
                    <a:pt x="3251200" y="326008"/>
                  </a:lnTo>
                  <a:lnTo>
                    <a:pt x="3251200" y="1629790"/>
                  </a:lnTo>
                  <a:lnTo>
                    <a:pt x="3247666" y="1677968"/>
                  </a:lnTo>
                  <a:lnTo>
                    <a:pt x="3237400" y="1723950"/>
                  </a:lnTo>
                  <a:lnTo>
                    <a:pt x="3220908" y="1767232"/>
                  </a:lnTo>
                  <a:lnTo>
                    <a:pt x="3198693" y="1807311"/>
                  </a:lnTo>
                  <a:lnTo>
                    <a:pt x="3171259" y="1843681"/>
                  </a:lnTo>
                  <a:lnTo>
                    <a:pt x="3139112" y="1875839"/>
                  </a:lnTo>
                  <a:lnTo>
                    <a:pt x="3102755" y="1903280"/>
                  </a:lnTo>
                  <a:lnTo>
                    <a:pt x="3062692" y="1925501"/>
                  </a:lnTo>
                  <a:lnTo>
                    <a:pt x="3019429" y="1941997"/>
                  </a:lnTo>
                  <a:lnTo>
                    <a:pt x="2973469" y="1952265"/>
                  </a:lnTo>
                  <a:lnTo>
                    <a:pt x="2925318" y="1955800"/>
                  </a:lnTo>
                  <a:lnTo>
                    <a:pt x="326009" y="1955800"/>
                  </a:lnTo>
                  <a:lnTo>
                    <a:pt x="277825" y="1952265"/>
                  </a:lnTo>
                  <a:lnTo>
                    <a:pt x="231840" y="1941997"/>
                  </a:lnTo>
                  <a:lnTo>
                    <a:pt x="188556" y="1925501"/>
                  </a:lnTo>
                  <a:lnTo>
                    <a:pt x="148477" y="1903280"/>
                  </a:lnTo>
                  <a:lnTo>
                    <a:pt x="112108" y="1875839"/>
                  </a:lnTo>
                  <a:lnTo>
                    <a:pt x="79952" y="1843681"/>
                  </a:lnTo>
                  <a:lnTo>
                    <a:pt x="52512" y="1807311"/>
                  </a:lnTo>
                  <a:lnTo>
                    <a:pt x="30294" y="1767232"/>
                  </a:lnTo>
                  <a:lnTo>
                    <a:pt x="13799" y="1723950"/>
                  </a:lnTo>
                  <a:lnTo>
                    <a:pt x="3533" y="1677968"/>
                  </a:lnTo>
                  <a:lnTo>
                    <a:pt x="0" y="1629790"/>
                  </a:lnTo>
                  <a:lnTo>
                    <a:pt x="0" y="326008"/>
                  </a:lnTo>
                  <a:close/>
                </a:path>
              </a:pathLst>
            </a:custGeom>
            <a:ln w="38100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424418" y="3963416"/>
            <a:ext cx="2604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Central</a:t>
            </a:r>
            <a:r>
              <a:rPr sz="1800" b="1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US</a:t>
            </a:r>
            <a:r>
              <a:rPr sz="1800" b="1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(Passive</a:t>
            </a:r>
            <a:r>
              <a:rPr sz="1800" b="1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Region)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511546" y="2152904"/>
            <a:ext cx="5653405" cy="3352800"/>
            <a:chOff x="5511546" y="2152904"/>
            <a:chExt cx="5653405" cy="335280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22640" y="4351185"/>
              <a:ext cx="1153502" cy="115350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10902" y="4351782"/>
              <a:ext cx="1153502" cy="115341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511546" y="2152903"/>
              <a:ext cx="2591435" cy="2832100"/>
            </a:xfrm>
            <a:custGeom>
              <a:avLst/>
              <a:gdLst/>
              <a:ahLst/>
              <a:cxnLst/>
              <a:rect l="l" t="t" r="r" b="b"/>
              <a:pathLst>
                <a:path w="2591434" h="2832100">
                  <a:moveTo>
                    <a:pt x="584454" y="1276096"/>
                  </a:moveTo>
                  <a:lnTo>
                    <a:pt x="546354" y="1257046"/>
                  </a:lnTo>
                  <a:lnTo>
                    <a:pt x="470154" y="1218946"/>
                  </a:lnTo>
                  <a:lnTo>
                    <a:pt x="470154" y="1257046"/>
                  </a:lnTo>
                  <a:lnTo>
                    <a:pt x="0" y="1257046"/>
                  </a:lnTo>
                  <a:lnTo>
                    <a:pt x="0" y="1295146"/>
                  </a:lnTo>
                  <a:lnTo>
                    <a:pt x="470154" y="1295146"/>
                  </a:lnTo>
                  <a:lnTo>
                    <a:pt x="470154" y="1333246"/>
                  </a:lnTo>
                  <a:lnTo>
                    <a:pt x="546354" y="1295146"/>
                  </a:lnTo>
                  <a:lnTo>
                    <a:pt x="584454" y="1276096"/>
                  </a:lnTo>
                  <a:close/>
                </a:path>
                <a:path w="2591434" h="2832100">
                  <a:moveTo>
                    <a:pt x="2505456" y="57150"/>
                  </a:moveTo>
                  <a:lnTo>
                    <a:pt x="2467356" y="38100"/>
                  </a:lnTo>
                  <a:lnTo>
                    <a:pt x="2391156" y="0"/>
                  </a:lnTo>
                  <a:lnTo>
                    <a:pt x="2391156" y="38100"/>
                  </a:lnTo>
                  <a:lnTo>
                    <a:pt x="1289304" y="38100"/>
                  </a:lnTo>
                  <a:lnTo>
                    <a:pt x="1289304" y="697865"/>
                  </a:lnTo>
                  <a:lnTo>
                    <a:pt x="1327404" y="697865"/>
                  </a:lnTo>
                  <a:lnTo>
                    <a:pt x="1327404" y="76200"/>
                  </a:lnTo>
                  <a:lnTo>
                    <a:pt x="2391156" y="76200"/>
                  </a:lnTo>
                  <a:lnTo>
                    <a:pt x="2391156" y="114300"/>
                  </a:lnTo>
                  <a:lnTo>
                    <a:pt x="2467356" y="76200"/>
                  </a:lnTo>
                  <a:lnTo>
                    <a:pt x="2505456" y="57150"/>
                  </a:lnTo>
                  <a:close/>
                </a:path>
                <a:path w="2591434" h="2832100">
                  <a:moveTo>
                    <a:pt x="2591054" y="2774950"/>
                  </a:moveTo>
                  <a:lnTo>
                    <a:pt x="2552954" y="2755912"/>
                  </a:lnTo>
                  <a:lnTo>
                    <a:pt x="2476754" y="2717800"/>
                  </a:lnTo>
                  <a:lnTo>
                    <a:pt x="2476754" y="2755912"/>
                  </a:lnTo>
                  <a:lnTo>
                    <a:pt x="1330833" y="2755912"/>
                  </a:lnTo>
                  <a:lnTo>
                    <a:pt x="1330833" y="1924177"/>
                  </a:lnTo>
                  <a:lnTo>
                    <a:pt x="1330833" y="1886077"/>
                  </a:lnTo>
                  <a:lnTo>
                    <a:pt x="1308354" y="1886077"/>
                  </a:lnTo>
                  <a:lnTo>
                    <a:pt x="1308354" y="1920760"/>
                  </a:lnTo>
                  <a:lnTo>
                    <a:pt x="1292733" y="1905127"/>
                  </a:lnTo>
                  <a:lnTo>
                    <a:pt x="1292733" y="2794000"/>
                  </a:lnTo>
                  <a:lnTo>
                    <a:pt x="2476754" y="2794000"/>
                  </a:lnTo>
                  <a:lnTo>
                    <a:pt x="2476754" y="2832100"/>
                  </a:lnTo>
                  <a:lnTo>
                    <a:pt x="2552954" y="2794000"/>
                  </a:lnTo>
                  <a:lnTo>
                    <a:pt x="2591054" y="277495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98550"/>
            <a:ext cx="12192000" cy="5759450"/>
            <a:chOff x="0" y="1098550"/>
            <a:chExt cx="12192000" cy="5759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199" y="1905000"/>
              <a:ext cx="3250819" cy="4279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679155" y="3138674"/>
              <a:ext cx="753745" cy="584200"/>
            </a:xfrm>
            <a:custGeom>
              <a:avLst/>
              <a:gdLst/>
              <a:ahLst/>
              <a:cxnLst/>
              <a:rect l="l" t="t" r="r" b="b"/>
              <a:pathLst>
                <a:path w="753745" h="584200">
                  <a:moveTo>
                    <a:pt x="753392" y="0"/>
                  </a:moveTo>
                  <a:lnTo>
                    <a:pt x="0" y="0"/>
                  </a:lnTo>
                  <a:lnTo>
                    <a:pt x="0" y="584200"/>
                  </a:lnTo>
                  <a:lnTo>
                    <a:pt x="753392" y="584200"/>
                  </a:lnTo>
                  <a:lnTo>
                    <a:pt x="753392" y="527665"/>
                  </a:lnTo>
                  <a:lnTo>
                    <a:pt x="56504" y="527664"/>
                  </a:lnTo>
                  <a:lnTo>
                    <a:pt x="56504" y="150761"/>
                  </a:lnTo>
                  <a:lnTo>
                    <a:pt x="753392" y="150761"/>
                  </a:lnTo>
                  <a:lnTo>
                    <a:pt x="753392" y="94226"/>
                  </a:lnTo>
                  <a:lnTo>
                    <a:pt x="517957" y="94226"/>
                  </a:lnTo>
                  <a:lnTo>
                    <a:pt x="510624" y="92745"/>
                  </a:lnTo>
                  <a:lnTo>
                    <a:pt x="504637" y="88707"/>
                  </a:lnTo>
                  <a:lnTo>
                    <a:pt x="500602" y="82717"/>
                  </a:lnTo>
                  <a:lnTo>
                    <a:pt x="499122" y="75380"/>
                  </a:lnTo>
                  <a:lnTo>
                    <a:pt x="500602" y="68047"/>
                  </a:lnTo>
                  <a:lnTo>
                    <a:pt x="504637" y="62056"/>
                  </a:lnTo>
                  <a:lnTo>
                    <a:pt x="510624" y="58017"/>
                  </a:lnTo>
                  <a:lnTo>
                    <a:pt x="517957" y="56535"/>
                  </a:lnTo>
                  <a:lnTo>
                    <a:pt x="753392" y="56535"/>
                  </a:lnTo>
                  <a:lnTo>
                    <a:pt x="753392" y="0"/>
                  </a:lnTo>
                  <a:close/>
                </a:path>
                <a:path w="753745" h="584200">
                  <a:moveTo>
                    <a:pt x="753392" y="150761"/>
                  </a:moveTo>
                  <a:lnTo>
                    <a:pt x="696888" y="150761"/>
                  </a:lnTo>
                  <a:lnTo>
                    <a:pt x="696888" y="527665"/>
                  </a:lnTo>
                  <a:lnTo>
                    <a:pt x="753392" y="527665"/>
                  </a:lnTo>
                  <a:lnTo>
                    <a:pt x="753392" y="150761"/>
                  </a:lnTo>
                  <a:close/>
                </a:path>
                <a:path w="753745" h="584200">
                  <a:moveTo>
                    <a:pt x="583879" y="56535"/>
                  </a:moveTo>
                  <a:lnTo>
                    <a:pt x="517957" y="56535"/>
                  </a:lnTo>
                  <a:lnTo>
                    <a:pt x="525290" y="58017"/>
                  </a:lnTo>
                  <a:lnTo>
                    <a:pt x="531277" y="62056"/>
                  </a:lnTo>
                  <a:lnTo>
                    <a:pt x="535312" y="68047"/>
                  </a:lnTo>
                  <a:lnTo>
                    <a:pt x="536792" y="75380"/>
                  </a:lnTo>
                  <a:lnTo>
                    <a:pt x="535312" y="82717"/>
                  </a:lnTo>
                  <a:lnTo>
                    <a:pt x="531277" y="88707"/>
                  </a:lnTo>
                  <a:lnTo>
                    <a:pt x="525290" y="92745"/>
                  </a:lnTo>
                  <a:lnTo>
                    <a:pt x="517957" y="94226"/>
                  </a:lnTo>
                  <a:lnTo>
                    <a:pt x="583879" y="94226"/>
                  </a:lnTo>
                  <a:lnTo>
                    <a:pt x="576546" y="92745"/>
                  </a:lnTo>
                  <a:lnTo>
                    <a:pt x="570559" y="88707"/>
                  </a:lnTo>
                  <a:lnTo>
                    <a:pt x="566523" y="82718"/>
                  </a:lnTo>
                  <a:lnTo>
                    <a:pt x="565044" y="75380"/>
                  </a:lnTo>
                  <a:lnTo>
                    <a:pt x="566523" y="68047"/>
                  </a:lnTo>
                  <a:lnTo>
                    <a:pt x="570559" y="62056"/>
                  </a:lnTo>
                  <a:lnTo>
                    <a:pt x="576546" y="58017"/>
                  </a:lnTo>
                  <a:lnTo>
                    <a:pt x="583879" y="56535"/>
                  </a:lnTo>
                  <a:close/>
                </a:path>
                <a:path w="753745" h="584200">
                  <a:moveTo>
                    <a:pt x="649801" y="56535"/>
                  </a:moveTo>
                  <a:lnTo>
                    <a:pt x="583879" y="56535"/>
                  </a:lnTo>
                  <a:lnTo>
                    <a:pt x="591212" y="58017"/>
                  </a:lnTo>
                  <a:lnTo>
                    <a:pt x="597198" y="62056"/>
                  </a:lnTo>
                  <a:lnTo>
                    <a:pt x="601234" y="68047"/>
                  </a:lnTo>
                  <a:lnTo>
                    <a:pt x="602713" y="75380"/>
                  </a:lnTo>
                  <a:lnTo>
                    <a:pt x="601234" y="82718"/>
                  </a:lnTo>
                  <a:lnTo>
                    <a:pt x="597198" y="88707"/>
                  </a:lnTo>
                  <a:lnTo>
                    <a:pt x="591212" y="92745"/>
                  </a:lnTo>
                  <a:lnTo>
                    <a:pt x="583879" y="94226"/>
                  </a:lnTo>
                  <a:lnTo>
                    <a:pt x="649801" y="94226"/>
                  </a:lnTo>
                  <a:lnTo>
                    <a:pt x="642467" y="92745"/>
                  </a:lnTo>
                  <a:lnTo>
                    <a:pt x="636481" y="88708"/>
                  </a:lnTo>
                  <a:lnTo>
                    <a:pt x="632445" y="82718"/>
                  </a:lnTo>
                  <a:lnTo>
                    <a:pt x="630966" y="75380"/>
                  </a:lnTo>
                  <a:lnTo>
                    <a:pt x="632445" y="68047"/>
                  </a:lnTo>
                  <a:lnTo>
                    <a:pt x="636481" y="62056"/>
                  </a:lnTo>
                  <a:lnTo>
                    <a:pt x="642467" y="58017"/>
                  </a:lnTo>
                  <a:lnTo>
                    <a:pt x="649801" y="56535"/>
                  </a:lnTo>
                  <a:close/>
                </a:path>
                <a:path w="753745" h="584200">
                  <a:moveTo>
                    <a:pt x="753392" y="56535"/>
                  </a:moveTo>
                  <a:lnTo>
                    <a:pt x="649801" y="56535"/>
                  </a:lnTo>
                  <a:lnTo>
                    <a:pt x="657134" y="58017"/>
                  </a:lnTo>
                  <a:lnTo>
                    <a:pt x="663120" y="62056"/>
                  </a:lnTo>
                  <a:lnTo>
                    <a:pt x="667156" y="68047"/>
                  </a:lnTo>
                  <a:lnTo>
                    <a:pt x="668635" y="75380"/>
                  </a:lnTo>
                  <a:lnTo>
                    <a:pt x="667156" y="82718"/>
                  </a:lnTo>
                  <a:lnTo>
                    <a:pt x="663120" y="88708"/>
                  </a:lnTo>
                  <a:lnTo>
                    <a:pt x="657134" y="92745"/>
                  </a:lnTo>
                  <a:lnTo>
                    <a:pt x="649801" y="94226"/>
                  </a:lnTo>
                  <a:lnTo>
                    <a:pt x="753392" y="94226"/>
                  </a:lnTo>
                  <a:lnTo>
                    <a:pt x="753392" y="56535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6268" y="2850769"/>
              <a:ext cx="1207007" cy="12070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102600" y="1117600"/>
              <a:ext cx="3251200" cy="1955800"/>
            </a:xfrm>
            <a:custGeom>
              <a:avLst/>
              <a:gdLst/>
              <a:ahLst/>
              <a:cxnLst/>
              <a:rect l="l" t="t" r="r" b="b"/>
              <a:pathLst>
                <a:path w="3251200" h="1955800">
                  <a:moveTo>
                    <a:pt x="2925191" y="0"/>
                  </a:moveTo>
                  <a:lnTo>
                    <a:pt x="326008" y="0"/>
                  </a:lnTo>
                  <a:lnTo>
                    <a:pt x="277825" y="3533"/>
                  </a:lnTo>
                  <a:lnTo>
                    <a:pt x="231840" y="13799"/>
                  </a:lnTo>
                  <a:lnTo>
                    <a:pt x="188556" y="30294"/>
                  </a:lnTo>
                  <a:lnTo>
                    <a:pt x="148477" y="52512"/>
                  </a:lnTo>
                  <a:lnTo>
                    <a:pt x="112108" y="79952"/>
                  </a:lnTo>
                  <a:lnTo>
                    <a:pt x="79952" y="112108"/>
                  </a:lnTo>
                  <a:lnTo>
                    <a:pt x="52512" y="148477"/>
                  </a:lnTo>
                  <a:lnTo>
                    <a:pt x="30294" y="188556"/>
                  </a:lnTo>
                  <a:lnTo>
                    <a:pt x="13799" y="231840"/>
                  </a:lnTo>
                  <a:lnTo>
                    <a:pt x="3533" y="277825"/>
                  </a:lnTo>
                  <a:lnTo>
                    <a:pt x="0" y="326009"/>
                  </a:lnTo>
                  <a:lnTo>
                    <a:pt x="0" y="1629790"/>
                  </a:lnTo>
                  <a:lnTo>
                    <a:pt x="3533" y="1677974"/>
                  </a:lnTo>
                  <a:lnTo>
                    <a:pt x="13799" y="1723959"/>
                  </a:lnTo>
                  <a:lnTo>
                    <a:pt x="30294" y="1767243"/>
                  </a:lnTo>
                  <a:lnTo>
                    <a:pt x="52512" y="1807322"/>
                  </a:lnTo>
                  <a:lnTo>
                    <a:pt x="79952" y="1843691"/>
                  </a:lnTo>
                  <a:lnTo>
                    <a:pt x="112108" y="1875847"/>
                  </a:lnTo>
                  <a:lnTo>
                    <a:pt x="148477" y="1903287"/>
                  </a:lnTo>
                  <a:lnTo>
                    <a:pt x="188556" y="1925505"/>
                  </a:lnTo>
                  <a:lnTo>
                    <a:pt x="231840" y="1942000"/>
                  </a:lnTo>
                  <a:lnTo>
                    <a:pt x="277825" y="1952266"/>
                  </a:lnTo>
                  <a:lnTo>
                    <a:pt x="326008" y="1955800"/>
                  </a:lnTo>
                  <a:lnTo>
                    <a:pt x="2925191" y="1955800"/>
                  </a:lnTo>
                  <a:lnTo>
                    <a:pt x="2973374" y="1952266"/>
                  </a:lnTo>
                  <a:lnTo>
                    <a:pt x="3019359" y="1942000"/>
                  </a:lnTo>
                  <a:lnTo>
                    <a:pt x="3062643" y="1925505"/>
                  </a:lnTo>
                  <a:lnTo>
                    <a:pt x="3102722" y="1903287"/>
                  </a:lnTo>
                  <a:lnTo>
                    <a:pt x="3139091" y="1875847"/>
                  </a:lnTo>
                  <a:lnTo>
                    <a:pt x="3171247" y="1843691"/>
                  </a:lnTo>
                  <a:lnTo>
                    <a:pt x="3198687" y="1807322"/>
                  </a:lnTo>
                  <a:lnTo>
                    <a:pt x="3220905" y="1767243"/>
                  </a:lnTo>
                  <a:lnTo>
                    <a:pt x="3237400" y="1723959"/>
                  </a:lnTo>
                  <a:lnTo>
                    <a:pt x="3247666" y="1677974"/>
                  </a:lnTo>
                  <a:lnTo>
                    <a:pt x="3251200" y="1629790"/>
                  </a:lnTo>
                  <a:lnTo>
                    <a:pt x="3251200" y="326009"/>
                  </a:lnTo>
                  <a:lnTo>
                    <a:pt x="3247666" y="277825"/>
                  </a:lnTo>
                  <a:lnTo>
                    <a:pt x="3237400" y="231840"/>
                  </a:lnTo>
                  <a:lnTo>
                    <a:pt x="3220905" y="188556"/>
                  </a:lnTo>
                  <a:lnTo>
                    <a:pt x="3198687" y="148477"/>
                  </a:lnTo>
                  <a:lnTo>
                    <a:pt x="3171247" y="112108"/>
                  </a:lnTo>
                  <a:lnTo>
                    <a:pt x="3139091" y="79952"/>
                  </a:lnTo>
                  <a:lnTo>
                    <a:pt x="3102722" y="52512"/>
                  </a:lnTo>
                  <a:lnTo>
                    <a:pt x="3062643" y="30294"/>
                  </a:lnTo>
                  <a:lnTo>
                    <a:pt x="3019359" y="13799"/>
                  </a:lnTo>
                  <a:lnTo>
                    <a:pt x="2973374" y="3533"/>
                  </a:lnTo>
                  <a:lnTo>
                    <a:pt x="2925191" y="0"/>
                  </a:lnTo>
                  <a:close/>
                </a:path>
              </a:pathLst>
            </a:custGeom>
            <a:solidFill>
              <a:srgbClr val="F4F8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02600" y="1117600"/>
              <a:ext cx="3251200" cy="1955800"/>
            </a:xfrm>
            <a:custGeom>
              <a:avLst/>
              <a:gdLst/>
              <a:ahLst/>
              <a:cxnLst/>
              <a:rect l="l" t="t" r="r" b="b"/>
              <a:pathLst>
                <a:path w="3251200" h="1955800">
                  <a:moveTo>
                    <a:pt x="0" y="326009"/>
                  </a:moveTo>
                  <a:lnTo>
                    <a:pt x="3533" y="277825"/>
                  </a:lnTo>
                  <a:lnTo>
                    <a:pt x="13799" y="231840"/>
                  </a:lnTo>
                  <a:lnTo>
                    <a:pt x="30294" y="188556"/>
                  </a:lnTo>
                  <a:lnTo>
                    <a:pt x="52512" y="148477"/>
                  </a:lnTo>
                  <a:lnTo>
                    <a:pt x="79952" y="112108"/>
                  </a:lnTo>
                  <a:lnTo>
                    <a:pt x="112108" y="79952"/>
                  </a:lnTo>
                  <a:lnTo>
                    <a:pt x="148477" y="52512"/>
                  </a:lnTo>
                  <a:lnTo>
                    <a:pt x="188556" y="30294"/>
                  </a:lnTo>
                  <a:lnTo>
                    <a:pt x="231840" y="13799"/>
                  </a:lnTo>
                  <a:lnTo>
                    <a:pt x="277825" y="3533"/>
                  </a:lnTo>
                  <a:lnTo>
                    <a:pt x="326008" y="0"/>
                  </a:lnTo>
                  <a:lnTo>
                    <a:pt x="2925191" y="0"/>
                  </a:lnTo>
                  <a:lnTo>
                    <a:pt x="2973374" y="3533"/>
                  </a:lnTo>
                  <a:lnTo>
                    <a:pt x="3019359" y="13799"/>
                  </a:lnTo>
                  <a:lnTo>
                    <a:pt x="3062643" y="30294"/>
                  </a:lnTo>
                  <a:lnTo>
                    <a:pt x="3102722" y="52512"/>
                  </a:lnTo>
                  <a:lnTo>
                    <a:pt x="3139091" y="79952"/>
                  </a:lnTo>
                  <a:lnTo>
                    <a:pt x="3171247" y="112108"/>
                  </a:lnTo>
                  <a:lnTo>
                    <a:pt x="3198687" y="148477"/>
                  </a:lnTo>
                  <a:lnTo>
                    <a:pt x="3220905" y="188556"/>
                  </a:lnTo>
                  <a:lnTo>
                    <a:pt x="3237400" y="231840"/>
                  </a:lnTo>
                  <a:lnTo>
                    <a:pt x="3247666" y="277825"/>
                  </a:lnTo>
                  <a:lnTo>
                    <a:pt x="3251200" y="326009"/>
                  </a:lnTo>
                  <a:lnTo>
                    <a:pt x="3251200" y="1629790"/>
                  </a:lnTo>
                  <a:lnTo>
                    <a:pt x="3247666" y="1677974"/>
                  </a:lnTo>
                  <a:lnTo>
                    <a:pt x="3237400" y="1723959"/>
                  </a:lnTo>
                  <a:lnTo>
                    <a:pt x="3220905" y="1767243"/>
                  </a:lnTo>
                  <a:lnTo>
                    <a:pt x="3198687" y="1807322"/>
                  </a:lnTo>
                  <a:lnTo>
                    <a:pt x="3171247" y="1843691"/>
                  </a:lnTo>
                  <a:lnTo>
                    <a:pt x="3139091" y="1875847"/>
                  </a:lnTo>
                  <a:lnTo>
                    <a:pt x="3102722" y="1903287"/>
                  </a:lnTo>
                  <a:lnTo>
                    <a:pt x="3062643" y="1925505"/>
                  </a:lnTo>
                  <a:lnTo>
                    <a:pt x="3019359" y="1942000"/>
                  </a:lnTo>
                  <a:lnTo>
                    <a:pt x="2973374" y="1952266"/>
                  </a:lnTo>
                  <a:lnTo>
                    <a:pt x="2925191" y="1955800"/>
                  </a:lnTo>
                  <a:lnTo>
                    <a:pt x="326008" y="1955800"/>
                  </a:lnTo>
                  <a:lnTo>
                    <a:pt x="277825" y="1952266"/>
                  </a:lnTo>
                  <a:lnTo>
                    <a:pt x="231840" y="1942000"/>
                  </a:lnTo>
                  <a:lnTo>
                    <a:pt x="188556" y="1925505"/>
                  </a:lnTo>
                  <a:lnTo>
                    <a:pt x="148477" y="1903287"/>
                  </a:lnTo>
                  <a:lnTo>
                    <a:pt x="112108" y="1875847"/>
                  </a:lnTo>
                  <a:lnTo>
                    <a:pt x="79952" y="1843691"/>
                  </a:lnTo>
                  <a:lnTo>
                    <a:pt x="52512" y="1807322"/>
                  </a:lnTo>
                  <a:lnTo>
                    <a:pt x="30294" y="1767243"/>
                  </a:lnTo>
                  <a:lnTo>
                    <a:pt x="13799" y="1723959"/>
                  </a:lnTo>
                  <a:lnTo>
                    <a:pt x="3533" y="1677974"/>
                  </a:lnTo>
                  <a:lnTo>
                    <a:pt x="0" y="1629790"/>
                  </a:lnTo>
                  <a:lnTo>
                    <a:pt x="0" y="326009"/>
                  </a:lnTo>
                  <a:close/>
                </a:path>
              </a:pathLst>
            </a:custGeom>
            <a:ln w="38100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6939" y="358520"/>
            <a:ext cx="77400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310" dirty="0"/>
              <a:t>Multi-</a:t>
            </a:r>
            <a:r>
              <a:rPr sz="4400" spc="335" dirty="0"/>
              <a:t>Region</a:t>
            </a:r>
            <a:r>
              <a:rPr sz="4400" spc="-60" dirty="0"/>
              <a:t> </a:t>
            </a:r>
            <a:r>
              <a:rPr sz="4400" spc="425" dirty="0"/>
              <a:t>Active/Active</a:t>
            </a:r>
            <a:endParaRPr sz="4400"/>
          </a:p>
        </p:txBody>
      </p:sp>
      <p:sp>
        <p:nvSpPr>
          <p:cNvPr id="9" name="object 9"/>
          <p:cNvSpPr txBox="1"/>
          <p:nvPr/>
        </p:nvSpPr>
        <p:spPr>
          <a:xfrm>
            <a:off x="904443" y="1029081"/>
            <a:ext cx="368554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Replicating</a:t>
            </a:r>
            <a:r>
              <a:rPr sz="2600" spc="-12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for</a:t>
            </a:r>
            <a:r>
              <a:rPr sz="2600" spc="-9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Redundancy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10143" y="1244549"/>
            <a:ext cx="23793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East</a:t>
            </a:r>
            <a:r>
              <a:rPr sz="1800" b="1" spc="-3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US</a:t>
            </a:r>
            <a:r>
              <a:rPr sz="1800" b="1" spc="-2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2</a:t>
            </a:r>
            <a:r>
              <a:rPr sz="1800" b="1" spc="-2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(Active</a:t>
            </a:r>
            <a:r>
              <a:rPr sz="1800" b="1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Region)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11546" y="1633385"/>
            <a:ext cx="5857875" cy="4165600"/>
            <a:chOff x="5511546" y="1633385"/>
            <a:chExt cx="5857875" cy="416560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96859" y="1633385"/>
              <a:ext cx="1153502" cy="11535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85121" y="1633982"/>
              <a:ext cx="1153502" cy="115341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098917" y="3823843"/>
              <a:ext cx="3251200" cy="1956435"/>
            </a:xfrm>
            <a:custGeom>
              <a:avLst/>
              <a:gdLst/>
              <a:ahLst/>
              <a:cxnLst/>
              <a:rect l="l" t="t" r="r" b="b"/>
              <a:pathLst>
                <a:path w="3251200" h="1956435">
                  <a:moveTo>
                    <a:pt x="2925317" y="0"/>
                  </a:moveTo>
                  <a:lnTo>
                    <a:pt x="326008" y="0"/>
                  </a:lnTo>
                  <a:lnTo>
                    <a:pt x="277854" y="3533"/>
                  </a:lnTo>
                  <a:lnTo>
                    <a:pt x="231886" y="13799"/>
                  </a:lnTo>
                  <a:lnTo>
                    <a:pt x="188611" y="30294"/>
                  </a:lnTo>
                  <a:lnTo>
                    <a:pt x="148533" y="52512"/>
                  </a:lnTo>
                  <a:lnTo>
                    <a:pt x="112159" y="79952"/>
                  </a:lnTo>
                  <a:lnTo>
                    <a:pt x="79995" y="112108"/>
                  </a:lnTo>
                  <a:lnTo>
                    <a:pt x="52544" y="148477"/>
                  </a:lnTo>
                  <a:lnTo>
                    <a:pt x="30314" y="188556"/>
                  </a:lnTo>
                  <a:lnTo>
                    <a:pt x="13810" y="231840"/>
                  </a:lnTo>
                  <a:lnTo>
                    <a:pt x="3536" y="277825"/>
                  </a:lnTo>
                  <a:lnTo>
                    <a:pt x="0" y="326008"/>
                  </a:lnTo>
                  <a:lnTo>
                    <a:pt x="0" y="1629917"/>
                  </a:lnTo>
                  <a:lnTo>
                    <a:pt x="3536" y="1678073"/>
                  </a:lnTo>
                  <a:lnTo>
                    <a:pt x="13810" y="1724037"/>
                  </a:lnTo>
                  <a:lnTo>
                    <a:pt x="30314" y="1767305"/>
                  </a:lnTo>
                  <a:lnTo>
                    <a:pt x="52544" y="1807372"/>
                  </a:lnTo>
                  <a:lnTo>
                    <a:pt x="79995" y="1843733"/>
                  </a:lnTo>
                  <a:lnTo>
                    <a:pt x="112159" y="1875885"/>
                  </a:lnTo>
                  <a:lnTo>
                    <a:pt x="148533" y="1903323"/>
                  </a:lnTo>
                  <a:lnTo>
                    <a:pt x="188611" y="1925541"/>
                  </a:lnTo>
                  <a:lnTo>
                    <a:pt x="231886" y="1942036"/>
                  </a:lnTo>
                  <a:lnTo>
                    <a:pt x="277854" y="1952303"/>
                  </a:lnTo>
                  <a:lnTo>
                    <a:pt x="326008" y="1955838"/>
                  </a:lnTo>
                  <a:lnTo>
                    <a:pt x="2925317" y="1955838"/>
                  </a:lnTo>
                  <a:lnTo>
                    <a:pt x="2973469" y="1952303"/>
                  </a:lnTo>
                  <a:lnTo>
                    <a:pt x="3019429" y="1942036"/>
                  </a:lnTo>
                  <a:lnTo>
                    <a:pt x="3062692" y="1925541"/>
                  </a:lnTo>
                  <a:lnTo>
                    <a:pt x="3102755" y="1903323"/>
                  </a:lnTo>
                  <a:lnTo>
                    <a:pt x="3139112" y="1875885"/>
                  </a:lnTo>
                  <a:lnTo>
                    <a:pt x="3171259" y="1843733"/>
                  </a:lnTo>
                  <a:lnTo>
                    <a:pt x="3198693" y="1807372"/>
                  </a:lnTo>
                  <a:lnTo>
                    <a:pt x="3220908" y="1767305"/>
                  </a:lnTo>
                  <a:lnTo>
                    <a:pt x="3237400" y="1724037"/>
                  </a:lnTo>
                  <a:lnTo>
                    <a:pt x="3247666" y="1678073"/>
                  </a:lnTo>
                  <a:lnTo>
                    <a:pt x="3251200" y="1629917"/>
                  </a:lnTo>
                  <a:lnTo>
                    <a:pt x="3251200" y="326008"/>
                  </a:lnTo>
                  <a:lnTo>
                    <a:pt x="3247666" y="277825"/>
                  </a:lnTo>
                  <a:lnTo>
                    <a:pt x="3237400" y="231840"/>
                  </a:lnTo>
                  <a:lnTo>
                    <a:pt x="3220908" y="188556"/>
                  </a:lnTo>
                  <a:lnTo>
                    <a:pt x="3198693" y="148477"/>
                  </a:lnTo>
                  <a:lnTo>
                    <a:pt x="3171259" y="112108"/>
                  </a:lnTo>
                  <a:lnTo>
                    <a:pt x="3139112" y="79952"/>
                  </a:lnTo>
                  <a:lnTo>
                    <a:pt x="3102755" y="52512"/>
                  </a:lnTo>
                  <a:lnTo>
                    <a:pt x="3062692" y="30294"/>
                  </a:lnTo>
                  <a:lnTo>
                    <a:pt x="3019429" y="13799"/>
                  </a:lnTo>
                  <a:lnTo>
                    <a:pt x="2973469" y="3533"/>
                  </a:lnTo>
                  <a:lnTo>
                    <a:pt x="2925317" y="0"/>
                  </a:lnTo>
                  <a:close/>
                </a:path>
              </a:pathLst>
            </a:custGeom>
            <a:solidFill>
              <a:srgbClr val="F4F8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98917" y="3823843"/>
              <a:ext cx="3251200" cy="1956435"/>
            </a:xfrm>
            <a:custGeom>
              <a:avLst/>
              <a:gdLst/>
              <a:ahLst/>
              <a:cxnLst/>
              <a:rect l="l" t="t" r="r" b="b"/>
              <a:pathLst>
                <a:path w="3251200" h="1956435">
                  <a:moveTo>
                    <a:pt x="0" y="326008"/>
                  </a:moveTo>
                  <a:lnTo>
                    <a:pt x="3536" y="277825"/>
                  </a:lnTo>
                  <a:lnTo>
                    <a:pt x="13810" y="231840"/>
                  </a:lnTo>
                  <a:lnTo>
                    <a:pt x="30314" y="188556"/>
                  </a:lnTo>
                  <a:lnTo>
                    <a:pt x="52544" y="148477"/>
                  </a:lnTo>
                  <a:lnTo>
                    <a:pt x="79995" y="112108"/>
                  </a:lnTo>
                  <a:lnTo>
                    <a:pt x="112159" y="79952"/>
                  </a:lnTo>
                  <a:lnTo>
                    <a:pt x="148533" y="52512"/>
                  </a:lnTo>
                  <a:lnTo>
                    <a:pt x="188611" y="30294"/>
                  </a:lnTo>
                  <a:lnTo>
                    <a:pt x="231886" y="13799"/>
                  </a:lnTo>
                  <a:lnTo>
                    <a:pt x="277854" y="3533"/>
                  </a:lnTo>
                  <a:lnTo>
                    <a:pt x="326008" y="0"/>
                  </a:lnTo>
                  <a:lnTo>
                    <a:pt x="2925317" y="0"/>
                  </a:lnTo>
                  <a:lnTo>
                    <a:pt x="2973469" y="3533"/>
                  </a:lnTo>
                  <a:lnTo>
                    <a:pt x="3019429" y="13799"/>
                  </a:lnTo>
                  <a:lnTo>
                    <a:pt x="3062692" y="30294"/>
                  </a:lnTo>
                  <a:lnTo>
                    <a:pt x="3102755" y="52512"/>
                  </a:lnTo>
                  <a:lnTo>
                    <a:pt x="3139112" y="79952"/>
                  </a:lnTo>
                  <a:lnTo>
                    <a:pt x="3171259" y="112108"/>
                  </a:lnTo>
                  <a:lnTo>
                    <a:pt x="3198693" y="148477"/>
                  </a:lnTo>
                  <a:lnTo>
                    <a:pt x="3220908" y="188556"/>
                  </a:lnTo>
                  <a:lnTo>
                    <a:pt x="3237400" y="231840"/>
                  </a:lnTo>
                  <a:lnTo>
                    <a:pt x="3247666" y="277825"/>
                  </a:lnTo>
                  <a:lnTo>
                    <a:pt x="3251200" y="326008"/>
                  </a:lnTo>
                  <a:lnTo>
                    <a:pt x="3251200" y="1629917"/>
                  </a:lnTo>
                  <a:lnTo>
                    <a:pt x="3247666" y="1678073"/>
                  </a:lnTo>
                  <a:lnTo>
                    <a:pt x="3237400" y="1724037"/>
                  </a:lnTo>
                  <a:lnTo>
                    <a:pt x="3220908" y="1767305"/>
                  </a:lnTo>
                  <a:lnTo>
                    <a:pt x="3198693" y="1807372"/>
                  </a:lnTo>
                  <a:lnTo>
                    <a:pt x="3171259" y="1843733"/>
                  </a:lnTo>
                  <a:lnTo>
                    <a:pt x="3139112" y="1875885"/>
                  </a:lnTo>
                  <a:lnTo>
                    <a:pt x="3102755" y="1903323"/>
                  </a:lnTo>
                  <a:lnTo>
                    <a:pt x="3062692" y="1925541"/>
                  </a:lnTo>
                  <a:lnTo>
                    <a:pt x="3019429" y="1942036"/>
                  </a:lnTo>
                  <a:lnTo>
                    <a:pt x="2973469" y="1952303"/>
                  </a:lnTo>
                  <a:lnTo>
                    <a:pt x="2925317" y="1955838"/>
                  </a:lnTo>
                  <a:lnTo>
                    <a:pt x="326008" y="1955838"/>
                  </a:lnTo>
                  <a:lnTo>
                    <a:pt x="277854" y="1952303"/>
                  </a:lnTo>
                  <a:lnTo>
                    <a:pt x="231886" y="1942036"/>
                  </a:lnTo>
                  <a:lnTo>
                    <a:pt x="188611" y="1925541"/>
                  </a:lnTo>
                  <a:lnTo>
                    <a:pt x="148533" y="1903323"/>
                  </a:lnTo>
                  <a:lnTo>
                    <a:pt x="112159" y="1875885"/>
                  </a:lnTo>
                  <a:lnTo>
                    <a:pt x="79995" y="1843733"/>
                  </a:lnTo>
                  <a:lnTo>
                    <a:pt x="52544" y="1807372"/>
                  </a:lnTo>
                  <a:lnTo>
                    <a:pt x="30314" y="1767305"/>
                  </a:lnTo>
                  <a:lnTo>
                    <a:pt x="13810" y="1724037"/>
                  </a:lnTo>
                  <a:lnTo>
                    <a:pt x="3536" y="1678073"/>
                  </a:lnTo>
                  <a:lnTo>
                    <a:pt x="0" y="1629917"/>
                  </a:lnTo>
                  <a:lnTo>
                    <a:pt x="0" y="326008"/>
                  </a:lnTo>
                  <a:close/>
                </a:path>
              </a:pathLst>
            </a:custGeom>
            <a:ln w="38100">
              <a:solidFill>
                <a:srgbClr val="0078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22640" y="4351185"/>
              <a:ext cx="1153502" cy="115350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10902" y="4351782"/>
              <a:ext cx="1153502" cy="115341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511546" y="2038349"/>
              <a:ext cx="4273550" cy="2947035"/>
            </a:xfrm>
            <a:custGeom>
              <a:avLst/>
              <a:gdLst/>
              <a:ahLst/>
              <a:cxnLst/>
              <a:rect l="l" t="t" r="r" b="b"/>
              <a:pathLst>
                <a:path w="4273550" h="2947035">
                  <a:moveTo>
                    <a:pt x="584454" y="1390650"/>
                  </a:moveTo>
                  <a:lnTo>
                    <a:pt x="546354" y="1371600"/>
                  </a:lnTo>
                  <a:lnTo>
                    <a:pt x="470154" y="1333500"/>
                  </a:lnTo>
                  <a:lnTo>
                    <a:pt x="470154" y="1371600"/>
                  </a:lnTo>
                  <a:lnTo>
                    <a:pt x="0" y="1371600"/>
                  </a:lnTo>
                  <a:lnTo>
                    <a:pt x="0" y="1409700"/>
                  </a:lnTo>
                  <a:lnTo>
                    <a:pt x="470154" y="1409700"/>
                  </a:lnTo>
                  <a:lnTo>
                    <a:pt x="470154" y="1447800"/>
                  </a:lnTo>
                  <a:lnTo>
                    <a:pt x="546354" y="1409700"/>
                  </a:lnTo>
                  <a:lnTo>
                    <a:pt x="584454" y="1390650"/>
                  </a:lnTo>
                  <a:close/>
                </a:path>
                <a:path w="4273550" h="2947035">
                  <a:moveTo>
                    <a:pt x="2591054" y="2889504"/>
                  </a:moveTo>
                  <a:lnTo>
                    <a:pt x="2552954" y="2870466"/>
                  </a:lnTo>
                  <a:lnTo>
                    <a:pt x="2476754" y="2832354"/>
                  </a:lnTo>
                  <a:lnTo>
                    <a:pt x="2476754" y="2870466"/>
                  </a:lnTo>
                  <a:lnTo>
                    <a:pt x="1330833" y="2870466"/>
                  </a:lnTo>
                  <a:lnTo>
                    <a:pt x="1330833" y="2038731"/>
                  </a:lnTo>
                  <a:lnTo>
                    <a:pt x="1330833" y="2000631"/>
                  </a:lnTo>
                  <a:lnTo>
                    <a:pt x="1308354" y="2000631"/>
                  </a:lnTo>
                  <a:lnTo>
                    <a:pt x="1308354" y="2035314"/>
                  </a:lnTo>
                  <a:lnTo>
                    <a:pt x="1292733" y="2019681"/>
                  </a:lnTo>
                  <a:lnTo>
                    <a:pt x="1292733" y="2908554"/>
                  </a:lnTo>
                  <a:lnTo>
                    <a:pt x="2476754" y="2908554"/>
                  </a:lnTo>
                  <a:lnTo>
                    <a:pt x="2476754" y="2946654"/>
                  </a:lnTo>
                  <a:lnTo>
                    <a:pt x="2552954" y="2908554"/>
                  </a:lnTo>
                  <a:lnTo>
                    <a:pt x="2591054" y="2889504"/>
                  </a:lnTo>
                  <a:close/>
                </a:path>
                <a:path w="4273550" h="2947035">
                  <a:moveTo>
                    <a:pt x="2591054" y="57150"/>
                  </a:moveTo>
                  <a:lnTo>
                    <a:pt x="2552954" y="38100"/>
                  </a:lnTo>
                  <a:lnTo>
                    <a:pt x="2476754" y="0"/>
                  </a:lnTo>
                  <a:lnTo>
                    <a:pt x="2476754" y="38100"/>
                  </a:lnTo>
                  <a:lnTo>
                    <a:pt x="1289304" y="38100"/>
                  </a:lnTo>
                  <a:lnTo>
                    <a:pt x="1289304" y="812419"/>
                  </a:lnTo>
                  <a:lnTo>
                    <a:pt x="1327404" y="812419"/>
                  </a:lnTo>
                  <a:lnTo>
                    <a:pt x="1327404" y="76200"/>
                  </a:lnTo>
                  <a:lnTo>
                    <a:pt x="2476754" y="76200"/>
                  </a:lnTo>
                  <a:lnTo>
                    <a:pt x="2476754" y="114300"/>
                  </a:lnTo>
                  <a:lnTo>
                    <a:pt x="2552954" y="76200"/>
                  </a:lnTo>
                  <a:lnTo>
                    <a:pt x="2591054" y="57150"/>
                  </a:lnTo>
                  <a:close/>
                </a:path>
                <a:path w="4273550" h="2947035">
                  <a:moveTo>
                    <a:pt x="4273296" y="1149604"/>
                  </a:moveTo>
                  <a:lnTo>
                    <a:pt x="4263809" y="1130427"/>
                  </a:lnTo>
                  <a:lnTo>
                    <a:pt x="4263682" y="1130173"/>
                  </a:lnTo>
                  <a:lnTo>
                    <a:pt x="4216654" y="1035050"/>
                  </a:lnTo>
                  <a:lnTo>
                    <a:pt x="4158996" y="1149096"/>
                  </a:lnTo>
                  <a:lnTo>
                    <a:pt x="4196994" y="1149273"/>
                  </a:lnTo>
                  <a:lnTo>
                    <a:pt x="4194518" y="1670939"/>
                  </a:lnTo>
                  <a:lnTo>
                    <a:pt x="4194518" y="1671116"/>
                  </a:lnTo>
                  <a:lnTo>
                    <a:pt x="4156456" y="1670939"/>
                  </a:lnTo>
                  <a:lnTo>
                    <a:pt x="4212971" y="1785493"/>
                  </a:lnTo>
                  <a:lnTo>
                    <a:pt x="4261167" y="1690370"/>
                  </a:lnTo>
                  <a:lnTo>
                    <a:pt x="4270756" y="1671447"/>
                  </a:lnTo>
                  <a:lnTo>
                    <a:pt x="4232618" y="1671281"/>
                  </a:lnTo>
                  <a:lnTo>
                    <a:pt x="4235094" y="1149604"/>
                  </a:lnTo>
                  <a:lnTo>
                    <a:pt x="4235094" y="1149438"/>
                  </a:lnTo>
                  <a:lnTo>
                    <a:pt x="4273296" y="1149604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946897" y="3282441"/>
            <a:ext cx="3082290" cy="98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Active</a:t>
            </a:r>
            <a:r>
              <a:rPr sz="1800" b="1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Replication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800">
              <a:latin typeface="Calibri"/>
              <a:cs typeface="Calibri"/>
            </a:endParaRPr>
          </a:p>
          <a:p>
            <a:pPr marL="49022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Central</a:t>
            </a:r>
            <a:r>
              <a:rPr sz="1800" b="1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US</a:t>
            </a:r>
            <a:r>
              <a:rPr sz="1800" b="1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2539"/>
                </a:solidFill>
                <a:latin typeface="Calibri"/>
                <a:cs typeface="Calibri"/>
              </a:rPr>
              <a:t>(Passive</a:t>
            </a:r>
            <a:r>
              <a:rPr sz="1800" b="1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2539"/>
                </a:solidFill>
                <a:latin typeface="Calibri"/>
                <a:cs typeface="Calibri"/>
              </a:rPr>
              <a:t>Region)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443" y="358520"/>
            <a:ext cx="2878455" cy="1092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450" dirty="0"/>
              <a:t>Recap</a:t>
            </a:r>
            <a:endParaRPr sz="4400"/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797979"/>
                </a:solidFill>
                <a:latin typeface="Calibri"/>
                <a:cs typeface="Calibri"/>
              </a:rPr>
              <a:t>Architecture</a:t>
            </a:r>
            <a:r>
              <a:rPr sz="2600" spc="-12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97979"/>
                </a:solidFill>
                <a:latin typeface="Calibri"/>
                <a:cs typeface="Calibri"/>
              </a:rPr>
              <a:t>Patterns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281059" y="2179576"/>
            <a:ext cx="1809750" cy="1803400"/>
            <a:chOff x="9281059" y="2179576"/>
            <a:chExt cx="1809750" cy="1803400"/>
          </a:xfrm>
        </p:grpSpPr>
        <p:sp>
          <p:nvSpPr>
            <p:cNvPr id="4" name="object 4"/>
            <p:cNvSpPr/>
            <p:nvPr/>
          </p:nvSpPr>
          <p:spPr>
            <a:xfrm>
              <a:off x="9281059" y="2179576"/>
              <a:ext cx="1809750" cy="1803400"/>
            </a:xfrm>
            <a:custGeom>
              <a:avLst/>
              <a:gdLst/>
              <a:ahLst/>
              <a:cxnLst/>
              <a:rect l="l" t="t" r="r" b="b"/>
              <a:pathLst>
                <a:path w="1809750" h="1803400">
                  <a:moveTo>
                    <a:pt x="1137764" y="25400"/>
                  </a:moveTo>
                  <a:lnTo>
                    <a:pt x="671439" y="25399"/>
                  </a:lnTo>
                  <a:lnTo>
                    <a:pt x="627275" y="38099"/>
                  </a:lnTo>
                  <a:lnTo>
                    <a:pt x="584080" y="63499"/>
                  </a:lnTo>
                  <a:lnTo>
                    <a:pt x="500845" y="88899"/>
                  </a:lnTo>
                  <a:lnTo>
                    <a:pt x="460930" y="114299"/>
                  </a:lnTo>
                  <a:lnTo>
                    <a:pt x="422232" y="139699"/>
                  </a:lnTo>
                  <a:lnTo>
                    <a:pt x="384814" y="165099"/>
                  </a:lnTo>
                  <a:lnTo>
                    <a:pt x="348739" y="190499"/>
                  </a:lnTo>
                  <a:lnTo>
                    <a:pt x="314069" y="215899"/>
                  </a:lnTo>
                  <a:lnTo>
                    <a:pt x="280866" y="253999"/>
                  </a:lnTo>
                  <a:lnTo>
                    <a:pt x="249192" y="279399"/>
                  </a:lnTo>
                  <a:lnTo>
                    <a:pt x="219110" y="317499"/>
                  </a:lnTo>
                  <a:lnTo>
                    <a:pt x="190682" y="342899"/>
                  </a:lnTo>
                  <a:lnTo>
                    <a:pt x="163970" y="380999"/>
                  </a:lnTo>
                  <a:lnTo>
                    <a:pt x="139037" y="419099"/>
                  </a:lnTo>
                  <a:lnTo>
                    <a:pt x="115946" y="457199"/>
                  </a:lnTo>
                  <a:lnTo>
                    <a:pt x="94757" y="495299"/>
                  </a:lnTo>
                  <a:lnTo>
                    <a:pt x="75535" y="546099"/>
                  </a:lnTo>
                  <a:lnTo>
                    <a:pt x="58340" y="584199"/>
                  </a:lnTo>
                  <a:lnTo>
                    <a:pt x="43236" y="622299"/>
                  </a:lnTo>
                  <a:lnTo>
                    <a:pt x="30285" y="673099"/>
                  </a:lnTo>
                  <a:lnTo>
                    <a:pt x="19548" y="711199"/>
                  </a:lnTo>
                  <a:lnTo>
                    <a:pt x="11089" y="761999"/>
                  </a:lnTo>
                  <a:lnTo>
                    <a:pt x="4970" y="812799"/>
                  </a:lnTo>
                  <a:lnTo>
                    <a:pt x="1252" y="850899"/>
                  </a:lnTo>
                  <a:lnTo>
                    <a:pt x="0" y="901699"/>
                  </a:lnTo>
                  <a:lnTo>
                    <a:pt x="1252" y="952499"/>
                  </a:lnTo>
                  <a:lnTo>
                    <a:pt x="4970" y="1003299"/>
                  </a:lnTo>
                  <a:lnTo>
                    <a:pt x="11089" y="1041399"/>
                  </a:lnTo>
                  <a:lnTo>
                    <a:pt x="19548" y="1092199"/>
                  </a:lnTo>
                  <a:lnTo>
                    <a:pt x="30285" y="1142999"/>
                  </a:lnTo>
                  <a:lnTo>
                    <a:pt x="43236" y="1181099"/>
                  </a:lnTo>
                  <a:lnTo>
                    <a:pt x="58340" y="1219199"/>
                  </a:lnTo>
                  <a:lnTo>
                    <a:pt x="75535" y="1269999"/>
                  </a:lnTo>
                  <a:lnTo>
                    <a:pt x="94757" y="1308099"/>
                  </a:lnTo>
                  <a:lnTo>
                    <a:pt x="115946" y="1346199"/>
                  </a:lnTo>
                  <a:lnTo>
                    <a:pt x="139037" y="1384299"/>
                  </a:lnTo>
                  <a:lnTo>
                    <a:pt x="163970" y="1422399"/>
                  </a:lnTo>
                  <a:lnTo>
                    <a:pt x="190682" y="1460499"/>
                  </a:lnTo>
                  <a:lnTo>
                    <a:pt x="219110" y="1498599"/>
                  </a:lnTo>
                  <a:lnTo>
                    <a:pt x="249192" y="1523999"/>
                  </a:lnTo>
                  <a:lnTo>
                    <a:pt x="280866" y="1562099"/>
                  </a:lnTo>
                  <a:lnTo>
                    <a:pt x="314069" y="1587499"/>
                  </a:lnTo>
                  <a:lnTo>
                    <a:pt x="348739" y="1612899"/>
                  </a:lnTo>
                  <a:lnTo>
                    <a:pt x="384814" y="1650999"/>
                  </a:lnTo>
                  <a:lnTo>
                    <a:pt x="422232" y="1676399"/>
                  </a:lnTo>
                  <a:lnTo>
                    <a:pt x="460930" y="1689099"/>
                  </a:lnTo>
                  <a:lnTo>
                    <a:pt x="500845" y="1714499"/>
                  </a:lnTo>
                  <a:lnTo>
                    <a:pt x="541916" y="1739899"/>
                  </a:lnTo>
                  <a:lnTo>
                    <a:pt x="627275" y="1765299"/>
                  </a:lnTo>
                  <a:lnTo>
                    <a:pt x="762422" y="1803399"/>
                  </a:lnTo>
                  <a:lnTo>
                    <a:pt x="1046781" y="1803399"/>
                  </a:lnTo>
                  <a:lnTo>
                    <a:pt x="1181928" y="1765299"/>
                  </a:lnTo>
                  <a:lnTo>
                    <a:pt x="1267287" y="1739899"/>
                  </a:lnTo>
                  <a:lnTo>
                    <a:pt x="1308358" y="1714499"/>
                  </a:lnTo>
                  <a:lnTo>
                    <a:pt x="1328316" y="1701799"/>
                  </a:lnTo>
                  <a:lnTo>
                    <a:pt x="766345" y="1701799"/>
                  </a:lnTo>
                  <a:lnTo>
                    <a:pt x="633519" y="1663699"/>
                  </a:lnTo>
                  <a:lnTo>
                    <a:pt x="591338" y="1650999"/>
                  </a:lnTo>
                  <a:lnTo>
                    <a:pt x="550333" y="1625599"/>
                  </a:lnTo>
                  <a:lnTo>
                    <a:pt x="510579" y="1612899"/>
                  </a:lnTo>
                  <a:lnTo>
                    <a:pt x="472153" y="1587499"/>
                  </a:lnTo>
                  <a:lnTo>
                    <a:pt x="435133" y="1562099"/>
                  </a:lnTo>
                  <a:lnTo>
                    <a:pt x="399596" y="1536699"/>
                  </a:lnTo>
                  <a:lnTo>
                    <a:pt x="365617" y="1511299"/>
                  </a:lnTo>
                  <a:lnTo>
                    <a:pt x="333274" y="1473199"/>
                  </a:lnTo>
                  <a:lnTo>
                    <a:pt x="302643" y="1447799"/>
                  </a:lnTo>
                  <a:lnTo>
                    <a:pt x="273802" y="1409699"/>
                  </a:lnTo>
                  <a:lnTo>
                    <a:pt x="246827" y="1371599"/>
                  </a:lnTo>
                  <a:lnTo>
                    <a:pt x="221795" y="1333499"/>
                  </a:lnTo>
                  <a:lnTo>
                    <a:pt x="198782" y="1295399"/>
                  </a:lnTo>
                  <a:lnTo>
                    <a:pt x="177866" y="1257299"/>
                  </a:lnTo>
                  <a:lnTo>
                    <a:pt x="159123" y="1219199"/>
                  </a:lnTo>
                  <a:lnTo>
                    <a:pt x="142630" y="1181099"/>
                  </a:lnTo>
                  <a:lnTo>
                    <a:pt x="128464" y="1130299"/>
                  </a:lnTo>
                  <a:lnTo>
                    <a:pt x="116701" y="1092199"/>
                  </a:lnTo>
                  <a:lnTo>
                    <a:pt x="107419" y="1041399"/>
                  </a:lnTo>
                  <a:lnTo>
                    <a:pt x="100693" y="1003299"/>
                  </a:lnTo>
                  <a:lnTo>
                    <a:pt x="96602" y="952499"/>
                  </a:lnTo>
                  <a:lnTo>
                    <a:pt x="95221" y="901699"/>
                  </a:lnTo>
                  <a:lnTo>
                    <a:pt x="96890" y="850899"/>
                  </a:lnTo>
                  <a:lnTo>
                    <a:pt x="101833" y="800099"/>
                  </a:lnTo>
                  <a:lnTo>
                    <a:pt x="109950" y="749299"/>
                  </a:lnTo>
                  <a:lnTo>
                    <a:pt x="121142" y="698499"/>
                  </a:lnTo>
                  <a:lnTo>
                    <a:pt x="135310" y="647699"/>
                  </a:lnTo>
                  <a:lnTo>
                    <a:pt x="152354" y="609599"/>
                  </a:lnTo>
                  <a:lnTo>
                    <a:pt x="172175" y="558799"/>
                  </a:lnTo>
                  <a:lnTo>
                    <a:pt x="194674" y="520699"/>
                  </a:lnTo>
                  <a:lnTo>
                    <a:pt x="219752" y="469899"/>
                  </a:lnTo>
                  <a:lnTo>
                    <a:pt x="247310" y="431799"/>
                  </a:lnTo>
                  <a:lnTo>
                    <a:pt x="277249" y="393699"/>
                  </a:lnTo>
                  <a:lnTo>
                    <a:pt x="309469" y="355599"/>
                  </a:lnTo>
                  <a:lnTo>
                    <a:pt x="1344702" y="355600"/>
                  </a:lnTo>
                  <a:lnTo>
                    <a:pt x="1337003" y="342900"/>
                  </a:lnTo>
                  <a:lnTo>
                    <a:pt x="1325956" y="342900"/>
                  </a:lnTo>
                  <a:lnTo>
                    <a:pt x="1265252" y="304800"/>
                  </a:lnTo>
                  <a:lnTo>
                    <a:pt x="976017" y="304800"/>
                  </a:lnTo>
                  <a:lnTo>
                    <a:pt x="952212" y="279400"/>
                  </a:lnTo>
                  <a:lnTo>
                    <a:pt x="863537" y="279399"/>
                  </a:lnTo>
                  <a:lnTo>
                    <a:pt x="858702" y="266699"/>
                  </a:lnTo>
                  <a:lnTo>
                    <a:pt x="856991" y="266699"/>
                  </a:lnTo>
                  <a:lnTo>
                    <a:pt x="856991" y="190499"/>
                  </a:lnTo>
                  <a:lnTo>
                    <a:pt x="859371" y="190499"/>
                  </a:lnTo>
                  <a:lnTo>
                    <a:pt x="866513" y="177799"/>
                  </a:lnTo>
                  <a:lnTo>
                    <a:pt x="1018867" y="114300"/>
                  </a:lnTo>
                  <a:lnTo>
                    <a:pt x="1348273" y="114300"/>
                  </a:lnTo>
                  <a:lnTo>
                    <a:pt x="1308358" y="88900"/>
                  </a:lnTo>
                  <a:lnTo>
                    <a:pt x="1225123" y="63500"/>
                  </a:lnTo>
                  <a:lnTo>
                    <a:pt x="1181928" y="38100"/>
                  </a:lnTo>
                  <a:lnTo>
                    <a:pt x="1137764" y="25400"/>
                  </a:lnTo>
                  <a:close/>
                </a:path>
                <a:path w="1809750" h="1803400">
                  <a:moveTo>
                    <a:pt x="777020" y="660399"/>
                  </a:moveTo>
                  <a:lnTo>
                    <a:pt x="547522" y="660399"/>
                  </a:lnTo>
                  <a:lnTo>
                    <a:pt x="552283" y="673099"/>
                  </a:lnTo>
                  <a:lnTo>
                    <a:pt x="554663" y="673099"/>
                  </a:lnTo>
                  <a:lnTo>
                    <a:pt x="633221" y="825499"/>
                  </a:lnTo>
                  <a:lnTo>
                    <a:pt x="641218" y="838199"/>
                  </a:lnTo>
                  <a:lnTo>
                    <a:pt x="650777" y="850899"/>
                  </a:lnTo>
                  <a:lnTo>
                    <a:pt x="661676" y="863599"/>
                  </a:lnTo>
                  <a:lnTo>
                    <a:pt x="673690" y="863599"/>
                  </a:lnTo>
                  <a:lnTo>
                    <a:pt x="778433" y="901699"/>
                  </a:lnTo>
                  <a:lnTo>
                    <a:pt x="790336" y="901699"/>
                  </a:lnTo>
                  <a:lnTo>
                    <a:pt x="792717" y="914399"/>
                  </a:lnTo>
                  <a:lnTo>
                    <a:pt x="799858" y="927099"/>
                  </a:lnTo>
                  <a:lnTo>
                    <a:pt x="806888" y="939799"/>
                  </a:lnTo>
                  <a:lnTo>
                    <a:pt x="816819" y="939799"/>
                  </a:lnTo>
                  <a:lnTo>
                    <a:pt x="828982" y="952499"/>
                  </a:lnTo>
                  <a:lnTo>
                    <a:pt x="885557" y="952499"/>
                  </a:lnTo>
                  <a:lnTo>
                    <a:pt x="890318" y="965199"/>
                  </a:lnTo>
                  <a:lnTo>
                    <a:pt x="921265" y="1003299"/>
                  </a:lnTo>
                  <a:lnTo>
                    <a:pt x="927068" y="1015999"/>
                  </a:lnTo>
                  <a:lnTo>
                    <a:pt x="941351" y="1015999"/>
                  </a:lnTo>
                  <a:lnTo>
                    <a:pt x="949832" y="1028699"/>
                  </a:lnTo>
                  <a:lnTo>
                    <a:pt x="999823" y="1041399"/>
                  </a:lnTo>
                  <a:lnTo>
                    <a:pt x="1015296" y="1041399"/>
                  </a:lnTo>
                  <a:lnTo>
                    <a:pt x="1017900" y="1054099"/>
                  </a:lnTo>
                  <a:lnTo>
                    <a:pt x="1016487" y="1066799"/>
                  </a:lnTo>
                  <a:lnTo>
                    <a:pt x="1010535" y="1079499"/>
                  </a:lnTo>
                  <a:lnTo>
                    <a:pt x="997442" y="1092199"/>
                  </a:lnTo>
                  <a:lnTo>
                    <a:pt x="984349" y="1117599"/>
                  </a:lnTo>
                  <a:lnTo>
                    <a:pt x="978398" y="1155699"/>
                  </a:lnTo>
                  <a:lnTo>
                    <a:pt x="986310" y="1219199"/>
                  </a:lnTo>
                  <a:lnTo>
                    <a:pt x="1006715" y="1269999"/>
                  </a:lnTo>
                  <a:lnTo>
                    <a:pt x="1034615" y="1308099"/>
                  </a:lnTo>
                  <a:lnTo>
                    <a:pt x="1065013" y="1333499"/>
                  </a:lnTo>
                  <a:lnTo>
                    <a:pt x="1092913" y="1358899"/>
                  </a:lnTo>
                  <a:lnTo>
                    <a:pt x="1113318" y="1384299"/>
                  </a:lnTo>
                  <a:lnTo>
                    <a:pt x="1121230" y="1396999"/>
                  </a:lnTo>
                  <a:lnTo>
                    <a:pt x="1120139" y="1447799"/>
                  </a:lnTo>
                  <a:lnTo>
                    <a:pt x="1117262" y="1498599"/>
                  </a:lnTo>
                  <a:lnTo>
                    <a:pt x="1113196" y="1562099"/>
                  </a:lnTo>
                  <a:lnTo>
                    <a:pt x="1108534" y="1612899"/>
                  </a:lnTo>
                  <a:lnTo>
                    <a:pt x="1103872" y="1650999"/>
                  </a:lnTo>
                  <a:lnTo>
                    <a:pt x="1099805" y="1689099"/>
                  </a:lnTo>
                  <a:lnTo>
                    <a:pt x="1052938" y="1689099"/>
                  </a:lnTo>
                  <a:lnTo>
                    <a:pt x="1005179" y="1701799"/>
                  </a:lnTo>
                  <a:lnTo>
                    <a:pt x="1328316" y="1701799"/>
                  </a:lnTo>
                  <a:lnTo>
                    <a:pt x="1348273" y="1689099"/>
                  </a:lnTo>
                  <a:lnTo>
                    <a:pt x="1386971" y="1676399"/>
                  </a:lnTo>
                  <a:lnTo>
                    <a:pt x="1424389" y="1650999"/>
                  </a:lnTo>
                  <a:lnTo>
                    <a:pt x="1209310" y="1650999"/>
                  </a:lnTo>
                  <a:lnTo>
                    <a:pt x="1244275" y="1625599"/>
                  </a:lnTo>
                  <a:lnTo>
                    <a:pt x="1283354" y="1587499"/>
                  </a:lnTo>
                  <a:lnTo>
                    <a:pt x="1322090" y="1562099"/>
                  </a:lnTo>
                  <a:lnTo>
                    <a:pt x="1356026" y="1523999"/>
                  </a:lnTo>
                  <a:lnTo>
                    <a:pt x="1405220" y="1460499"/>
                  </a:lnTo>
                  <a:lnTo>
                    <a:pt x="1419689" y="1422400"/>
                  </a:lnTo>
                  <a:lnTo>
                    <a:pt x="1428318" y="1384300"/>
                  </a:lnTo>
                  <a:lnTo>
                    <a:pt x="1454356" y="1371600"/>
                  </a:lnTo>
                  <a:lnTo>
                    <a:pt x="1511637" y="1346200"/>
                  </a:lnTo>
                  <a:lnTo>
                    <a:pt x="1568919" y="1295400"/>
                  </a:lnTo>
                  <a:lnTo>
                    <a:pt x="1594956" y="1219200"/>
                  </a:lnTo>
                  <a:lnTo>
                    <a:pt x="1568919" y="1155700"/>
                  </a:lnTo>
                  <a:lnTo>
                    <a:pt x="1511637" y="1117600"/>
                  </a:lnTo>
                  <a:lnTo>
                    <a:pt x="1454356" y="1104900"/>
                  </a:lnTo>
                  <a:lnTo>
                    <a:pt x="1428318" y="1092200"/>
                  </a:lnTo>
                  <a:lnTo>
                    <a:pt x="1409621" y="1054100"/>
                  </a:lnTo>
                  <a:lnTo>
                    <a:pt x="1379597" y="1028700"/>
                  </a:lnTo>
                  <a:lnTo>
                    <a:pt x="1340621" y="1003300"/>
                  </a:lnTo>
                  <a:lnTo>
                    <a:pt x="1023628" y="1003299"/>
                  </a:lnTo>
                  <a:lnTo>
                    <a:pt x="976017" y="977899"/>
                  </a:lnTo>
                  <a:lnTo>
                    <a:pt x="976017" y="901699"/>
                  </a:lnTo>
                  <a:lnTo>
                    <a:pt x="974306" y="888999"/>
                  </a:lnTo>
                  <a:lnTo>
                    <a:pt x="969471" y="888999"/>
                  </a:lnTo>
                  <a:lnTo>
                    <a:pt x="961957" y="876299"/>
                  </a:lnTo>
                  <a:lnTo>
                    <a:pt x="904602" y="876299"/>
                  </a:lnTo>
                  <a:lnTo>
                    <a:pt x="904602" y="812799"/>
                  </a:lnTo>
                  <a:lnTo>
                    <a:pt x="791824" y="812799"/>
                  </a:lnTo>
                  <a:lnTo>
                    <a:pt x="774230" y="800099"/>
                  </a:lnTo>
                  <a:lnTo>
                    <a:pt x="761770" y="787399"/>
                  </a:lnTo>
                  <a:lnTo>
                    <a:pt x="758050" y="774699"/>
                  </a:lnTo>
                  <a:lnTo>
                    <a:pt x="741684" y="749299"/>
                  </a:lnTo>
                  <a:lnTo>
                    <a:pt x="737964" y="736599"/>
                  </a:lnTo>
                  <a:lnTo>
                    <a:pt x="756562" y="673099"/>
                  </a:lnTo>
                  <a:lnTo>
                    <a:pt x="777020" y="660399"/>
                  </a:lnTo>
                  <a:close/>
                </a:path>
                <a:path w="1809750" h="1803400">
                  <a:moveTo>
                    <a:pt x="1367622" y="127000"/>
                  </a:moveTo>
                  <a:lnTo>
                    <a:pt x="1142655" y="127000"/>
                  </a:lnTo>
                  <a:lnTo>
                    <a:pt x="1187202" y="139700"/>
                  </a:lnTo>
                  <a:lnTo>
                    <a:pt x="1230543" y="165100"/>
                  </a:lnTo>
                  <a:lnTo>
                    <a:pt x="1272594" y="177800"/>
                  </a:lnTo>
                  <a:lnTo>
                    <a:pt x="1313270" y="203200"/>
                  </a:lnTo>
                  <a:lnTo>
                    <a:pt x="1352486" y="228600"/>
                  </a:lnTo>
                  <a:lnTo>
                    <a:pt x="1390158" y="254000"/>
                  </a:lnTo>
                  <a:lnTo>
                    <a:pt x="1426202" y="292100"/>
                  </a:lnTo>
                  <a:lnTo>
                    <a:pt x="1460533" y="317500"/>
                  </a:lnTo>
                  <a:lnTo>
                    <a:pt x="1493067" y="342900"/>
                  </a:lnTo>
                  <a:lnTo>
                    <a:pt x="1523719" y="381000"/>
                  </a:lnTo>
                  <a:lnTo>
                    <a:pt x="1552404" y="419100"/>
                  </a:lnTo>
                  <a:lnTo>
                    <a:pt x="1579038" y="457200"/>
                  </a:lnTo>
                  <a:lnTo>
                    <a:pt x="1603536" y="495300"/>
                  </a:lnTo>
                  <a:lnTo>
                    <a:pt x="1625815" y="533400"/>
                  </a:lnTo>
                  <a:lnTo>
                    <a:pt x="1645789" y="584200"/>
                  </a:lnTo>
                  <a:lnTo>
                    <a:pt x="1663374" y="622300"/>
                  </a:lnTo>
                  <a:lnTo>
                    <a:pt x="1678486" y="673100"/>
                  </a:lnTo>
                  <a:lnTo>
                    <a:pt x="1691039" y="711200"/>
                  </a:lnTo>
                  <a:lnTo>
                    <a:pt x="1700950" y="762000"/>
                  </a:lnTo>
                  <a:lnTo>
                    <a:pt x="1708134" y="812800"/>
                  </a:lnTo>
                  <a:lnTo>
                    <a:pt x="1712506" y="850900"/>
                  </a:lnTo>
                  <a:lnTo>
                    <a:pt x="1713982" y="901700"/>
                  </a:lnTo>
                  <a:lnTo>
                    <a:pt x="1712427" y="952500"/>
                  </a:lnTo>
                  <a:lnTo>
                    <a:pt x="1707821" y="1003300"/>
                  </a:lnTo>
                  <a:lnTo>
                    <a:pt x="1700260" y="1054100"/>
                  </a:lnTo>
                  <a:lnTo>
                    <a:pt x="1689834" y="1104900"/>
                  </a:lnTo>
                  <a:lnTo>
                    <a:pt x="1676638" y="1143000"/>
                  </a:lnTo>
                  <a:lnTo>
                    <a:pt x="1660763" y="1193800"/>
                  </a:lnTo>
                  <a:lnTo>
                    <a:pt x="1642303" y="1231900"/>
                  </a:lnTo>
                  <a:lnTo>
                    <a:pt x="1621351" y="1282700"/>
                  </a:lnTo>
                  <a:lnTo>
                    <a:pt x="1597999" y="1320800"/>
                  </a:lnTo>
                  <a:lnTo>
                    <a:pt x="1572341" y="1358900"/>
                  </a:lnTo>
                  <a:lnTo>
                    <a:pt x="1544468" y="1397000"/>
                  </a:lnTo>
                  <a:lnTo>
                    <a:pt x="1514475" y="1435100"/>
                  </a:lnTo>
                  <a:lnTo>
                    <a:pt x="1482453" y="1473200"/>
                  </a:lnTo>
                  <a:lnTo>
                    <a:pt x="1448496" y="1498600"/>
                  </a:lnTo>
                  <a:lnTo>
                    <a:pt x="1412696" y="1536699"/>
                  </a:lnTo>
                  <a:lnTo>
                    <a:pt x="1375147" y="1562099"/>
                  </a:lnTo>
                  <a:lnTo>
                    <a:pt x="1335941" y="1587499"/>
                  </a:lnTo>
                  <a:lnTo>
                    <a:pt x="1295171" y="1612899"/>
                  </a:lnTo>
                  <a:lnTo>
                    <a:pt x="1252929" y="1638299"/>
                  </a:lnTo>
                  <a:lnTo>
                    <a:pt x="1209310" y="1650999"/>
                  </a:lnTo>
                  <a:lnTo>
                    <a:pt x="1424389" y="1650999"/>
                  </a:lnTo>
                  <a:lnTo>
                    <a:pt x="1460464" y="1612899"/>
                  </a:lnTo>
                  <a:lnTo>
                    <a:pt x="1495134" y="1587500"/>
                  </a:lnTo>
                  <a:lnTo>
                    <a:pt x="1528337" y="1562100"/>
                  </a:lnTo>
                  <a:lnTo>
                    <a:pt x="1560011" y="1524000"/>
                  </a:lnTo>
                  <a:lnTo>
                    <a:pt x="1590093" y="1498600"/>
                  </a:lnTo>
                  <a:lnTo>
                    <a:pt x="1618521" y="1460500"/>
                  </a:lnTo>
                  <a:lnTo>
                    <a:pt x="1645233" y="1422400"/>
                  </a:lnTo>
                  <a:lnTo>
                    <a:pt x="1670166" y="1384300"/>
                  </a:lnTo>
                  <a:lnTo>
                    <a:pt x="1693257" y="1346200"/>
                  </a:lnTo>
                  <a:lnTo>
                    <a:pt x="1714446" y="1308100"/>
                  </a:lnTo>
                  <a:lnTo>
                    <a:pt x="1733668" y="1270000"/>
                  </a:lnTo>
                  <a:lnTo>
                    <a:pt x="1750863" y="1219200"/>
                  </a:lnTo>
                  <a:lnTo>
                    <a:pt x="1765967" y="1181100"/>
                  </a:lnTo>
                  <a:lnTo>
                    <a:pt x="1778918" y="1143000"/>
                  </a:lnTo>
                  <a:lnTo>
                    <a:pt x="1789655" y="1092200"/>
                  </a:lnTo>
                  <a:lnTo>
                    <a:pt x="1798114" y="1041400"/>
                  </a:lnTo>
                  <a:lnTo>
                    <a:pt x="1804233" y="1003300"/>
                  </a:lnTo>
                  <a:lnTo>
                    <a:pt x="1807951" y="952500"/>
                  </a:lnTo>
                  <a:lnTo>
                    <a:pt x="1809204" y="901700"/>
                  </a:lnTo>
                  <a:lnTo>
                    <a:pt x="1807951" y="850900"/>
                  </a:lnTo>
                  <a:lnTo>
                    <a:pt x="1804233" y="812800"/>
                  </a:lnTo>
                  <a:lnTo>
                    <a:pt x="1798114" y="762000"/>
                  </a:lnTo>
                  <a:lnTo>
                    <a:pt x="1789655" y="711200"/>
                  </a:lnTo>
                  <a:lnTo>
                    <a:pt x="1778918" y="673100"/>
                  </a:lnTo>
                  <a:lnTo>
                    <a:pt x="1765967" y="622300"/>
                  </a:lnTo>
                  <a:lnTo>
                    <a:pt x="1750863" y="584200"/>
                  </a:lnTo>
                  <a:lnTo>
                    <a:pt x="1733668" y="546100"/>
                  </a:lnTo>
                  <a:lnTo>
                    <a:pt x="1714446" y="495300"/>
                  </a:lnTo>
                  <a:lnTo>
                    <a:pt x="1693257" y="457200"/>
                  </a:lnTo>
                  <a:lnTo>
                    <a:pt x="1670166" y="419100"/>
                  </a:lnTo>
                  <a:lnTo>
                    <a:pt x="1645233" y="381000"/>
                  </a:lnTo>
                  <a:lnTo>
                    <a:pt x="1618521" y="342900"/>
                  </a:lnTo>
                  <a:lnTo>
                    <a:pt x="1590093" y="317500"/>
                  </a:lnTo>
                  <a:lnTo>
                    <a:pt x="1560011" y="279400"/>
                  </a:lnTo>
                  <a:lnTo>
                    <a:pt x="1528337" y="254000"/>
                  </a:lnTo>
                  <a:lnTo>
                    <a:pt x="1495134" y="215900"/>
                  </a:lnTo>
                  <a:lnTo>
                    <a:pt x="1460464" y="190500"/>
                  </a:lnTo>
                  <a:lnTo>
                    <a:pt x="1424389" y="165100"/>
                  </a:lnTo>
                  <a:lnTo>
                    <a:pt x="1386971" y="139700"/>
                  </a:lnTo>
                  <a:lnTo>
                    <a:pt x="1367622" y="127000"/>
                  </a:lnTo>
                  <a:close/>
                </a:path>
                <a:path w="1809750" h="1803400">
                  <a:moveTo>
                    <a:pt x="1193708" y="952499"/>
                  </a:moveTo>
                  <a:lnTo>
                    <a:pt x="1142655" y="952499"/>
                  </a:lnTo>
                  <a:lnTo>
                    <a:pt x="1113010" y="965199"/>
                  </a:lnTo>
                  <a:lnTo>
                    <a:pt x="1073322" y="977899"/>
                  </a:lnTo>
                  <a:lnTo>
                    <a:pt x="1038544" y="990599"/>
                  </a:lnTo>
                  <a:lnTo>
                    <a:pt x="1023628" y="1003299"/>
                  </a:lnTo>
                  <a:lnTo>
                    <a:pt x="1340621" y="1003300"/>
                  </a:lnTo>
                  <a:lnTo>
                    <a:pt x="1295064" y="977900"/>
                  </a:lnTo>
                  <a:lnTo>
                    <a:pt x="1193708" y="952499"/>
                  </a:lnTo>
                  <a:close/>
                </a:path>
                <a:path w="1809750" h="1803400">
                  <a:moveTo>
                    <a:pt x="898055" y="787399"/>
                  </a:moveTo>
                  <a:lnTo>
                    <a:pt x="856991" y="787399"/>
                  </a:lnTo>
                  <a:lnTo>
                    <a:pt x="830805" y="800099"/>
                  </a:lnTo>
                  <a:lnTo>
                    <a:pt x="811649" y="812799"/>
                  </a:lnTo>
                  <a:lnTo>
                    <a:pt x="904602" y="812799"/>
                  </a:lnTo>
                  <a:lnTo>
                    <a:pt x="902891" y="800099"/>
                  </a:lnTo>
                  <a:lnTo>
                    <a:pt x="898055" y="787399"/>
                  </a:lnTo>
                  <a:close/>
                </a:path>
                <a:path w="1809750" h="1803400">
                  <a:moveTo>
                    <a:pt x="1344702" y="355600"/>
                  </a:moveTo>
                  <a:lnTo>
                    <a:pt x="309469" y="355599"/>
                  </a:lnTo>
                  <a:lnTo>
                    <a:pt x="325277" y="368299"/>
                  </a:lnTo>
                  <a:lnTo>
                    <a:pt x="339523" y="380999"/>
                  </a:lnTo>
                  <a:lnTo>
                    <a:pt x="350644" y="393699"/>
                  </a:lnTo>
                  <a:lnTo>
                    <a:pt x="357079" y="406399"/>
                  </a:lnTo>
                  <a:lnTo>
                    <a:pt x="357079" y="558799"/>
                  </a:lnTo>
                  <a:lnTo>
                    <a:pt x="357563" y="558799"/>
                  </a:lnTo>
                  <a:lnTo>
                    <a:pt x="359162" y="571499"/>
                  </a:lnTo>
                  <a:lnTo>
                    <a:pt x="362101" y="571499"/>
                  </a:lnTo>
                  <a:lnTo>
                    <a:pt x="366601" y="584199"/>
                  </a:lnTo>
                  <a:lnTo>
                    <a:pt x="523716" y="787399"/>
                  </a:lnTo>
                  <a:lnTo>
                    <a:pt x="535619" y="774699"/>
                  </a:lnTo>
                  <a:lnTo>
                    <a:pt x="540045" y="761999"/>
                  </a:lnTo>
                  <a:lnTo>
                    <a:pt x="542463" y="761999"/>
                  </a:lnTo>
                  <a:lnTo>
                    <a:pt x="542649" y="749299"/>
                  </a:lnTo>
                  <a:lnTo>
                    <a:pt x="540380" y="749299"/>
                  </a:lnTo>
                  <a:lnTo>
                    <a:pt x="511814" y="698499"/>
                  </a:lnTo>
                  <a:lnTo>
                    <a:pt x="508243" y="685799"/>
                  </a:lnTo>
                  <a:lnTo>
                    <a:pt x="513599" y="673099"/>
                  </a:lnTo>
                  <a:lnTo>
                    <a:pt x="525204" y="660399"/>
                  </a:lnTo>
                  <a:lnTo>
                    <a:pt x="777020" y="660399"/>
                  </a:lnTo>
                  <a:lnTo>
                    <a:pt x="797478" y="647699"/>
                  </a:lnTo>
                  <a:lnTo>
                    <a:pt x="838393" y="634999"/>
                  </a:lnTo>
                  <a:lnTo>
                    <a:pt x="1021248" y="634999"/>
                  </a:lnTo>
                  <a:lnTo>
                    <a:pt x="1030770" y="609599"/>
                  </a:lnTo>
                  <a:lnTo>
                    <a:pt x="1097425" y="520700"/>
                  </a:lnTo>
                  <a:lnTo>
                    <a:pt x="1108992" y="520700"/>
                  </a:lnTo>
                  <a:lnTo>
                    <a:pt x="1122123" y="508000"/>
                  </a:lnTo>
                  <a:lnTo>
                    <a:pt x="1136592" y="495300"/>
                  </a:lnTo>
                  <a:lnTo>
                    <a:pt x="1231329" y="495300"/>
                  </a:lnTo>
                  <a:lnTo>
                    <a:pt x="1236165" y="482600"/>
                  </a:lnTo>
                  <a:lnTo>
                    <a:pt x="1237876" y="469900"/>
                  </a:lnTo>
                  <a:lnTo>
                    <a:pt x="1237876" y="457200"/>
                  </a:lnTo>
                  <a:lnTo>
                    <a:pt x="1230734" y="444500"/>
                  </a:lnTo>
                  <a:lnTo>
                    <a:pt x="1224299" y="431800"/>
                  </a:lnTo>
                  <a:lnTo>
                    <a:pt x="1225676" y="419100"/>
                  </a:lnTo>
                  <a:lnTo>
                    <a:pt x="1233747" y="406400"/>
                  </a:lnTo>
                  <a:lnTo>
                    <a:pt x="1344524" y="406400"/>
                  </a:lnTo>
                  <a:lnTo>
                    <a:pt x="1347380" y="393700"/>
                  </a:lnTo>
                  <a:lnTo>
                    <a:pt x="1348385" y="368300"/>
                  </a:lnTo>
                  <a:lnTo>
                    <a:pt x="1344702" y="355600"/>
                  </a:lnTo>
                  <a:close/>
                </a:path>
                <a:path w="1809750" h="1803400">
                  <a:moveTo>
                    <a:pt x="1001534" y="723899"/>
                  </a:moveTo>
                  <a:lnTo>
                    <a:pt x="950501" y="723899"/>
                  </a:lnTo>
                  <a:lnTo>
                    <a:pt x="955783" y="736599"/>
                  </a:lnTo>
                  <a:lnTo>
                    <a:pt x="996252" y="736599"/>
                  </a:lnTo>
                  <a:lnTo>
                    <a:pt x="1001534" y="723899"/>
                  </a:lnTo>
                  <a:close/>
                </a:path>
                <a:path w="1809750" h="1803400">
                  <a:moveTo>
                    <a:pt x="1021248" y="634999"/>
                  </a:moveTo>
                  <a:lnTo>
                    <a:pt x="909363" y="634999"/>
                  </a:lnTo>
                  <a:lnTo>
                    <a:pt x="917769" y="647699"/>
                  </a:lnTo>
                  <a:lnTo>
                    <a:pt x="930118" y="647699"/>
                  </a:lnTo>
                  <a:lnTo>
                    <a:pt x="933168" y="660399"/>
                  </a:lnTo>
                  <a:lnTo>
                    <a:pt x="947451" y="723899"/>
                  </a:lnTo>
                  <a:lnTo>
                    <a:pt x="1004584" y="723899"/>
                  </a:lnTo>
                  <a:lnTo>
                    <a:pt x="1021248" y="634999"/>
                  </a:lnTo>
                  <a:close/>
                </a:path>
                <a:path w="1809750" h="1803400">
                  <a:moveTo>
                    <a:pt x="1344524" y="406400"/>
                  </a:moveTo>
                  <a:lnTo>
                    <a:pt x="1278940" y="406400"/>
                  </a:lnTo>
                  <a:lnTo>
                    <a:pt x="1283776" y="419100"/>
                  </a:lnTo>
                  <a:lnTo>
                    <a:pt x="1287198" y="431800"/>
                  </a:lnTo>
                  <a:lnTo>
                    <a:pt x="1292033" y="444500"/>
                  </a:lnTo>
                  <a:lnTo>
                    <a:pt x="1299547" y="444500"/>
                  </a:lnTo>
                  <a:lnTo>
                    <a:pt x="1309292" y="457200"/>
                  </a:lnTo>
                  <a:lnTo>
                    <a:pt x="1333097" y="457200"/>
                  </a:lnTo>
                  <a:lnTo>
                    <a:pt x="1344524" y="406400"/>
                  </a:lnTo>
                  <a:close/>
                </a:path>
                <a:path w="1809750" h="1803400">
                  <a:moveTo>
                    <a:pt x="1123610" y="215900"/>
                  </a:moveTo>
                  <a:lnTo>
                    <a:pt x="1052752" y="215900"/>
                  </a:lnTo>
                  <a:lnTo>
                    <a:pt x="1037614" y="228600"/>
                  </a:lnTo>
                  <a:lnTo>
                    <a:pt x="1027385" y="241300"/>
                  </a:lnTo>
                  <a:lnTo>
                    <a:pt x="1023628" y="266700"/>
                  </a:lnTo>
                  <a:lnTo>
                    <a:pt x="1023628" y="279400"/>
                  </a:lnTo>
                  <a:lnTo>
                    <a:pt x="1021917" y="292100"/>
                  </a:lnTo>
                  <a:lnTo>
                    <a:pt x="1017082" y="304800"/>
                  </a:lnTo>
                  <a:lnTo>
                    <a:pt x="1265252" y="304800"/>
                  </a:lnTo>
                  <a:lnTo>
                    <a:pt x="1123610" y="215900"/>
                  </a:lnTo>
                  <a:close/>
                </a:path>
                <a:path w="1809750" h="1803400">
                  <a:moveTo>
                    <a:pt x="1348273" y="114300"/>
                  </a:moveTo>
                  <a:lnTo>
                    <a:pt x="1018867" y="114300"/>
                  </a:lnTo>
                  <a:lnTo>
                    <a:pt x="1042672" y="165100"/>
                  </a:lnTo>
                  <a:lnTo>
                    <a:pt x="1136108" y="165100"/>
                  </a:lnTo>
                  <a:lnTo>
                    <a:pt x="1140944" y="152400"/>
                  </a:lnTo>
                  <a:lnTo>
                    <a:pt x="1142655" y="139700"/>
                  </a:lnTo>
                  <a:lnTo>
                    <a:pt x="1142655" y="127000"/>
                  </a:lnTo>
                  <a:lnTo>
                    <a:pt x="1367622" y="127000"/>
                  </a:lnTo>
                  <a:lnTo>
                    <a:pt x="1348273" y="114300"/>
                  </a:lnTo>
                  <a:close/>
                </a:path>
                <a:path w="1809750" h="1803400">
                  <a:moveTo>
                    <a:pt x="1000086" y="0"/>
                  </a:moveTo>
                  <a:lnTo>
                    <a:pt x="809117" y="0"/>
                  </a:lnTo>
                  <a:lnTo>
                    <a:pt x="716508" y="25399"/>
                  </a:lnTo>
                  <a:lnTo>
                    <a:pt x="1092695" y="25400"/>
                  </a:lnTo>
                  <a:lnTo>
                    <a:pt x="1000086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50828" y="2937943"/>
              <a:ext cx="244302" cy="8142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503200" y="2146960"/>
            <a:ext cx="1907539" cy="1884045"/>
          </a:xfrm>
          <a:custGeom>
            <a:avLst/>
            <a:gdLst/>
            <a:ahLst/>
            <a:cxnLst/>
            <a:rect l="l" t="t" r="r" b="b"/>
            <a:pathLst>
              <a:path w="1907540" h="1884045">
                <a:moveTo>
                  <a:pt x="881913" y="1097038"/>
                </a:moveTo>
                <a:lnTo>
                  <a:pt x="738898" y="1097038"/>
                </a:lnTo>
                <a:lnTo>
                  <a:pt x="738898" y="1192428"/>
                </a:lnTo>
                <a:lnTo>
                  <a:pt x="881913" y="1192428"/>
                </a:lnTo>
                <a:lnTo>
                  <a:pt x="881913" y="1097038"/>
                </a:lnTo>
                <a:close/>
              </a:path>
              <a:path w="1907540" h="1884045">
                <a:moveTo>
                  <a:pt x="881913" y="381584"/>
                </a:moveTo>
                <a:lnTo>
                  <a:pt x="738898" y="381584"/>
                </a:lnTo>
                <a:lnTo>
                  <a:pt x="738898" y="476973"/>
                </a:lnTo>
                <a:lnTo>
                  <a:pt x="881913" y="476973"/>
                </a:lnTo>
                <a:lnTo>
                  <a:pt x="881913" y="381584"/>
                </a:lnTo>
                <a:close/>
              </a:path>
              <a:path w="1907540" h="1884045">
                <a:moveTo>
                  <a:pt x="1144104" y="620064"/>
                </a:moveTo>
                <a:lnTo>
                  <a:pt x="738898" y="620064"/>
                </a:lnTo>
                <a:lnTo>
                  <a:pt x="738898" y="715467"/>
                </a:lnTo>
                <a:lnTo>
                  <a:pt x="1144104" y="715467"/>
                </a:lnTo>
                <a:lnTo>
                  <a:pt x="1144104" y="620064"/>
                </a:lnTo>
                <a:close/>
              </a:path>
              <a:path w="1907540" h="1884045">
                <a:moveTo>
                  <a:pt x="1382458" y="1097038"/>
                </a:moveTo>
                <a:lnTo>
                  <a:pt x="977252" y="1097038"/>
                </a:lnTo>
                <a:lnTo>
                  <a:pt x="977252" y="1192428"/>
                </a:lnTo>
                <a:lnTo>
                  <a:pt x="1382458" y="1192428"/>
                </a:lnTo>
                <a:lnTo>
                  <a:pt x="1382458" y="1097038"/>
                </a:lnTo>
                <a:close/>
              </a:path>
              <a:path w="1907540" h="1884045">
                <a:moveTo>
                  <a:pt x="1382458" y="858558"/>
                </a:moveTo>
                <a:lnTo>
                  <a:pt x="738898" y="858558"/>
                </a:lnTo>
                <a:lnTo>
                  <a:pt x="738898" y="953947"/>
                </a:lnTo>
                <a:lnTo>
                  <a:pt x="1382458" y="953947"/>
                </a:lnTo>
                <a:lnTo>
                  <a:pt x="1382458" y="858558"/>
                </a:lnTo>
                <a:close/>
              </a:path>
              <a:path w="1907540" h="1884045">
                <a:moveTo>
                  <a:pt x="1382458" y="620064"/>
                </a:moveTo>
                <a:lnTo>
                  <a:pt x="1239443" y="620064"/>
                </a:lnTo>
                <a:lnTo>
                  <a:pt x="1239443" y="715467"/>
                </a:lnTo>
                <a:lnTo>
                  <a:pt x="1382458" y="715467"/>
                </a:lnTo>
                <a:lnTo>
                  <a:pt x="1382458" y="620064"/>
                </a:lnTo>
                <a:close/>
              </a:path>
              <a:path w="1907540" h="1884045">
                <a:moveTo>
                  <a:pt x="1382458" y="381584"/>
                </a:moveTo>
                <a:lnTo>
                  <a:pt x="977252" y="381584"/>
                </a:lnTo>
                <a:lnTo>
                  <a:pt x="977252" y="476973"/>
                </a:lnTo>
                <a:lnTo>
                  <a:pt x="1382458" y="476973"/>
                </a:lnTo>
                <a:lnTo>
                  <a:pt x="1382458" y="381584"/>
                </a:lnTo>
                <a:close/>
              </a:path>
              <a:path w="1907540" h="1884045">
                <a:moveTo>
                  <a:pt x="1907044" y="1645793"/>
                </a:moveTo>
                <a:lnTo>
                  <a:pt x="1902371" y="1598282"/>
                </a:lnTo>
                <a:lnTo>
                  <a:pt x="1888744" y="1553730"/>
                </a:lnTo>
                <a:lnTo>
                  <a:pt x="1867014" y="1513179"/>
                </a:lnTo>
                <a:lnTo>
                  <a:pt x="1838045" y="1477670"/>
                </a:lnTo>
                <a:lnTo>
                  <a:pt x="1811502" y="1455597"/>
                </a:lnTo>
                <a:lnTo>
                  <a:pt x="1811502" y="1645551"/>
                </a:lnTo>
                <a:lnTo>
                  <a:pt x="1804212" y="1690776"/>
                </a:lnTo>
                <a:lnTo>
                  <a:pt x="1783905" y="1730057"/>
                </a:lnTo>
                <a:lnTo>
                  <a:pt x="1752942" y="1761032"/>
                </a:lnTo>
                <a:lnTo>
                  <a:pt x="1713687" y="1781352"/>
                </a:lnTo>
                <a:lnTo>
                  <a:pt x="1668487" y="1788642"/>
                </a:lnTo>
                <a:lnTo>
                  <a:pt x="852246" y="1788642"/>
                </a:lnTo>
                <a:lnTo>
                  <a:pt x="880059" y="1744980"/>
                </a:lnTo>
                <a:lnTo>
                  <a:pt x="897813" y="1697494"/>
                </a:lnTo>
                <a:lnTo>
                  <a:pt x="905421" y="1647863"/>
                </a:lnTo>
                <a:lnTo>
                  <a:pt x="903097" y="1603590"/>
                </a:lnTo>
                <a:lnTo>
                  <a:pt x="903020" y="1601990"/>
                </a:lnTo>
                <a:lnTo>
                  <a:pt x="889863" y="1548701"/>
                </a:lnTo>
                <a:lnTo>
                  <a:pt x="866800" y="1502968"/>
                </a:lnTo>
                <a:lnTo>
                  <a:pt x="866546" y="1502460"/>
                </a:lnTo>
                <a:lnTo>
                  <a:pt x="1668487" y="1502460"/>
                </a:lnTo>
                <a:lnTo>
                  <a:pt x="1713687" y="1509763"/>
                </a:lnTo>
                <a:lnTo>
                  <a:pt x="1752942" y="1530070"/>
                </a:lnTo>
                <a:lnTo>
                  <a:pt x="1783905" y="1561058"/>
                </a:lnTo>
                <a:lnTo>
                  <a:pt x="1804212" y="1600327"/>
                </a:lnTo>
                <a:lnTo>
                  <a:pt x="1811502" y="1645551"/>
                </a:lnTo>
                <a:lnTo>
                  <a:pt x="1811502" y="1455597"/>
                </a:lnTo>
                <a:lnTo>
                  <a:pt x="1802676" y="1448244"/>
                </a:lnTo>
                <a:lnTo>
                  <a:pt x="1761769" y="1425956"/>
                </a:lnTo>
                <a:lnTo>
                  <a:pt x="1716151" y="1411846"/>
                </a:lnTo>
                <a:lnTo>
                  <a:pt x="1716151" y="775081"/>
                </a:lnTo>
                <a:lnTo>
                  <a:pt x="1695818" y="735990"/>
                </a:lnTo>
                <a:lnTo>
                  <a:pt x="1619123" y="682294"/>
                </a:lnTo>
                <a:lnTo>
                  <a:pt x="1705114" y="579043"/>
                </a:lnTo>
                <a:lnTo>
                  <a:pt x="1712709" y="566318"/>
                </a:lnTo>
                <a:lnTo>
                  <a:pt x="1716011" y="552196"/>
                </a:lnTo>
                <a:lnTo>
                  <a:pt x="1714919" y="537730"/>
                </a:lnTo>
                <a:lnTo>
                  <a:pt x="1709369" y="523976"/>
                </a:lnTo>
                <a:lnTo>
                  <a:pt x="1656930" y="436676"/>
                </a:lnTo>
                <a:lnTo>
                  <a:pt x="1702092" y="391363"/>
                </a:lnTo>
                <a:lnTo>
                  <a:pt x="1708061" y="384124"/>
                </a:lnTo>
                <a:lnTo>
                  <a:pt x="1712468" y="375945"/>
                </a:lnTo>
                <a:lnTo>
                  <a:pt x="1715198" y="367068"/>
                </a:lnTo>
                <a:lnTo>
                  <a:pt x="1716151" y="357733"/>
                </a:lnTo>
                <a:lnTo>
                  <a:pt x="1716151" y="250418"/>
                </a:lnTo>
                <a:lnTo>
                  <a:pt x="1712074" y="205435"/>
                </a:lnTo>
                <a:lnTo>
                  <a:pt x="1700428" y="163093"/>
                </a:lnTo>
                <a:lnTo>
                  <a:pt x="1681899" y="124104"/>
                </a:lnTo>
                <a:lnTo>
                  <a:pt x="1661604" y="95402"/>
                </a:lnTo>
                <a:lnTo>
                  <a:pt x="1660906" y="94411"/>
                </a:lnTo>
                <a:lnTo>
                  <a:pt x="1657210" y="89179"/>
                </a:lnTo>
                <a:lnTo>
                  <a:pt x="1627047" y="59004"/>
                </a:lnTo>
                <a:lnTo>
                  <a:pt x="1620812" y="54597"/>
                </a:lnTo>
                <a:lnTo>
                  <a:pt x="1620812" y="250418"/>
                </a:lnTo>
                <a:lnTo>
                  <a:pt x="1620812" y="337959"/>
                </a:lnTo>
                <a:lnTo>
                  <a:pt x="1563268" y="395554"/>
                </a:lnTo>
                <a:lnTo>
                  <a:pt x="1554048" y="408546"/>
                </a:lnTo>
                <a:lnTo>
                  <a:pt x="1549679" y="423456"/>
                </a:lnTo>
                <a:lnTo>
                  <a:pt x="1550225" y="436676"/>
                </a:lnTo>
                <a:lnTo>
                  <a:pt x="1550314" y="438988"/>
                </a:lnTo>
                <a:lnTo>
                  <a:pt x="1556118" y="453821"/>
                </a:lnTo>
                <a:lnTo>
                  <a:pt x="1610207" y="544017"/>
                </a:lnTo>
                <a:lnTo>
                  <a:pt x="1512684" y="661085"/>
                </a:lnTo>
                <a:lnTo>
                  <a:pt x="1503680" y="677748"/>
                </a:lnTo>
                <a:lnTo>
                  <a:pt x="1501825" y="695947"/>
                </a:lnTo>
                <a:lnTo>
                  <a:pt x="1506918" y="713498"/>
                </a:lnTo>
                <a:lnTo>
                  <a:pt x="1518780" y="728256"/>
                </a:lnTo>
                <a:lnTo>
                  <a:pt x="1519809" y="729119"/>
                </a:lnTo>
                <a:lnTo>
                  <a:pt x="1520863" y="729932"/>
                </a:lnTo>
                <a:lnTo>
                  <a:pt x="1620812" y="799922"/>
                </a:lnTo>
                <a:lnTo>
                  <a:pt x="1620812" y="1407071"/>
                </a:lnTo>
                <a:lnTo>
                  <a:pt x="715073" y="1407312"/>
                </a:lnTo>
                <a:lnTo>
                  <a:pt x="670547" y="1411084"/>
                </a:lnTo>
                <a:lnTo>
                  <a:pt x="628523" y="1426235"/>
                </a:lnTo>
                <a:lnTo>
                  <a:pt x="595757" y="1448612"/>
                </a:lnTo>
                <a:lnTo>
                  <a:pt x="570674" y="1478457"/>
                </a:lnTo>
                <a:lnTo>
                  <a:pt x="554443" y="1513916"/>
                </a:lnTo>
                <a:lnTo>
                  <a:pt x="548220" y="1553121"/>
                </a:lnTo>
                <a:lnTo>
                  <a:pt x="555091" y="1597774"/>
                </a:lnTo>
                <a:lnTo>
                  <a:pt x="574840" y="1636649"/>
                </a:lnTo>
                <a:lnTo>
                  <a:pt x="605142" y="1667421"/>
                </a:lnTo>
                <a:lnTo>
                  <a:pt x="643712" y="1687728"/>
                </a:lnTo>
                <a:lnTo>
                  <a:pt x="688238" y="1695246"/>
                </a:lnTo>
                <a:lnTo>
                  <a:pt x="691235" y="1695246"/>
                </a:lnTo>
                <a:lnTo>
                  <a:pt x="735164" y="1666100"/>
                </a:lnTo>
                <a:lnTo>
                  <a:pt x="724941" y="1613814"/>
                </a:lnTo>
                <a:lnTo>
                  <a:pt x="673150" y="1596796"/>
                </a:lnTo>
                <a:lnTo>
                  <a:pt x="658164" y="1587373"/>
                </a:lnTo>
                <a:lnTo>
                  <a:pt x="646277" y="1539773"/>
                </a:lnTo>
                <a:lnTo>
                  <a:pt x="672884" y="1510677"/>
                </a:lnTo>
                <a:lnTo>
                  <a:pt x="714400" y="1502968"/>
                </a:lnTo>
                <a:lnTo>
                  <a:pt x="754024" y="1517929"/>
                </a:lnTo>
                <a:lnTo>
                  <a:pt x="795528" y="1570355"/>
                </a:lnTo>
                <a:lnTo>
                  <a:pt x="810412" y="1635696"/>
                </a:lnTo>
                <a:lnTo>
                  <a:pt x="802195" y="1684286"/>
                </a:lnTo>
                <a:lnTo>
                  <a:pt x="780046" y="1726399"/>
                </a:lnTo>
                <a:lnTo>
                  <a:pt x="746518" y="1759496"/>
                </a:lnTo>
                <a:lnTo>
                  <a:pt x="704151" y="1781086"/>
                </a:lnTo>
                <a:lnTo>
                  <a:pt x="655485" y="1788642"/>
                </a:lnTo>
                <a:lnTo>
                  <a:pt x="643559" y="1788642"/>
                </a:lnTo>
                <a:lnTo>
                  <a:pt x="594614" y="1780705"/>
                </a:lnTo>
                <a:lnTo>
                  <a:pt x="552107" y="1758683"/>
                </a:lnTo>
                <a:lnTo>
                  <a:pt x="518579" y="1725142"/>
                </a:lnTo>
                <a:lnTo>
                  <a:pt x="496570" y="1682610"/>
                </a:lnTo>
                <a:lnTo>
                  <a:pt x="488632" y="1633639"/>
                </a:lnTo>
                <a:lnTo>
                  <a:pt x="488632" y="1331455"/>
                </a:lnTo>
                <a:lnTo>
                  <a:pt x="593839" y="1226159"/>
                </a:lnTo>
                <a:lnTo>
                  <a:pt x="604316" y="1210386"/>
                </a:lnTo>
                <a:lnTo>
                  <a:pt x="607809" y="1192428"/>
                </a:lnTo>
                <a:lnTo>
                  <a:pt x="604316" y="1174483"/>
                </a:lnTo>
                <a:lnTo>
                  <a:pt x="593839" y="1158709"/>
                </a:lnTo>
                <a:lnTo>
                  <a:pt x="500545" y="1065339"/>
                </a:lnTo>
                <a:lnTo>
                  <a:pt x="500545" y="476973"/>
                </a:lnTo>
                <a:lnTo>
                  <a:pt x="500545" y="381584"/>
                </a:lnTo>
                <a:lnTo>
                  <a:pt x="500545" y="250418"/>
                </a:lnTo>
                <a:lnTo>
                  <a:pt x="497078" y="208661"/>
                </a:lnTo>
                <a:lnTo>
                  <a:pt x="486752" y="168351"/>
                </a:lnTo>
                <a:lnTo>
                  <a:pt x="469861" y="130314"/>
                </a:lnTo>
                <a:lnTo>
                  <a:pt x="446697" y="95402"/>
                </a:lnTo>
                <a:lnTo>
                  <a:pt x="1465884" y="95402"/>
                </a:lnTo>
                <a:lnTo>
                  <a:pt x="1514830" y="103339"/>
                </a:lnTo>
                <a:lnTo>
                  <a:pt x="1557337" y="125361"/>
                </a:lnTo>
                <a:lnTo>
                  <a:pt x="1590865" y="158915"/>
                </a:lnTo>
                <a:lnTo>
                  <a:pt x="1612874" y="201447"/>
                </a:lnTo>
                <a:lnTo>
                  <a:pt x="1620812" y="250418"/>
                </a:lnTo>
                <a:lnTo>
                  <a:pt x="1620812" y="54597"/>
                </a:lnTo>
                <a:lnTo>
                  <a:pt x="1592135" y="34302"/>
                </a:lnTo>
                <a:lnTo>
                  <a:pt x="1553159" y="15760"/>
                </a:lnTo>
                <a:lnTo>
                  <a:pt x="1510842" y="4089"/>
                </a:lnTo>
                <a:lnTo>
                  <a:pt x="1465884" y="0"/>
                </a:lnTo>
                <a:lnTo>
                  <a:pt x="405206" y="0"/>
                </a:lnTo>
                <a:lnTo>
                  <a:pt x="405206" y="250418"/>
                </a:lnTo>
                <a:lnTo>
                  <a:pt x="405206" y="381584"/>
                </a:lnTo>
                <a:lnTo>
                  <a:pt x="347281" y="381584"/>
                </a:lnTo>
                <a:lnTo>
                  <a:pt x="347446" y="381127"/>
                </a:lnTo>
                <a:lnTo>
                  <a:pt x="351675" y="369341"/>
                </a:lnTo>
                <a:lnTo>
                  <a:pt x="354863" y="356755"/>
                </a:lnTo>
                <a:lnTo>
                  <a:pt x="356768" y="344284"/>
                </a:lnTo>
                <a:lnTo>
                  <a:pt x="356831" y="343916"/>
                </a:lnTo>
                <a:lnTo>
                  <a:pt x="350659" y="286270"/>
                </a:lnTo>
                <a:lnTo>
                  <a:pt x="330923" y="247396"/>
                </a:lnTo>
                <a:lnTo>
                  <a:pt x="300609" y="216636"/>
                </a:lnTo>
                <a:lnTo>
                  <a:pt x="262039" y="196316"/>
                </a:lnTo>
                <a:lnTo>
                  <a:pt x="217525" y="188810"/>
                </a:lnTo>
                <a:lnTo>
                  <a:pt x="214528" y="188810"/>
                </a:lnTo>
                <a:lnTo>
                  <a:pt x="195961" y="192557"/>
                </a:lnTo>
                <a:lnTo>
                  <a:pt x="180809" y="202780"/>
                </a:lnTo>
                <a:lnTo>
                  <a:pt x="170599" y="217944"/>
                </a:lnTo>
                <a:lnTo>
                  <a:pt x="166852" y="236499"/>
                </a:lnTo>
                <a:lnTo>
                  <a:pt x="170599" y="255079"/>
                </a:lnTo>
                <a:lnTo>
                  <a:pt x="180809" y="270230"/>
                </a:lnTo>
                <a:lnTo>
                  <a:pt x="195961" y="280454"/>
                </a:lnTo>
                <a:lnTo>
                  <a:pt x="214528" y="284200"/>
                </a:lnTo>
                <a:lnTo>
                  <a:pt x="232600" y="287248"/>
                </a:lnTo>
                <a:lnTo>
                  <a:pt x="247586" y="296672"/>
                </a:lnTo>
                <a:lnTo>
                  <a:pt x="259549" y="343916"/>
                </a:lnTo>
                <a:lnTo>
                  <a:pt x="232879" y="373380"/>
                </a:lnTo>
                <a:lnTo>
                  <a:pt x="191376" y="381127"/>
                </a:lnTo>
                <a:lnTo>
                  <a:pt x="170776" y="376504"/>
                </a:lnTo>
                <a:lnTo>
                  <a:pt x="127939" y="342226"/>
                </a:lnTo>
                <a:lnTo>
                  <a:pt x="99148" y="282092"/>
                </a:lnTo>
                <a:lnTo>
                  <a:pt x="95351" y="248348"/>
                </a:lnTo>
                <a:lnTo>
                  <a:pt x="103568" y="199402"/>
                </a:lnTo>
                <a:lnTo>
                  <a:pt x="125844" y="156997"/>
                </a:lnTo>
                <a:lnTo>
                  <a:pt x="159613" y="123685"/>
                </a:lnTo>
                <a:lnTo>
                  <a:pt x="202285" y="101968"/>
                </a:lnTo>
                <a:lnTo>
                  <a:pt x="251307" y="94411"/>
                </a:lnTo>
                <a:lnTo>
                  <a:pt x="300228" y="102641"/>
                </a:lnTo>
                <a:lnTo>
                  <a:pt x="342607" y="124917"/>
                </a:lnTo>
                <a:lnTo>
                  <a:pt x="375932" y="158686"/>
                </a:lnTo>
                <a:lnTo>
                  <a:pt x="396633" y="199402"/>
                </a:lnTo>
                <a:lnTo>
                  <a:pt x="405206" y="250418"/>
                </a:lnTo>
                <a:lnTo>
                  <a:pt x="405206" y="0"/>
                </a:lnTo>
                <a:lnTo>
                  <a:pt x="250278" y="0"/>
                </a:lnTo>
                <a:lnTo>
                  <a:pt x="205473" y="3886"/>
                </a:lnTo>
                <a:lnTo>
                  <a:pt x="163283" y="15328"/>
                </a:lnTo>
                <a:lnTo>
                  <a:pt x="124396" y="33616"/>
                </a:lnTo>
                <a:lnTo>
                  <a:pt x="89522" y="58077"/>
                </a:lnTo>
                <a:lnTo>
                  <a:pt x="59372" y="87998"/>
                </a:lnTo>
                <a:lnTo>
                  <a:pt x="34632" y="122694"/>
                </a:lnTo>
                <a:lnTo>
                  <a:pt x="16027" y="161442"/>
                </a:lnTo>
                <a:lnTo>
                  <a:pt x="4241" y="203555"/>
                </a:lnTo>
                <a:lnTo>
                  <a:pt x="88" y="247396"/>
                </a:lnTo>
                <a:lnTo>
                  <a:pt x="0" y="248348"/>
                </a:lnTo>
                <a:lnTo>
                  <a:pt x="4025" y="292989"/>
                </a:lnTo>
                <a:lnTo>
                  <a:pt x="15887" y="335661"/>
                </a:lnTo>
                <a:lnTo>
                  <a:pt x="35090" y="375386"/>
                </a:lnTo>
                <a:lnTo>
                  <a:pt x="61188" y="411175"/>
                </a:lnTo>
                <a:lnTo>
                  <a:pt x="93675" y="442036"/>
                </a:lnTo>
                <a:lnTo>
                  <a:pt x="145262" y="468464"/>
                </a:lnTo>
                <a:lnTo>
                  <a:pt x="199250" y="477189"/>
                </a:lnTo>
                <a:lnTo>
                  <a:pt x="405206" y="477050"/>
                </a:lnTo>
                <a:lnTo>
                  <a:pt x="405206" y="1085113"/>
                </a:lnTo>
                <a:lnTo>
                  <a:pt x="492709" y="1192428"/>
                </a:lnTo>
                <a:lnTo>
                  <a:pt x="407250" y="1277950"/>
                </a:lnTo>
                <a:lnTo>
                  <a:pt x="401294" y="1285214"/>
                </a:lnTo>
                <a:lnTo>
                  <a:pt x="396913" y="1293431"/>
                </a:lnTo>
                <a:lnTo>
                  <a:pt x="394208" y="1302334"/>
                </a:lnTo>
                <a:lnTo>
                  <a:pt x="393293" y="1311681"/>
                </a:lnTo>
                <a:lnTo>
                  <a:pt x="393293" y="1633639"/>
                </a:lnTo>
                <a:lnTo>
                  <a:pt x="397370" y="1678622"/>
                </a:lnTo>
                <a:lnTo>
                  <a:pt x="409016" y="1720964"/>
                </a:lnTo>
                <a:lnTo>
                  <a:pt x="427545" y="1759953"/>
                </a:lnTo>
                <a:lnTo>
                  <a:pt x="452234" y="1794891"/>
                </a:lnTo>
                <a:lnTo>
                  <a:pt x="482396" y="1825053"/>
                </a:lnTo>
                <a:lnTo>
                  <a:pt x="517309" y="1849767"/>
                </a:lnTo>
                <a:lnTo>
                  <a:pt x="556285" y="1868309"/>
                </a:lnTo>
                <a:lnTo>
                  <a:pt x="598601" y="1879968"/>
                </a:lnTo>
                <a:lnTo>
                  <a:pt x="643559" y="1884045"/>
                </a:lnTo>
                <a:lnTo>
                  <a:pt x="1668487" y="1884045"/>
                </a:lnTo>
                <a:lnTo>
                  <a:pt x="1716544" y="1879244"/>
                </a:lnTo>
                <a:lnTo>
                  <a:pt x="1761312" y="1865401"/>
                </a:lnTo>
                <a:lnTo>
                  <a:pt x="1801837" y="1843455"/>
                </a:lnTo>
                <a:lnTo>
                  <a:pt x="1837143" y="1814360"/>
                </a:lnTo>
                <a:lnTo>
                  <a:pt x="1858391" y="1788642"/>
                </a:lnTo>
                <a:lnTo>
                  <a:pt x="1866277" y="1779104"/>
                </a:lnTo>
                <a:lnTo>
                  <a:pt x="1888286" y="1738617"/>
                </a:lnTo>
                <a:lnTo>
                  <a:pt x="1902193" y="1693862"/>
                </a:lnTo>
                <a:lnTo>
                  <a:pt x="1907044" y="1645793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17501" y="2265567"/>
            <a:ext cx="1621155" cy="1621790"/>
          </a:xfrm>
          <a:custGeom>
            <a:avLst/>
            <a:gdLst/>
            <a:ahLst/>
            <a:cxnLst/>
            <a:rect l="l" t="t" r="r" b="b"/>
            <a:pathLst>
              <a:path w="1621154" h="1621789">
                <a:moveTo>
                  <a:pt x="1620810" y="0"/>
                </a:moveTo>
                <a:lnTo>
                  <a:pt x="0" y="0"/>
                </a:lnTo>
                <a:lnTo>
                  <a:pt x="715063" y="715457"/>
                </a:lnTo>
                <a:lnTo>
                  <a:pt x="715063" y="1621702"/>
                </a:lnTo>
                <a:lnTo>
                  <a:pt x="905747" y="1430914"/>
                </a:lnTo>
                <a:lnTo>
                  <a:pt x="905747" y="715457"/>
                </a:lnTo>
                <a:lnTo>
                  <a:pt x="1620810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91762" y="2122725"/>
            <a:ext cx="1619885" cy="1931670"/>
          </a:xfrm>
          <a:custGeom>
            <a:avLst/>
            <a:gdLst/>
            <a:ahLst/>
            <a:cxnLst/>
            <a:rect l="l" t="t" r="r" b="b"/>
            <a:pathLst>
              <a:path w="1619885" h="1931670">
                <a:moveTo>
                  <a:pt x="803083" y="0"/>
                </a:moveTo>
                <a:lnTo>
                  <a:pt x="770033" y="9005"/>
                </a:lnTo>
                <a:lnTo>
                  <a:pt x="741997" y="30754"/>
                </a:lnTo>
                <a:lnTo>
                  <a:pt x="706944" y="67266"/>
                </a:lnTo>
                <a:lnTo>
                  <a:pt x="631999" y="134371"/>
                </a:lnTo>
                <a:lnTo>
                  <a:pt x="551166" y="193305"/>
                </a:lnTo>
                <a:lnTo>
                  <a:pt x="465123" y="243737"/>
                </a:lnTo>
                <a:lnTo>
                  <a:pt x="374547" y="285335"/>
                </a:lnTo>
                <a:lnTo>
                  <a:pt x="280118" y="317767"/>
                </a:lnTo>
                <a:lnTo>
                  <a:pt x="182513" y="340700"/>
                </a:lnTo>
                <a:lnTo>
                  <a:pt x="82411" y="353803"/>
                </a:lnTo>
                <a:lnTo>
                  <a:pt x="49674" y="363280"/>
                </a:lnTo>
                <a:lnTo>
                  <a:pt x="23463" y="383368"/>
                </a:lnTo>
                <a:lnTo>
                  <a:pt x="6122" y="411478"/>
                </a:lnTo>
                <a:lnTo>
                  <a:pt x="0" y="445024"/>
                </a:lnTo>
                <a:lnTo>
                  <a:pt x="986" y="723556"/>
                </a:lnTo>
                <a:lnTo>
                  <a:pt x="15471" y="866577"/>
                </a:lnTo>
                <a:lnTo>
                  <a:pt x="46422" y="1006247"/>
                </a:lnTo>
                <a:lnTo>
                  <a:pt x="92780" y="1141849"/>
                </a:lnTo>
                <a:lnTo>
                  <a:pt x="153487" y="1272664"/>
                </a:lnTo>
                <a:lnTo>
                  <a:pt x="227487" y="1397976"/>
                </a:lnTo>
                <a:lnTo>
                  <a:pt x="313720" y="1517067"/>
                </a:lnTo>
                <a:lnTo>
                  <a:pt x="411129" y="1629219"/>
                </a:lnTo>
                <a:lnTo>
                  <a:pt x="518656" y="1733714"/>
                </a:lnTo>
                <a:lnTo>
                  <a:pt x="635244" y="1829836"/>
                </a:lnTo>
                <a:lnTo>
                  <a:pt x="759834" y="1916866"/>
                </a:lnTo>
                <a:lnTo>
                  <a:pt x="809640" y="1931479"/>
                </a:lnTo>
                <a:lnTo>
                  <a:pt x="835346" y="1927826"/>
                </a:lnTo>
                <a:lnTo>
                  <a:pt x="984042" y="1829836"/>
                </a:lnTo>
                <a:lnTo>
                  <a:pt x="1100633" y="1733714"/>
                </a:lnTo>
                <a:lnTo>
                  <a:pt x="1208164" y="1629219"/>
                </a:lnTo>
                <a:lnTo>
                  <a:pt x="1305576" y="1517067"/>
                </a:lnTo>
                <a:lnTo>
                  <a:pt x="1391811" y="1397976"/>
                </a:lnTo>
                <a:lnTo>
                  <a:pt x="1465812" y="1272665"/>
                </a:lnTo>
                <a:lnTo>
                  <a:pt x="1526520" y="1141849"/>
                </a:lnTo>
                <a:lnTo>
                  <a:pt x="1572878" y="1006248"/>
                </a:lnTo>
                <a:lnTo>
                  <a:pt x="1603829" y="866577"/>
                </a:lnTo>
                <a:lnTo>
                  <a:pt x="1618314" y="723556"/>
                </a:lnTo>
                <a:lnTo>
                  <a:pt x="1619301" y="445024"/>
                </a:lnTo>
                <a:lnTo>
                  <a:pt x="1613169" y="411478"/>
                </a:lnTo>
                <a:lnTo>
                  <a:pt x="1595828" y="383368"/>
                </a:lnTo>
                <a:lnTo>
                  <a:pt x="1569615" y="363280"/>
                </a:lnTo>
                <a:lnTo>
                  <a:pt x="1536870" y="353803"/>
                </a:lnTo>
                <a:lnTo>
                  <a:pt x="1486549" y="348501"/>
                </a:lnTo>
                <a:lnTo>
                  <a:pt x="1387612" y="330442"/>
                </a:lnTo>
                <a:lnTo>
                  <a:pt x="1291513" y="302718"/>
                </a:lnTo>
                <a:lnTo>
                  <a:pt x="1198930" y="265661"/>
                </a:lnTo>
                <a:lnTo>
                  <a:pt x="1110540" y="219605"/>
                </a:lnTo>
                <a:lnTo>
                  <a:pt x="1027021" y="164880"/>
                </a:lnTo>
                <a:lnTo>
                  <a:pt x="949049" y="101819"/>
                </a:lnTo>
                <a:lnTo>
                  <a:pt x="877303" y="30754"/>
                </a:lnTo>
                <a:lnTo>
                  <a:pt x="837098" y="4036"/>
                </a:lnTo>
                <a:lnTo>
                  <a:pt x="803083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52169" y="4240529"/>
            <a:ext cx="1310640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 marR="5080" indent="-47625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solidFill>
                  <a:srgbClr val="0078D3"/>
                </a:solidFill>
                <a:latin typeface="Calibri"/>
                <a:cs typeface="Calibri"/>
              </a:rPr>
              <a:t>Bulkhead Isolation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787266" y="4232909"/>
            <a:ext cx="1879600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">
              <a:lnSpc>
                <a:spcPct val="100000"/>
              </a:lnSpc>
              <a:spcBef>
                <a:spcPts val="100"/>
              </a:spcBef>
            </a:pPr>
            <a:r>
              <a:rPr sz="2600" b="1" spc="-25" dirty="0">
                <a:solidFill>
                  <a:srgbClr val="0078D3"/>
                </a:solidFill>
                <a:latin typeface="Calibri"/>
                <a:cs typeface="Calibri"/>
              </a:rPr>
              <a:t>Queue-</a:t>
            </a:r>
            <a:r>
              <a:rPr sz="2600" b="1" spc="-10" dirty="0">
                <a:solidFill>
                  <a:srgbClr val="0078D3"/>
                </a:solidFill>
                <a:latin typeface="Calibri"/>
                <a:cs typeface="Calibri"/>
              </a:rPr>
              <a:t>Based </a:t>
            </a:r>
            <a:r>
              <a:rPr sz="2600" b="1" dirty="0">
                <a:solidFill>
                  <a:srgbClr val="0078D3"/>
                </a:solidFill>
                <a:latin typeface="Calibri"/>
                <a:cs typeface="Calibri"/>
              </a:rPr>
              <a:t>Load</a:t>
            </a:r>
            <a:r>
              <a:rPr sz="2600" b="1" spc="-55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78D3"/>
                </a:solidFill>
                <a:latin typeface="Calibri"/>
                <a:cs typeface="Calibri"/>
              </a:rPr>
              <a:t>Leveling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48425" y="4229480"/>
            <a:ext cx="2038985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marR="5080" indent="-483234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solidFill>
                  <a:srgbClr val="0078D3"/>
                </a:solidFill>
                <a:latin typeface="Calibri"/>
                <a:cs typeface="Calibri"/>
              </a:rPr>
              <a:t>Event</a:t>
            </a:r>
            <a:r>
              <a:rPr sz="2600" b="1" spc="-110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78D3"/>
                </a:solidFill>
                <a:latin typeface="Calibri"/>
                <a:cs typeface="Calibri"/>
              </a:rPr>
              <a:t>Sourcing </a:t>
            </a:r>
            <a:r>
              <a:rPr sz="2600" b="1" dirty="0">
                <a:solidFill>
                  <a:srgbClr val="0078D3"/>
                </a:solidFill>
                <a:latin typeface="Calibri"/>
                <a:cs typeface="Calibri"/>
              </a:rPr>
              <a:t>&amp;</a:t>
            </a:r>
            <a:r>
              <a:rPr sz="2600" b="1" spc="-20" dirty="0">
                <a:solidFill>
                  <a:srgbClr val="0078D3"/>
                </a:solidFill>
                <a:latin typeface="Calibri"/>
                <a:cs typeface="Calibri"/>
              </a:rPr>
              <a:t> CQRS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13646" y="4234637"/>
            <a:ext cx="2169795" cy="1216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5"/>
              </a:spcBef>
            </a:pPr>
            <a:r>
              <a:rPr sz="2600" b="1" spc="-10" dirty="0">
                <a:solidFill>
                  <a:srgbClr val="0078D3"/>
                </a:solidFill>
                <a:latin typeface="Calibri"/>
                <a:cs typeface="Calibri"/>
              </a:rPr>
              <a:t>Multi-Region Active/Passive </a:t>
            </a:r>
            <a:r>
              <a:rPr sz="2600" b="1" dirty="0">
                <a:solidFill>
                  <a:srgbClr val="0078D3"/>
                </a:solidFill>
                <a:latin typeface="Calibri"/>
                <a:cs typeface="Calibri"/>
              </a:rPr>
              <a:t>&amp;</a:t>
            </a:r>
            <a:r>
              <a:rPr sz="2600" b="1" spc="-20" dirty="0">
                <a:solidFill>
                  <a:srgbClr val="0078D3"/>
                </a:solidFill>
                <a:latin typeface="Calibri"/>
                <a:cs typeface="Calibri"/>
              </a:rPr>
              <a:t> Active/Active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106FB-EADA-B7BA-BB79-A9C55E502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56370"/>
            <a:ext cx="10515599" cy="923330"/>
          </a:xfrm>
        </p:spPr>
        <p:txBody>
          <a:bodyPr/>
          <a:lstStyle/>
          <a:p>
            <a:r>
              <a:rPr lang="en-US" dirty="0"/>
              <a:t>Monitoring &amp; Observability</a:t>
            </a:r>
          </a:p>
        </p:txBody>
      </p:sp>
    </p:spTree>
    <p:extLst>
      <p:ext uri="{BB962C8B-B14F-4D97-AF65-F5344CB8AC3E}">
        <p14:creationId xmlns:p14="http://schemas.microsoft.com/office/powerpoint/2010/main" val="28328550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50" dirty="0"/>
              <a:t>The</a:t>
            </a:r>
            <a:r>
              <a:rPr sz="4400" spc="-35" dirty="0"/>
              <a:t> </a:t>
            </a:r>
            <a:r>
              <a:rPr sz="4400" spc="-135" dirty="0"/>
              <a:t>T</a:t>
            </a:r>
            <a:r>
              <a:rPr sz="4400" spc="385" dirty="0"/>
              <a:t>ools</a:t>
            </a:r>
            <a:r>
              <a:rPr sz="4400" spc="-55" dirty="0"/>
              <a:t> </a:t>
            </a:r>
            <a:r>
              <a:rPr sz="4400" spc="495" dirty="0"/>
              <a:t>of</a:t>
            </a:r>
            <a:r>
              <a:rPr sz="4400" spc="-30" dirty="0"/>
              <a:t> </a:t>
            </a:r>
            <a:r>
              <a:rPr sz="4400" spc="390" dirty="0"/>
              <a:t>Observability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308100"/>
            <a:ext cx="10515600" cy="43525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50" dirty="0"/>
              <a:t>The</a:t>
            </a:r>
            <a:r>
              <a:rPr sz="4400" spc="-35" dirty="0"/>
              <a:t> </a:t>
            </a:r>
            <a:r>
              <a:rPr sz="4400" spc="-135" dirty="0"/>
              <a:t>T</a:t>
            </a:r>
            <a:r>
              <a:rPr sz="4400" spc="385" dirty="0"/>
              <a:t>ools</a:t>
            </a:r>
            <a:r>
              <a:rPr sz="4400" spc="-55" dirty="0"/>
              <a:t> </a:t>
            </a:r>
            <a:r>
              <a:rPr sz="4400" spc="495" dirty="0"/>
              <a:t>of</a:t>
            </a:r>
            <a:r>
              <a:rPr sz="4400" spc="-30" dirty="0"/>
              <a:t> </a:t>
            </a:r>
            <a:r>
              <a:rPr sz="4400" spc="390" dirty="0"/>
              <a:t>Observability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655" y="1591563"/>
            <a:ext cx="1524000" cy="1524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72513" y="3239769"/>
            <a:ext cx="12433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2539"/>
                </a:solidFill>
                <a:latin typeface="Calibri"/>
                <a:cs typeface="Calibri"/>
              </a:rPr>
              <a:t>Monitor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7208" y="1576197"/>
            <a:ext cx="1523999" cy="1524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25721" y="3231642"/>
            <a:ext cx="29229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2539"/>
                </a:solidFill>
                <a:latin typeface="Calibri"/>
                <a:cs typeface="Calibri"/>
              </a:rPr>
              <a:t>Application</a:t>
            </a:r>
            <a:r>
              <a:rPr sz="2800" b="1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2539"/>
                </a:solidFill>
                <a:latin typeface="Calibri"/>
                <a:cs typeface="Calibri"/>
              </a:rPr>
              <a:t>Insights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42958" y="1583182"/>
            <a:ext cx="1524000" cy="1524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729218" y="3268472"/>
            <a:ext cx="19526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0" marR="5080" indent="-7937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2539"/>
                </a:solidFill>
                <a:latin typeface="Calibri"/>
                <a:cs typeface="Calibri"/>
              </a:rPr>
              <a:t>Log</a:t>
            </a:r>
            <a:r>
              <a:rPr sz="2800" b="1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2539"/>
                </a:solidFill>
                <a:latin typeface="Calibri"/>
                <a:cs typeface="Calibri"/>
              </a:rPr>
              <a:t>Analytics Workspaces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50" dirty="0"/>
              <a:t>The</a:t>
            </a:r>
            <a:r>
              <a:rPr sz="4400" spc="-35" dirty="0"/>
              <a:t> </a:t>
            </a:r>
            <a:r>
              <a:rPr sz="4400" spc="-135" dirty="0"/>
              <a:t>T</a:t>
            </a:r>
            <a:r>
              <a:rPr sz="4400" spc="385" dirty="0"/>
              <a:t>ools</a:t>
            </a:r>
            <a:r>
              <a:rPr sz="4400" spc="-55" dirty="0"/>
              <a:t> </a:t>
            </a:r>
            <a:r>
              <a:rPr sz="4400" spc="495" dirty="0"/>
              <a:t>of</a:t>
            </a:r>
            <a:r>
              <a:rPr sz="4400" spc="-30" dirty="0"/>
              <a:t> </a:t>
            </a:r>
            <a:r>
              <a:rPr sz="4400" spc="390" dirty="0"/>
              <a:t>Observability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655" y="1591563"/>
            <a:ext cx="1524000" cy="1524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72513" y="3239769"/>
            <a:ext cx="12433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2539"/>
                </a:solidFill>
                <a:latin typeface="Calibri"/>
                <a:cs typeface="Calibri"/>
              </a:rPr>
              <a:t>Monitor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7208" y="1576197"/>
            <a:ext cx="1523999" cy="1524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25721" y="3231642"/>
            <a:ext cx="29229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2539"/>
                </a:solidFill>
                <a:latin typeface="Calibri"/>
                <a:cs typeface="Calibri"/>
              </a:rPr>
              <a:t>Application</a:t>
            </a:r>
            <a:r>
              <a:rPr sz="2800" b="1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2539"/>
                </a:solidFill>
                <a:latin typeface="Calibri"/>
                <a:cs typeface="Calibri"/>
              </a:rPr>
              <a:t>Insights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42958" y="1583182"/>
            <a:ext cx="1524000" cy="1524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729218" y="3268472"/>
            <a:ext cx="19526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0" marR="5080" indent="-7937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2539"/>
                </a:solidFill>
                <a:latin typeface="Calibri"/>
                <a:cs typeface="Calibri"/>
              </a:rPr>
              <a:t>Log</a:t>
            </a:r>
            <a:r>
              <a:rPr sz="2800" b="1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2539"/>
                </a:solidFill>
                <a:latin typeface="Calibri"/>
                <a:cs typeface="Calibri"/>
              </a:rPr>
              <a:t>Analytics Workspaces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0661" y="4272584"/>
            <a:ext cx="1176477" cy="117647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70863" y="5546852"/>
            <a:ext cx="726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Metrics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64001" y="4324019"/>
            <a:ext cx="1176477" cy="117647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810382" y="5519420"/>
            <a:ext cx="16662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Network</a:t>
            </a:r>
            <a:r>
              <a:rPr sz="18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Watcher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67096" y="4272584"/>
            <a:ext cx="1176477" cy="117647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210936" y="5519420"/>
            <a:ext cx="1779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Diagnostic</a:t>
            </a:r>
            <a:r>
              <a:rPr sz="1800" spc="-10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Settings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86878" y="4272584"/>
            <a:ext cx="1176477" cy="117647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833106" y="5546852"/>
            <a:ext cx="1076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2539"/>
                </a:solidFill>
                <a:latin typeface="Calibri"/>
                <a:cs typeface="Calibri"/>
              </a:rPr>
              <a:t>Workbooks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89971" y="4200956"/>
            <a:ext cx="1176477" cy="117647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220325" y="5519420"/>
            <a:ext cx="1094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2539"/>
                </a:solidFill>
                <a:latin typeface="Calibri"/>
                <a:cs typeface="Calibri"/>
              </a:rPr>
              <a:t>Activity</a:t>
            </a:r>
            <a:r>
              <a:rPr sz="1800" spc="-1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2539"/>
                </a:solidFill>
                <a:latin typeface="Calibri"/>
                <a:cs typeface="Calibri"/>
              </a:rPr>
              <a:t>Log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50" dirty="0"/>
              <a:t>The</a:t>
            </a:r>
            <a:r>
              <a:rPr sz="4400" dirty="0"/>
              <a:t> </a:t>
            </a:r>
            <a:r>
              <a:rPr sz="4400" spc="400" dirty="0"/>
              <a:t>Observability</a:t>
            </a:r>
            <a:r>
              <a:rPr sz="4400" spc="-30" dirty="0"/>
              <a:t> </a:t>
            </a:r>
            <a:r>
              <a:rPr sz="4400" spc="525" dirty="0"/>
              <a:t>Loop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031631" y="2489030"/>
            <a:ext cx="1011555" cy="1012190"/>
            <a:chOff x="1031631" y="2489030"/>
            <a:chExt cx="1011555" cy="1012190"/>
          </a:xfrm>
        </p:grpSpPr>
        <p:sp>
          <p:nvSpPr>
            <p:cNvPr id="4" name="object 4"/>
            <p:cNvSpPr/>
            <p:nvPr/>
          </p:nvSpPr>
          <p:spPr>
            <a:xfrm>
              <a:off x="1031621" y="2489034"/>
              <a:ext cx="1011555" cy="1012190"/>
            </a:xfrm>
            <a:custGeom>
              <a:avLst/>
              <a:gdLst/>
              <a:ahLst/>
              <a:cxnLst/>
              <a:rect l="l" t="t" r="r" b="b"/>
              <a:pathLst>
                <a:path w="1011555" h="1012189">
                  <a:moveTo>
                    <a:pt x="833932" y="477278"/>
                  </a:moveTo>
                  <a:lnTo>
                    <a:pt x="825614" y="468477"/>
                  </a:lnTo>
                  <a:lnTo>
                    <a:pt x="823747" y="467626"/>
                  </a:lnTo>
                  <a:lnTo>
                    <a:pt x="763371" y="408203"/>
                  </a:lnTo>
                  <a:lnTo>
                    <a:pt x="758393" y="406946"/>
                  </a:lnTo>
                  <a:lnTo>
                    <a:pt x="722388" y="406946"/>
                  </a:lnTo>
                  <a:lnTo>
                    <a:pt x="718045" y="383959"/>
                  </a:lnTo>
                  <a:lnTo>
                    <a:pt x="770521" y="373951"/>
                  </a:lnTo>
                  <a:lnTo>
                    <a:pt x="775068" y="369506"/>
                  </a:lnTo>
                  <a:lnTo>
                    <a:pt x="797737" y="267639"/>
                  </a:lnTo>
                  <a:lnTo>
                    <a:pt x="792937" y="259676"/>
                  </a:lnTo>
                  <a:lnTo>
                    <a:pt x="776922" y="255841"/>
                  </a:lnTo>
                  <a:lnTo>
                    <a:pt x="769175" y="260692"/>
                  </a:lnTo>
                  <a:lnTo>
                    <a:pt x="749833" y="347687"/>
                  </a:lnTo>
                  <a:lnTo>
                    <a:pt x="710006" y="355219"/>
                  </a:lnTo>
                  <a:lnTo>
                    <a:pt x="707771" y="347865"/>
                  </a:lnTo>
                  <a:lnTo>
                    <a:pt x="704583" y="340817"/>
                  </a:lnTo>
                  <a:lnTo>
                    <a:pt x="700557" y="334276"/>
                  </a:lnTo>
                  <a:lnTo>
                    <a:pt x="551192" y="334276"/>
                  </a:lnTo>
                  <a:lnTo>
                    <a:pt x="547128" y="340931"/>
                  </a:lnTo>
                  <a:lnTo>
                    <a:pt x="543941" y="348107"/>
                  </a:lnTo>
                  <a:lnTo>
                    <a:pt x="541743" y="355600"/>
                  </a:lnTo>
                  <a:lnTo>
                    <a:pt x="501916" y="348068"/>
                  </a:lnTo>
                  <a:lnTo>
                    <a:pt x="484555" y="269125"/>
                  </a:lnTo>
                  <a:lnTo>
                    <a:pt x="482206" y="261353"/>
                  </a:lnTo>
                  <a:lnTo>
                    <a:pt x="474014" y="256971"/>
                  </a:lnTo>
                  <a:lnTo>
                    <a:pt x="459333" y="261416"/>
                  </a:lnTo>
                  <a:lnTo>
                    <a:pt x="454964" y="268224"/>
                  </a:lnTo>
                  <a:lnTo>
                    <a:pt x="455955" y="275386"/>
                  </a:lnTo>
                  <a:lnTo>
                    <a:pt x="476745" y="369341"/>
                  </a:lnTo>
                  <a:lnTo>
                    <a:pt x="481253" y="373761"/>
                  </a:lnTo>
                  <a:lnTo>
                    <a:pt x="533704" y="383832"/>
                  </a:lnTo>
                  <a:lnTo>
                    <a:pt x="529488" y="406819"/>
                  </a:lnTo>
                  <a:lnTo>
                    <a:pt x="490385" y="407073"/>
                  </a:lnTo>
                  <a:lnTo>
                    <a:pt x="485825" y="409638"/>
                  </a:lnTo>
                  <a:lnTo>
                    <a:pt x="428002" y="467626"/>
                  </a:lnTo>
                  <a:lnTo>
                    <a:pt x="421551" y="472452"/>
                  </a:lnTo>
                  <a:lnTo>
                    <a:pt x="420230" y="481609"/>
                  </a:lnTo>
                  <a:lnTo>
                    <a:pt x="429895" y="494512"/>
                  </a:lnTo>
                  <a:lnTo>
                    <a:pt x="439039" y="495833"/>
                  </a:lnTo>
                  <a:lnTo>
                    <a:pt x="445490" y="490994"/>
                  </a:lnTo>
                  <a:lnTo>
                    <a:pt x="500634" y="435432"/>
                  </a:lnTo>
                  <a:lnTo>
                    <a:pt x="526173" y="435432"/>
                  </a:lnTo>
                  <a:lnTo>
                    <a:pt x="526211" y="454545"/>
                  </a:lnTo>
                  <a:lnTo>
                    <a:pt x="527113" y="462127"/>
                  </a:lnTo>
                  <a:lnTo>
                    <a:pt x="528853" y="469544"/>
                  </a:lnTo>
                  <a:lnTo>
                    <a:pt x="486854" y="480021"/>
                  </a:lnTo>
                  <a:lnTo>
                    <a:pt x="483006" y="483489"/>
                  </a:lnTo>
                  <a:lnTo>
                    <a:pt x="448106" y="579183"/>
                  </a:lnTo>
                  <a:lnTo>
                    <a:pt x="451980" y="587565"/>
                  </a:lnTo>
                  <a:lnTo>
                    <a:pt x="462813" y="591210"/>
                  </a:lnTo>
                  <a:lnTo>
                    <a:pt x="470662" y="591286"/>
                  </a:lnTo>
                  <a:lnTo>
                    <a:pt x="476161" y="587463"/>
                  </a:lnTo>
                  <a:lnTo>
                    <a:pt x="506120" y="505053"/>
                  </a:lnTo>
                  <a:lnTo>
                    <a:pt x="539826" y="496620"/>
                  </a:lnTo>
                  <a:lnTo>
                    <a:pt x="552831" y="514007"/>
                  </a:lnTo>
                  <a:lnTo>
                    <a:pt x="569099" y="528002"/>
                  </a:lnTo>
                  <a:lnTo>
                    <a:pt x="587997" y="538149"/>
                  </a:lnTo>
                  <a:lnTo>
                    <a:pt x="608888" y="544004"/>
                  </a:lnTo>
                  <a:lnTo>
                    <a:pt x="613613" y="542480"/>
                  </a:lnTo>
                  <a:lnTo>
                    <a:pt x="613613" y="429399"/>
                  </a:lnTo>
                  <a:lnTo>
                    <a:pt x="619328" y="423684"/>
                  </a:lnTo>
                  <a:lnTo>
                    <a:pt x="633437" y="423684"/>
                  </a:lnTo>
                  <a:lnTo>
                    <a:pt x="639152" y="429399"/>
                  </a:lnTo>
                  <a:lnTo>
                    <a:pt x="639152" y="542734"/>
                  </a:lnTo>
                  <a:lnTo>
                    <a:pt x="643877" y="544258"/>
                  </a:lnTo>
                  <a:lnTo>
                    <a:pt x="664794" y="538429"/>
                  </a:lnTo>
                  <a:lnTo>
                    <a:pt x="683704" y="528294"/>
                  </a:lnTo>
                  <a:lnTo>
                    <a:pt x="699973" y="514299"/>
                  </a:lnTo>
                  <a:lnTo>
                    <a:pt x="712939" y="496874"/>
                  </a:lnTo>
                  <a:lnTo>
                    <a:pt x="746645" y="505307"/>
                  </a:lnTo>
                  <a:lnTo>
                    <a:pt x="776668" y="587717"/>
                  </a:lnTo>
                  <a:lnTo>
                    <a:pt x="782129" y="591553"/>
                  </a:lnTo>
                  <a:lnTo>
                    <a:pt x="793242" y="590626"/>
                  </a:lnTo>
                  <a:lnTo>
                    <a:pt x="800798" y="587819"/>
                  </a:lnTo>
                  <a:lnTo>
                    <a:pt x="804659" y="579437"/>
                  </a:lnTo>
                  <a:lnTo>
                    <a:pt x="769251" y="482968"/>
                  </a:lnTo>
                  <a:lnTo>
                    <a:pt x="765403" y="479513"/>
                  </a:lnTo>
                  <a:lnTo>
                    <a:pt x="723404" y="469023"/>
                  </a:lnTo>
                  <a:lnTo>
                    <a:pt x="725144" y="461619"/>
                  </a:lnTo>
                  <a:lnTo>
                    <a:pt x="726046" y="454037"/>
                  </a:lnTo>
                  <a:lnTo>
                    <a:pt x="726084" y="434924"/>
                  </a:lnTo>
                  <a:lnTo>
                    <a:pt x="751624" y="434924"/>
                  </a:lnTo>
                  <a:lnTo>
                    <a:pt x="806767" y="490486"/>
                  </a:lnTo>
                  <a:lnTo>
                    <a:pt x="812076" y="496519"/>
                  </a:lnTo>
                  <a:lnTo>
                    <a:pt x="821283" y="497103"/>
                  </a:lnTo>
                  <a:lnTo>
                    <a:pt x="833348" y="486473"/>
                  </a:lnTo>
                  <a:lnTo>
                    <a:pt x="833932" y="477278"/>
                  </a:lnTo>
                  <a:close/>
                </a:path>
                <a:path w="1011555" h="1012189">
                  <a:moveTo>
                    <a:pt x="1011021" y="401548"/>
                  </a:moveTo>
                  <a:lnTo>
                    <a:pt x="1010450" y="361645"/>
                  </a:lnTo>
                  <a:lnTo>
                    <a:pt x="1010373" y="356108"/>
                  </a:lnTo>
                  <a:lnTo>
                    <a:pt x="1004417" y="311111"/>
                  </a:lnTo>
                  <a:lnTo>
                    <a:pt x="993203" y="267068"/>
                  </a:lnTo>
                  <a:lnTo>
                    <a:pt x="976807" y="224485"/>
                  </a:lnTo>
                  <a:lnTo>
                    <a:pt x="955294" y="183857"/>
                  </a:lnTo>
                  <a:lnTo>
                    <a:pt x="932268" y="150787"/>
                  </a:lnTo>
                  <a:lnTo>
                    <a:pt x="932268" y="385368"/>
                  </a:lnTo>
                  <a:lnTo>
                    <a:pt x="928255" y="435089"/>
                  </a:lnTo>
                  <a:lnTo>
                    <a:pt x="916647" y="482257"/>
                  </a:lnTo>
                  <a:lnTo>
                    <a:pt x="898144" y="526059"/>
                  </a:lnTo>
                  <a:lnTo>
                    <a:pt x="898067" y="526249"/>
                  </a:lnTo>
                  <a:lnTo>
                    <a:pt x="873150" y="566420"/>
                  </a:lnTo>
                  <a:lnTo>
                    <a:pt x="842530" y="602132"/>
                  </a:lnTo>
                  <a:lnTo>
                    <a:pt x="806818" y="632777"/>
                  </a:lnTo>
                  <a:lnTo>
                    <a:pt x="766673" y="657707"/>
                  </a:lnTo>
                  <a:lnTo>
                    <a:pt x="722718" y="676300"/>
                  </a:lnTo>
                  <a:lnTo>
                    <a:pt x="675576" y="687908"/>
                  </a:lnTo>
                  <a:lnTo>
                    <a:pt x="625868" y="691921"/>
                  </a:lnTo>
                  <a:lnTo>
                    <a:pt x="595223" y="689368"/>
                  </a:lnTo>
                  <a:lnTo>
                    <a:pt x="577735" y="687908"/>
                  </a:lnTo>
                  <a:lnTo>
                    <a:pt x="576732" y="687908"/>
                  </a:lnTo>
                  <a:lnTo>
                    <a:pt x="529158" y="676084"/>
                  </a:lnTo>
                  <a:lnTo>
                    <a:pt x="485254" y="657453"/>
                  </a:lnTo>
                  <a:lnTo>
                    <a:pt x="445147" y="632510"/>
                  </a:lnTo>
                  <a:lnTo>
                    <a:pt x="409486" y="601878"/>
                  </a:lnTo>
                  <a:lnTo>
                    <a:pt x="378866" y="566191"/>
                  </a:lnTo>
                  <a:lnTo>
                    <a:pt x="354050" y="526249"/>
                  </a:lnTo>
                  <a:lnTo>
                    <a:pt x="335368" y="482257"/>
                  </a:lnTo>
                  <a:lnTo>
                    <a:pt x="323634" y="435089"/>
                  </a:lnTo>
                  <a:lnTo>
                    <a:pt x="319481" y="385368"/>
                  </a:lnTo>
                  <a:lnTo>
                    <a:pt x="323494" y="335635"/>
                  </a:lnTo>
                  <a:lnTo>
                    <a:pt x="335102" y="288467"/>
                  </a:lnTo>
                  <a:lnTo>
                    <a:pt x="353682" y="244487"/>
                  </a:lnTo>
                  <a:lnTo>
                    <a:pt x="378599" y="204317"/>
                  </a:lnTo>
                  <a:lnTo>
                    <a:pt x="409219" y="168592"/>
                  </a:lnTo>
                  <a:lnTo>
                    <a:pt x="444919" y="137960"/>
                  </a:lnTo>
                  <a:lnTo>
                    <a:pt x="485063" y="113030"/>
                  </a:lnTo>
                  <a:lnTo>
                    <a:pt x="529031" y="94437"/>
                  </a:lnTo>
                  <a:lnTo>
                    <a:pt x="576173" y="82816"/>
                  </a:lnTo>
                  <a:lnTo>
                    <a:pt x="625475" y="78841"/>
                  </a:lnTo>
                  <a:lnTo>
                    <a:pt x="626275" y="78841"/>
                  </a:lnTo>
                  <a:lnTo>
                    <a:pt x="675576" y="82816"/>
                  </a:lnTo>
                  <a:lnTo>
                    <a:pt x="722718" y="94437"/>
                  </a:lnTo>
                  <a:lnTo>
                    <a:pt x="766673" y="113030"/>
                  </a:lnTo>
                  <a:lnTo>
                    <a:pt x="806818" y="137960"/>
                  </a:lnTo>
                  <a:lnTo>
                    <a:pt x="842530" y="168592"/>
                  </a:lnTo>
                  <a:lnTo>
                    <a:pt x="873150" y="204317"/>
                  </a:lnTo>
                  <a:lnTo>
                    <a:pt x="898067" y="244487"/>
                  </a:lnTo>
                  <a:lnTo>
                    <a:pt x="916647" y="288467"/>
                  </a:lnTo>
                  <a:lnTo>
                    <a:pt x="928255" y="335635"/>
                  </a:lnTo>
                  <a:lnTo>
                    <a:pt x="932268" y="385368"/>
                  </a:lnTo>
                  <a:lnTo>
                    <a:pt x="932268" y="150787"/>
                  </a:lnTo>
                  <a:lnTo>
                    <a:pt x="897204" y="110540"/>
                  </a:lnTo>
                  <a:lnTo>
                    <a:pt x="860742" y="78841"/>
                  </a:lnTo>
                  <a:lnTo>
                    <a:pt x="820648" y="51904"/>
                  </a:lnTo>
                  <a:lnTo>
                    <a:pt x="778484" y="30619"/>
                  </a:lnTo>
                  <a:lnTo>
                    <a:pt x="734745" y="14922"/>
                  </a:lnTo>
                  <a:lnTo>
                    <a:pt x="689940" y="4737"/>
                  </a:lnTo>
                  <a:lnTo>
                    <a:pt x="644575" y="0"/>
                  </a:lnTo>
                  <a:lnTo>
                    <a:pt x="599160" y="647"/>
                  </a:lnTo>
                  <a:lnTo>
                    <a:pt x="554189" y="6616"/>
                  </a:lnTo>
                  <a:lnTo>
                    <a:pt x="510159" y="17830"/>
                  </a:lnTo>
                  <a:lnTo>
                    <a:pt x="467601" y="34239"/>
                  </a:lnTo>
                  <a:lnTo>
                    <a:pt x="426999" y="55753"/>
                  </a:lnTo>
                  <a:lnTo>
                    <a:pt x="388874" y="82334"/>
                  </a:lnTo>
                  <a:lnTo>
                    <a:pt x="353720" y="113893"/>
                  </a:lnTo>
                  <a:lnTo>
                    <a:pt x="322033" y="150368"/>
                  </a:lnTo>
                  <a:lnTo>
                    <a:pt x="295871" y="189230"/>
                  </a:lnTo>
                  <a:lnTo>
                    <a:pt x="274929" y="230276"/>
                  </a:lnTo>
                  <a:lnTo>
                    <a:pt x="259232" y="273024"/>
                  </a:lnTo>
                  <a:lnTo>
                    <a:pt x="248754" y="316966"/>
                  </a:lnTo>
                  <a:lnTo>
                    <a:pt x="243522" y="361645"/>
                  </a:lnTo>
                  <a:lnTo>
                    <a:pt x="243522" y="406565"/>
                  </a:lnTo>
                  <a:lnTo>
                    <a:pt x="248754" y="451231"/>
                  </a:lnTo>
                  <a:lnTo>
                    <a:pt x="259232" y="495185"/>
                  </a:lnTo>
                  <a:lnTo>
                    <a:pt x="274929" y="537921"/>
                  </a:lnTo>
                  <a:lnTo>
                    <a:pt x="295871" y="578967"/>
                  </a:lnTo>
                  <a:lnTo>
                    <a:pt x="322033" y="617842"/>
                  </a:lnTo>
                  <a:lnTo>
                    <a:pt x="265607" y="674293"/>
                  </a:lnTo>
                  <a:lnTo>
                    <a:pt x="222796" y="676783"/>
                  </a:lnTo>
                  <a:lnTo>
                    <a:pt x="186080" y="698944"/>
                  </a:lnTo>
                  <a:lnTo>
                    <a:pt x="26504" y="858608"/>
                  </a:lnTo>
                  <a:lnTo>
                    <a:pt x="0" y="921702"/>
                  </a:lnTo>
                  <a:lnTo>
                    <a:pt x="6375" y="955382"/>
                  </a:lnTo>
                  <a:lnTo>
                    <a:pt x="25844" y="985062"/>
                  </a:lnTo>
                  <a:lnTo>
                    <a:pt x="26517" y="985723"/>
                  </a:lnTo>
                  <a:lnTo>
                    <a:pt x="56083" y="1005357"/>
                  </a:lnTo>
                  <a:lnTo>
                    <a:pt x="89687" y="1011897"/>
                  </a:lnTo>
                  <a:lnTo>
                    <a:pt x="123317" y="1005357"/>
                  </a:lnTo>
                  <a:lnTo>
                    <a:pt x="313105" y="825398"/>
                  </a:lnTo>
                  <a:lnTo>
                    <a:pt x="335254" y="788657"/>
                  </a:lnTo>
                  <a:lnTo>
                    <a:pt x="339090" y="767562"/>
                  </a:lnTo>
                  <a:lnTo>
                    <a:pt x="337743" y="745820"/>
                  </a:lnTo>
                  <a:lnTo>
                    <a:pt x="393522" y="689368"/>
                  </a:lnTo>
                  <a:lnTo>
                    <a:pt x="433616" y="716305"/>
                  </a:lnTo>
                  <a:lnTo>
                    <a:pt x="475792" y="737590"/>
                  </a:lnTo>
                  <a:lnTo>
                    <a:pt x="519518" y="753300"/>
                  </a:lnTo>
                  <a:lnTo>
                    <a:pt x="564324" y="763485"/>
                  </a:lnTo>
                  <a:lnTo>
                    <a:pt x="609688" y="768210"/>
                  </a:lnTo>
                  <a:lnTo>
                    <a:pt x="655116" y="767562"/>
                  </a:lnTo>
                  <a:lnTo>
                    <a:pt x="700087" y="761593"/>
                  </a:lnTo>
                  <a:lnTo>
                    <a:pt x="744105" y="750366"/>
                  </a:lnTo>
                  <a:lnTo>
                    <a:pt x="786663" y="733958"/>
                  </a:lnTo>
                  <a:lnTo>
                    <a:pt x="827265" y="712431"/>
                  </a:lnTo>
                  <a:lnTo>
                    <a:pt x="865390" y="685863"/>
                  </a:lnTo>
                  <a:lnTo>
                    <a:pt x="900557" y="654304"/>
                  </a:lnTo>
                  <a:lnTo>
                    <a:pt x="932230" y="617842"/>
                  </a:lnTo>
                  <a:lnTo>
                    <a:pt x="959154" y="577723"/>
                  </a:lnTo>
                  <a:lnTo>
                    <a:pt x="980427" y="535533"/>
                  </a:lnTo>
                  <a:lnTo>
                    <a:pt x="996111" y="491769"/>
                  </a:lnTo>
                  <a:lnTo>
                    <a:pt x="1006297" y="446938"/>
                  </a:lnTo>
                  <a:lnTo>
                    <a:pt x="1011021" y="401548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5924" y="2643516"/>
              <a:ext cx="164088" cy="15423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37031" y="3512947"/>
            <a:ext cx="9944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78D3"/>
                </a:solidFill>
                <a:latin typeface="Calibri"/>
                <a:cs typeface="Calibri"/>
              </a:rPr>
              <a:t>Detect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16978" y="2486896"/>
            <a:ext cx="868044" cy="1021080"/>
          </a:xfrm>
          <a:custGeom>
            <a:avLst/>
            <a:gdLst/>
            <a:ahLst/>
            <a:cxnLst/>
            <a:rect l="l" t="t" r="r" b="b"/>
            <a:pathLst>
              <a:path w="868045" h="1021079">
                <a:moveTo>
                  <a:pt x="383542" y="0"/>
                </a:moveTo>
                <a:lnTo>
                  <a:pt x="332906" y="3809"/>
                </a:lnTo>
                <a:lnTo>
                  <a:pt x="282928" y="12699"/>
                </a:lnTo>
                <a:lnTo>
                  <a:pt x="234267" y="30479"/>
                </a:lnTo>
                <a:lnTo>
                  <a:pt x="187580" y="53339"/>
                </a:lnTo>
                <a:lnTo>
                  <a:pt x="144487" y="82549"/>
                </a:lnTo>
                <a:lnTo>
                  <a:pt x="106375" y="116839"/>
                </a:lnTo>
                <a:lnTo>
                  <a:pt x="73559" y="156209"/>
                </a:lnTo>
                <a:lnTo>
                  <a:pt x="46354" y="198119"/>
                </a:lnTo>
                <a:lnTo>
                  <a:pt x="25072" y="243839"/>
                </a:lnTo>
                <a:lnTo>
                  <a:pt x="10030" y="293369"/>
                </a:lnTo>
                <a:lnTo>
                  <a:pt x="1540" y="344169"/>
                </a:lnTo>
                <a:lnTo>
                  <a:pt x="1302" y="351789"/>
                </a:lnTo>
                <a:lnTo>
                  <a:pt x="1183" y="355599"/>
                </a:lnTo>
                <a:lnTo>
                  <a:pt x="1065" y="359409"/>
                </a:lnTo>
                <a:lnTo>
                  <a:pt x="985" y="361949"/>
                </a:lnTo>
                <a:lnTo>
                  <a:pt x="867" y="365759"/>
                </a:lnTo>
                <a:lnTo>
                  <a:pt x="787" y="368299"/>
                </a:lnTo>
                <a:lnTo>
                  <a:pt x="669" y="372109"/>
                </a:lnTo>
                <a:lnTo>
                  <a:pt x="590" y="374649"/>
                </a:lnTo>
                <a:lnTo>
                  <a:pt x="471" y="378459"/>
                </a:lnTo>
                <a:lnTo>
                  <a:pt x="392" y="380999"/>
                </a:lnTo>
                <a:lnTo>
                  <a:pt x="273" y="384809"/>
                </a:lnTo>
                <a:lnTo>
                  <a:pt x="154" y="388619"/>
                </a:lnTo>
                <a:lnTo>
                  <a:pt x="75" y="391159"/>
                </a:lnTo>
                <a:lnTo>
                  <a:pt x="0" y="397509"/>
                </a:lnTo>
                <a:lnTo>
                  <a:pt x="3236" y="447039"/>
                </a:lnTo>
                <a:lnTo>
                  <a:pt x="13033" y="496569"/>
                </a:lnTo>
                <a:lnTo>
                  <a:pt x="29059" y="543559"/>
                </a:lnTo>
                <a:lnTo>
                  <a:pt x="51071" y="589279"/>
                </a:lnTo>
                <a:lnTo>
                  <a:pt x="78822" y="631189"/>
                </a:lnTo>
                <a:lnTo>
                  <a:pt x="112066" y="669289"/>
                </a:lnTo>
                <a:lnTo>
                  <a:pt x="150558" y="702309"/>
                </a:lnTo>
                <a:lnTo>
                  <a:pt x="150558" y="1021079"/>
                </a:lnTo>
                <a:lnTo>
                  <a:pt x="553971" y="1021080"/>
                </a:lnTo>
                <a:lnTo>
                  <a:pt x="553971" y="869950"/>
                </a:lnTo>
                <a:lnTo>
                  <a:pt x="616526" y="869950"/>
                </a:lnTo>
                <a:lnTo>
                  <a:pt x="674931" y="858520"/>
                </a:lnTo>
                <a:lnTo>
                  <a:pt x="723762" y="825500"/>
                </a:lnTo>
                <a:lnTo>
                  <a:pt x="755997" y="775970"/>
                </a:lnTo>
                <a:lnTo>
                  <a:pt x="767167" y="717550"/>
                </a:lnTo>
                <a:lnTo>
                  <a:pt x="767167" y="641350"/>
                </a:lnTo>
                <a:lnTo>
                  <a:pt x="823339" y="641350"/>
                </a:lnTo>
                <a:lnTo>
                  <a:pt x="846637" y="632460"/>
                </a:lnTo>
                <a:lnTo>
                  <a:pt x="863233" y="613410"/>
                </a:lnTo>
                <a:lnTo>
                  <a:pt x="865437" y="600710"/>
                </a:lnTo>
                <a:lnTo>
                  <a:pt x="242475" y="600709"/>
                </a:lnTo>
                <a:lnTo>
                  <a:pt x="235214" y="544829"/>
                </a:lnTo>
                <a:lnTo>
                  <a:pt x="218857" y="514349"/>
                </a:lnTo>
                <a:lnTo>
                  <a:pt x="201543" y="501649"/>
                </a:lnTo>
                <a:lnTo>
                  <a:pt x="191410" y="497839"/>
                </a:lnTo>
                <a:lnTo>
                  <a:pt x="172380" y="490219"/>
                </a:lnTo>
                <a:lnTo>
                  <a:pt x="148324" y="473709"/>
                </a:lnTo>
                <a:lnTo>
                  <a:pt x="125704" y="448309"/>
                </a:lnTo>
                <a:lnTo>
                  <a:pt x="110983" y="412749"/>
                </a:lnTo>
                <a:lnTo>
                  <a:pt x="109706" y="410209"/>
                </a:lnTo>
                <a:lnTo>
                  <a:pt x="109706" y="403859"/>
                </a:lnTo>
                <a:lnTo>
                  <a:pt x="97738" y="378459"/>
                </a:lnTo>
                <a:lnTo>
                  <a:pt x="94387" y="351789"/>
                </a:lnTo>
                <a:lnTo>
                  <a:pt x="99653" y="325119"/>
                </a:lnTo>
                <a:lnTo>
                  <a:pt x="113536" y="300989"/>
                </a:lnTo>
                <a:lnTo>
                  <a:pt x="111860" y="294639"/>
                </a:lnTo>
                <a:lnTo>
                  <a:pt x="110664" y="288289"/>
                </a:lnTo>
                <a:lnTo>
                  <a:pt x="110065" y="281939"/>
                </a:lnTo>
                <a:lnTo>
                  <a:pt x="109945" y="280669"/>
                </a:lnTo>
                <a:lnTo>
                  <a:pt x="109850" y="278129"/>
                </a:lnTo>
                <a:lnTo>
                  <a:pt x="109754" y="275589"/>
                </a:lnTo>
                <a:lnTo>
                  <a:pt x="109706" y="274319"/>
                </a:lnTo>
                <a:lnTo>
                  <a:pt x="114932" y="245109"/>
                </a:lnTo>
                <a:lnTo>
                  <a:pt x="129494" y="219709"/>
                </a:lnTo>
                <a:lnTo>
                  <a:pt x="151715" y="200659"/>
                </a:lnTo>
                <a:lnTo>
                  <a:pt x="179920" y="190499"/>
                </a:lnTo>
                <a:lnTo>
                  <a:pt x="193066" y="165099"/>
                </a:lnTo>
                <a:lnTo>
                  <a:pt x="212315" y="147319"/>
                </a:lnTo>
                <a:lnTo>
                  <a:pt x="236112" y="134619"/>
                </a:lnTo>
                <a:lnTo>
                  <a:pt x="262901" y="130809"/>
                </a:lnTo>
                <a:lnTo>
                  <a:pt x="286133" y="130809"/>
                </a:lnTo>
                <a:lnTo>
                  <a:pt x="295953" y="121919"/>
                </a:lnTo>
                <a:lnTo>
                  <a:pt x="310615" y="113029"/>
                </a:lnTo>
                <a:lnTo>
                  <a:pt x="326951" y="106679"/>
                </a:lnTo>
                <a:lnTo>
                  <a:pt x="344605" y="102869"/>
                </a:lnTo>
                <a:lnTo>
                  <a:pt x="645182" y="102870"/>
                </a:lnTo>
                <a:lnTo>
                  <a:pt x="622597" y="82550"/>
                </a:lnTo>
                <a:lnTo>
                  <a:pt x="579504" y="53340"/>
                </a:lnTo>
                <a:lnTo>
                  <a:pt x="532817" y="30480"/>
                </a:lnTo>
                <a:lnTo>
                  <a:pt x="484156" y="12700"/>
                </a:lnTo>
                <a:lnTo>
                  <a:pt x="434178" y="3810"/>
                </a:lnTo>
                <a:lnTo>
                  <a:pt x="383542" y="0"/>
                </a:lnTo>
                <a:close/>
              </a:path>
              <a:path w="868045" h="1021079">
                <a:moveTo>
                  <a:pt x="276585" y="415289"/>
                </a:moveTo>
                <a:lnTo>
                  <a:pt x="233539" y="415289"/>
                </a:lnTo>
                <a:lnTo>
                  <a:pt x="239283" y="419099"/>
                </a:lnTo>
                <a:lnTo>
                  <a:pt x="245028" y="424179"/>
                </a:lnTo>
                <a:lnTo>
                  <a:pt x="282010" y="452119"/>
                </a:lnTo>
                <a:lnTo>
                  <a:pt x="299763" y="487679"/>
                </a:lnTo>
                <a:lnTo>
                  <a:pt x="300930" y="504189"/>
                </a:lnTo>
                <a:lnTo>
                  <a:pt x="301020" y="505459"/>
                </a:lnTo>
                <a:lnTo>
                  <a:pt x="301110" y="514349"/>
                </a:lnTo>
                <a:lnTo>
                  <a:pt x="301200" y="600709"/>
                </a:lnTo>
                <a:lnTo>
                  <a:pt x="324179" y="600709"/>
                </a:lnTo>
                <a:lnTo>
                  <a:pt x="324079" y="504189"/>
                </a:lnTo>
                <a:lnTo>
                  <a:pt x="317177" y="459739"/>
                </a:lnTo>
                <a:lnTo>
                  <a:pt x="288114" y="424179"/>
                </a:lnTo>
                <a:lnTo>
                  <a:pt x="278300" y="416559"/>
                </a:lnTo>
                <a:lnTo>
                  <a:pt x="276585" y="415289"/>
                </a:lnTo>
                <a:close/>
              </a:path>
              <a:path w="868045" h="1021079">
                <a:moveTo>
                  <a:pt x="655063" y="111760"/>
                </a:moveTo>
                <a:lnTo>
                  <a:pt x="466802" y="111760"/>
                </a:lnTo>
                <a:lnTo>
                  <a:pt x="486310" y="114300"/>
                </a:lnTo>
                <a:lnTo>
                  <a:pt x="505140" y="123190"/>
                </a:lnTo>
                <a:lnTo>
                  <a:pt x="521098" y="134620"/>
                </a:lnTo>
                <a:lnTo>
                  <a:pt x="533705" y="149860"/>
                </a:lnTo>
                <a:lnTo>
                  <a:pt x="542481" y="168910"/>
                </a:lnTo>
                <a:lnTo>
                  <a:pt x="547588" y="168910"/>
                </a:lnTo>
                <a:lnTo>
                  <a:pt x="609345" y="194310"/>
                </a:lnTo>
                <a:lnTo>
                  <a:pt x="635675" y="255270"/>
                </a:lnTo>
                <a:lnTo>
                  <a:pt x="635675" y="259080"/>
                </a:lnTo>
                <a:lnTo>
                  <a:pt x="655203" y="274320"/>
                </a:lnTo>
                <a:lnTo>
                  <a:pt x="669346" y="293370"/>
                </a:lnTo>
                <a:lnTo>
                  <a:pt x="677504" y="316230"/>
                </a:lnTo>
                <a:lnTo>
                  <a:pt x="678997" y="339090"/>
                </a:lnTo>
                <a:lnTo>
                  <a:pt x="679080" y="340360"/>
                </a:lnTo>
                <a:lnTo>
                  <a:pt x="666274" y="372110"/>
                </a:lnTo>
                <a:lnTo>
                  <a:pt x="644611" y="397510"/>
                </a:lnTo>
                <a:lnTo>
                  <a:pt x="616246" y="414020"/>
                </a:lnTo>
                <a:lnTo>
                  <a:pt x="583333" y="419100"/>
                </a:lnTo>
                <a:lnTo>
                  <a:pt x="469714" y="419100"/>
                </a:lnTo>
                <a:lnTo>
                  <a:pt x="435485" y="425450"/>
                </a:lnTo>
                <a:lnTo>
                  <a:pt x="407479" y="444499"/>
                </a:lnTo>
                <a:lnTo>
                  <a:pt x="388569" y="471169"/>
                </a:lnTo>
                <a:lnTo>
                  <a:pt x="381627" y="505459"/>
                </a:lnTo>
                <a:lnTo>
                  <a:pt x="381627" y="600709"/>
                </a:lnTo>
                <a:lnTo>
                  <a:pt x="865437" y="600710"/>
                </a:lnTo>
                <a:lnTo>
                  <a:pt x="867861" y="586740"/>
                </a:lnTo>
                <a:lnTo>
                  <a:pt x="855254" y="552450"/>
                </a:lnTo>
                <a:lnTo>
                  <a:pt x="767167" y="401320"/>
                </a:lnTo>
                <a:lnTo>
                  <a:pt x="767048" y="392430"/>
                </a:lnTo>
                <a:lnTo>
                  <a:pt x="766930" y="388620"/>
                </a:lnTo>
                <a:lnTo>
                  <a:pt x="766811" y="384810"/>
                </a:lnTo>
                <a:lnTo>
                  <a:pt x="766692" y="381000"/>
                </a:lnTo>
                <a:lnTo>
                  <a:pt x="766613" y="378460"/>
                </a:lnTo>
                <a:lnTo>
                  <a:pt x="766494" y="374650"/>
                </a:lnTo>
                <a:lnTo>
                  <a:pt x="766415" y="372110"/>
                </a:lnTo>
                <a:lnTo>
                  <a:pt x="766296" y="368300"/>
                </a:lnTo>
                <a:lnTo>
                  <a:pt x="766217" y="365760"/>
                </a:lnTo>
                <a:lnTo>
                  <a:pt x="766098" y="361950"/>
                </a:lnTo>
                <a:lnTo>
                  <a:pt x="766019" y="359410"/>
                </a:lnTo>
                <a:lnTo>
                  <a:pt x="765900" y="355600"/>
                </a:lnTo>
                <a:lnTo>
                  <a:pt x="765782" y="351790"/>
                </a:lnTo>
                <a:lnTo>
                  <a:pt x="765663" y="347980"/>
                </a:lnTo>
                <a:lnTo>
                  <a:pt x="765544" y="344170"/>
                </a:lnTo>
                <a:lnTo>
                  <a:pt x="757054" y="293370"/>
                </a:lnTo>
                <a:lnTo>
                  <a:pt x="742011" y="243840"/>
                </a:lnTo>
                <a:lnTo>
                  <a:pt x="720730" y="198120"/>
                </a:lnTo>
                <a:lnTo>
                  <a:pt x="693524" y="156210"/>
                </a:lnTo>
                <a:lnTo>
                  <a:pt x="660709" y="116840"/>
                </a:lnTo>
                <a:lnTo>
                  <a:pt x="655063" y="111760"/>
                </a:lnTo>
                <a:close/>
              </a:path>
              <a:path w="868045" h="1021079">
                <a:moveTo>
                  <a:pt x="168431" y="248919"/>
                </a:moveTo>
                <a:lnTo>
                  <a:pt x="163324" y="250189"/>
                </a:lnTo>
                <a:lnTo>
                  <a:pt x="155665" y="257809"/>
                </a:lnTo>
                <a:lnTo>
                  <a:pt x="153111" y="262889"/>
                </a:lnTo>
                <a:lnTo>
                  <a:pt x="155665" y="267969"/>
                </a:lnTo>
                <a:lnTo>
                  <a:pt x="157859" y="279399"/>
                </a:lnTo>
                <a:lnTo>
                  <a:pt x="175951" y="318769"/>
                </a:lnTo>
                <a:lnTo>
                  <a:pt x="201623" y="339089"/>
                </a:lnTo>
                <a:lnTo>
                  <a:pt x="203498" y="353059"/>
                </a:lnTo>
                <a:lnTo>
                  <a:pt x="207049" y="365759"/>
                </a:lnTo>
                <a:lnTo>
                  <a:pt x="212035" y="379729"/>
                </a:lnTo>
                <a:lnTo>
                  <a:pt x="218219" y="392429"/>
                </a:lnTo>
                <a:lnTo>
                  <a:pt x="211058" y="400049"/>
                </a:lnTo>
                <a:lnTo>
                  <a:pt x="203059" y="407669"/>
                </a:lnTo>
                <a:lnTo>
                  <a:pt x="194342" y="414019"/>
                </a:lnTo>
                <a:lnTo>
                  <a:pt x="185027" y="420369"/>
                </a:lnTo>
                <a:lnTo>
                  <a:pt x="181197" y="422909"/>
                </a:lnTo>
                <a:lnTo>
                  <a:pt x="178644" y="427989"/>
                </a:lnTo>
                <a:lnTo>
                  <a:pt x="177367" y="433069"/>
                </a:lnTo>
                <a:lnTo>
                  <a:pt x="177367" y="438149"/>
                </a:lnTo>
                <a:lnTo>
                  <a:pt x="179920" y="443229"/>
                </a:lnTo>
                <a:lnTo>
                  <a:pt x="190133" y="448309"/>
                </a:lnTo>
                <a:lnTo>
                  <a:pt x="195240" y="448309"/>
                </a:lnTo>
                <a:lnTo>
                  <a:pt x="199070" y="444499"/>
                </a:lnTo>
                <a:lnTo>
                  <a:pt x="208405" y="438149"/>
                </a:lnTo>
                <a:lnTo>
                  <a:pt x="217262" y="430529"/>
                </a:lnTo>
                <a:lnTo>
                  <a:pt x="225640" y="422909"/>
                </a:lnTo>
                <a:lnTo>
                  <a:pt x="233539" y="415289"/>
                </a:lnTo>
                <a:lnTo>
                  <a:pt x="276585" y="415289"/>
                </a:lnTo>
                <a:lnTo>
                  <a:pt x="268007" y="408939"/>
                </a:lnTo>
                <a:lnTo>
                  <a:pt x="260388" y="403859"/>
                </a:lnTo>
                <a:lnTo>
                  <a:pt x="253007" y="397509"/>
                </a:lnTo>
                <a:lnTo>
                  <a:pt x="246105" y="391159"/>
                </a:lnTo>
                <a:lnTo>
                  <a:pt x="239922" y="384809"/>
                </a:lnTo>
                <a:lnTo>
                  <a:pt x="236092" y="379729"/>
                </a:lnTo>
                <a:lnTo>
                  <a:pt x="230985" y="367029"/>
                </a:lnTo>
                <a:lnTo>
                  <a:pt x="242674" y="361949"/>
                </a:lnTo>
                <a:lnTo>
                  <a:pt x="266531" y="359409"/>
                </a:lnTo>
                <a:lnTo>
                  <a:pt x="287157" y="359409"/>
                </a:lnTo>
                <a:lnTo>
                  <a:pt x="292263" y="354329"/>
                </a:lnTo>
                <a:lnTo>
                  <a:pt x="292263" y="346709"/>
                </a:lnTo>
                <a:lnTo>
                  <a:pt x="293540" y="339089"/>
                </a:lnTo>
                <a:lnTo>
                  <a:pt x="291497" y="336549"/>
                </a:lnTo>
                <a:lnTo>
                  <a:pt x="223326" y="336549"/>
                </a:lnTo>
                <a:lnTo>
                  <a:pt x="223326" y="331469"/>
                </a:lnTo>
                <a:lnTo>
                  <a:pt x="222049" y="330199"/>
                </a:lnTo>
                <a:lnTo>
                  <a:pt x="221949" y="327659"/>
                </a:lnTo>
                <a:lnTo>
                  <a:pt x="221850" y="325119"/>
                </a:lnTo>
                <a:lnTo>
                  <a:pt x="221750" y="322579"/>
                </a:lnTo>
                <a:lnTo>
                  <a:pt x="222083" y="318769"/>
                </a:lnTo>
                <a:lnTo>
                  <a:pt x="222194" y="317499"/>
                </a:lnTo>
                <a:lnTo>
                  <a:pt x="222305" y="316229"/>
                </a:lnTo>
                <a:lnTo>
                  <a:pt x="222417" y="314959"/>
                </a:lnTo>
                <a:lnTo>
                  <a:pt x="222528" y="313689"/>
                </a:lnTo>
                <a:lnTo>
                  <a:pt x="223810" y="306069"/>
                </a:lnTo>
                <a:lnTo>
                  <a:pt x="199070" y="306069"/>
                </a:lnTo>
                <a:lnTo>
                  <a:pt x="193963" y="300989"/>
                </a:lnTo>
                <a:lnTo>
                  <a:pt x="192687" y="297179"/>
                </a:lnTo>
                <a:lnTo>
                  <a:pt x="189116" y="289559"/>
                </a:lnTo>
                <a:lnTo>
                  <a:pt x="186144" y="280669"/>
                </a:lnTo>
                <a:lnTo>
                  <a:pt x="183890" y="271779"/>
                </a:lnTo>
                <a:lnTo>
                  <a:pt x="182474" y="262889"/>
                </a:lnTo>
                <a:lnTo>
                  <a:pt x="181197" y="257809"/>
                </a:lnTo>
                <a:lnTo>
                  <a:pt x="177367" y="252729"/>
                </a:lnTo>
                <a:lnTo>
                  <a:pt x="173537" y="251459"/>
                </a:lnTo>
                <a:lnTo>
                  <a:pt x="168431" y="248919"/>
                </a:lnTo>
                <a:close/>
              </a:path>
              <a:path w="868045" h="1021079">
                <a:moveTo>
                  <a:pt x="476020" y="259080"/>
                </a:moveTo>
                <a:lnTo>
                  <a:pt x="432692" y="259080"/>
                </a:lnTo>
                <a:lnTo>
                  <a:pt x="446076" y="273050"/>
                </a:lnTo>
                <a:lnTo>
                  <a:pt x="461256" y="284480"/>
                </a:lnTo>
                <a:lnTo>
                  <a:pt x="478112" y="293370"/>
                </a:lnTo>
                <a:lnTo>
                  <a:pt x="496523" y="299720"/>
                </a:lnTo>
                <a:lnTo>
                  <a:pt x="520500" y="313690"/>
                </a:lnTo>
                <a:lnTo>
                  <a:pt x="540886" y="330200"/>
                </a:lnTo>
                <a:lnTo>
                  <a:pt x="555048" y="349250"/>
                </a:lnTo>
                <a:lnTo>
                  <a:pt x="560354" y="374650"/>
                </a:lnTo>
                <a:lnTo>
                  <a:pt x="560354" y="379730"/>
                </a:lnTo>
                <a:lnTo>
                  <a:pt x="562907" y="386080"/>
                </a:lnTo>
                <a:lnTo>
                  <a:pt x="566737" y="388620"/>
                </a:lnTo>
                <a:lnTo>
                  <a:pt x="571844" y="391160"/>
                </a:lnTo>
                <a:lnTo>
                  <a:pt x="576950" y="391160"/>
                </a:lnTo>
                <a:lnTo>
                  <a:pt x="587163" y="386080"/>
                </a:lnTo>
                <a:lnTo>
                  <a:pt x="589717" y="379730"/>
                </a:lnTo>
                <a:lnTo>
                  <a:pt x="588440" y="374650"/>
                </a:lnTo>
                <a:lnTo>
                  <a:pt x="586106" y="353060"/>
                </a:lnTo>
                <a:lnTo>
                  <a:pt x="579344" y="335280"/>
                </a:lnTo>
                <a:lnTo>
                  <a:pt x="568513" y="317500"/>
                </a:lnTo>
                <a:lnTo>
                  <a:pt x="553971" y="303530"/>
                </a:lnTo>
                <a:lnTo>
                  <a:pt x="566877" y="300990"/>
                </a:lnTo>
                <a:lnTo>
                  <a:pt x="578706" y="297180"/>
                </a:lnTo>
                <a:lnTo>
                  <a:pt x="589338" y="289560"/>
                </a:lnTo>
                <a:lnTo>
                  <a:pt x="598653" y="280670"/>
                </a:lnTo>
                <a:lnTo>
                  <a:pt x="603759" y="274320"/>
                </a:lnTo>
                <a:lnTo>
                  <a:pt x="529715" y="274320"/>
                </a:lnTo>
                <a:lnTo>
                  <a:pt x="511623" y="273050"/>
                </a:lnTo>
                <a:lnTo>
                  <a:pt x="494129" y="267970"/>
                </a:lnTo>
                <a:lnTo>
                  <a:pt x="477832" y="260350"/>
                </a:lnTo>
                <a:lnTo>
                  <a:pt x="476020" y="259080"/>
                </a:lnTo>
                <a:close/>
              </a:path>
              <a:path w="868045" h="1021079">
                <a:moveTo>
                  <a:pt x="475648" y="243840"/>
                </a:moveTo>
                <a:lnTo>
                  <a:pt x="306306" y="243839"/>
                </a:lnTo>
                <a:lnTo>
                  <a:pt x="312689" y="245109"/>
                </a:lnTo>
                <a:lnTo>
                  <a:pt x="322902" y="247649"/>
                </a:lnTo>
                <a:lnTo>
                  <a:pt x="329285" y="248919"/>
                </a:lnTo>
                <a:lnTo>
                  <a:pt x="336945" y="250189"/>
                </a:lnTo>
                <a:lnTo>
                  <a:pt x="345303" y="262889"/>
                </a:lnTo>
                <a:lnTo>
                  <a:pt x="351148" y="275589"/>
                </a:lnTo>
                <a:lnTo>
                  <a:pt x="354359" y="289559"/>
                </a:lnTo>
                <a:lnTo>
                  <a:pt x="354484" y="293369"/>
                </a:lnTo>
                <a:lnTo>
                  <a:pt x="354568" y="295909"/>
                </a:lnTo>
                <a:lnTo>
                  <a:pt x="354693" y="299719"/>
                </a:lnTo>
                <a:lnTo>
                  <a:pt x="354818" y="303529"/>
                </a:lnTo>
                <a:lnTo>
                  <a:pt x="352444" y="317499"/>
                </a:lnTo>
                <a:lnTo>
                  <a:pt x="347318" y="331469"/>
                </a:lnTo>
                <a:lnTo>
                  <a:pt x="339558" y="342899"/>
                </a:lnTo>
                <a:lnTo>
                  <a:pt x="329285" y="353059"/>
                </a:lnTo>
                <a:lnTo>
                  <a:pt x="324179" y="359409"/>
                </a:lnTo>
                <a:lnTo>
                  <a:pt x="322902" y="368299"/>
                </a:lnTo>
                <a:lnTo>
                  <a:pt x="328009" y="374649"/>
                </a:lnTo>
                <a:lnTo>
                  <a:pt x="333115" y="379729"/>
                </a:lnTo>
                <a:lnTo>
                  <a:pt x="340775" y="380999"/>
                </a:lnTo>
                <a:lnTo>
                  <a:pt x="347158" y="375919"/>
                </a:lnTo>
                <a:lnTo>
                  <a:pt x="353601" y="369569"/>
                </a:lnTo>
                <a:lnTo>
                  <a:pt x="359446" y="363219"/>
                </a:lnTo>
                <a:lnTo>
                  <a:pt x="364572" y="355599"/>
                </a:lnTo>
                <a:lnTo>
                  <a:pt x="368861" y="347979"/>
                </a:lnTo>
                <a:lnTo>
                  <a:pt x="370137" y="347979"/>
                </a:lnTo>
                <a:lnTo>
                  <a:pt x="417891" y="336550"/>
                </a:lnTo>
                <a:lnTo>
                  <a:pt x="439501" y="318770"/>
                </a:lnTo>
                <a:lnTo>
                  <a:pt x="380350" y="318769"/>
                </a:lnTo>
                <a:lnTo>
                  <a:pt x="381627" y="314959"/>
                </a:lnTo>
                <a:lnTo>
                  <a:pt x="382904" y="309879"/>
                </a:lnTo>
                <a:lnTo>
                  <a:pt x="383023" y="299719"/>
                </a:lnTo>
                <a:lnTo>
                  <a:pt x="383143" y="293369"/>
                </a:lnTo>
                <a:lnTo>
                  <a:pt x="381946" y="281939"/>
                </a:lnTo>
                <a:lnTo>
                  <a:pt x="379313" y="270509"/>
                </a:lnTo>
                <a:lnTo>
                  <a:pt x="375244" y="259079"/>
                </a:lnTo>
                <a:lnTo>
                  <a:pt x="476020" y="259080"/>
                </a:lnTo>
                <a:lnTo>
                  <a:pt x="463331" y="250190"/>
                </a:lnTo>
                <a:lnTo>
                  <a:pt x="475648" y="243840"/>
                </a:lnTo>
                <a:close/>
              </a:path>
              <a:path w="868045" h="1021079">
                <a:moveTo>
                  <a:pt x="287157" y="359409"/>
                </a:moveTo>
                <a:lnTo>
                  <a:pt x="266531" y="359409"/>
                </a:lnTo>
                <a:lnTo>
                  <a:pt x="278220" y="360679"/>
                </a:lnTo>
                <a:lnTo>
                  <a:pt x="285880" y="360679"/>
                </a:lnTo>
                <a:lnTo>
                  <a:pt x="287157" y="359409"/>
                </a:lnTo>
                <a:close/>
              </a:path>
              <a:path w="868045" h="1021079">
                <a:moveTo>
                  <a:pt x="282050" y="330199"/>
                </a:moveTo>
                <a:lnTo>
                  <a:pt x="252688" y="330199"/>
                </a:lnTo>
                <a:lnTo>
                  <a:pt x="237887" y="332739"/>
                </a:lnTo>
                <a:lnTo>
                  <a:pt x="223326" y="336549"/>
                </a:lnTo>
                <a:lnTo>
                  <a:pt x="291497" y="336549"/>
                </a:lnTo>
                <a:lnTo>
                  <a:pt x="288433" y="332739"/>
                </a:lnTo>
                <a:lnTo>
                  <a:pt x="282050" y="330199"/>
                </a:lnTo>
                <a:close/>
              </a:path>
              <a:path w="868045" h="1021079">
                <a:moveTo>
                  <a:pt x="423755" y="302260"/>
                </a:moveTo>
                <a:lnTo>
                  <a:pt x="380350" y="318769"/>
                </a:lnTo>
                <a:lnTo>
                  <a:pt x="439501" y="318770"/>
                </a:lnTo>
                <a:lnTo>
                  <a:pt x="440352" y="316230"/>
                </a:lnTo>
                <a:lnTo>
                  <a:pt x="439075" y="312420"/>
                </a:lnTo>
                <a:lnTo>
                  <a:pt x="436522" y="309880"/>
                </a:lnTo>
                <a:lnTo>
                  <a:pt x="431415" y="303530"/>
                </a:lnTo>
                <a:lnTo>
                  <a:pt x="423755" y="302260"/>
                </a:lnTo>
                <a:close/>
              </a:path>
              <a:path w="868045" h="1021079">
                <a:moveTo>
                  <a:pt x="233539" y="184149"/>
                </a:moveTo>
                <a:lnTo>
                  <a:pt x="228432" y="185419"/>
                </a:lnTo>
                <a:lnTo>
                  <a:pt x="220772" y="193039"/>
                </a:lnTo>
                <a:lnTo>
                  <a:pt x="219496" y="198119"/>
                </a:lnTo>
                <a:lnTo>
                  <a:pt x="220772" y="204469"/>
                </a:lnTo>
                <a:lnTo>
                  <a:pt x="222049" y="209549"/>
                </a:lnTo>
                <a:lnTo>
                  <a:pt x="225879" y="213359"/>
                </a:lnTo>
                <a:lnTo>
                  <a:pt x="232262" y="214629"/>
                </a:lnTo>
                <a:lnTo>
                  <a:pt x="239443" y="217169"/>
                </a:lnTo>
                <a:lnTo>
                  <a:pt x="245666" y="222249"/>
                </a:lnTo>
                <a:lnTo>
                  <a:pt x="250933" y="227329"/>
                </a:lnTo>
                <a:lnTo>
                  <a:pt x="255241" y="233679"/>
                </a:lnTo>
                <a:lnTo>
                  <a:pt x="255241" y="234949"/>
                </a:lnTo>
                <a:lnTo>
                  <a:pt x="238087" y="243839"/>
                </a:lnTo>
                <a:lnTo>
                  <a:pt x="223326" y="256539"/>
                </a:lnTo>
                <a:lnTo>
                  <a:pt x="211437" y="271779"/>
                </a:lnTo>
                <a:lnTo>
                  <a:pt x="200346" y="293369"/>
                </a:lnTo>
                <a:lnTo>
                  <a:pt x="199070" y="299719"/>
                </a:lnTo>
                <a:lnTo>
                  <a:pt x="199070" y="306069"/>
                </a:lnTo>
                <a:lnTo>
                  <a:pt x="223810" y="306069"/>
                </a:lnTo>
                <a:lnTo>
                  <a:pt x="224024" y="304799"/>
                </a:lnTo>
                <a:lnTo>
                  <a:pt x="225879" y="295909"/>
                </a:lnTo>
                <a:lnTo>
                  <a:pt x="250613" y="265429"/>
                </a:lnTo>
                <a:lnTo>
                  <a:pt x="285880" y="248919"/>
                </a:lnTo>
                <a:lnTo>
                  <a:pt x="301200" y="245109"/>
                </a:lnTo>
                <a:lnTo>
                  <a:pt x="305029" y="243839"/>
                </a:lnTo>
                <a:lnTo>
                  <a:pt x="475648" y="243840"/>
                </a:lnTo>
                <a:lnTo>
                  <a:pt x="478112" y="242570"/>
                </a:lnTo>
                <a:lnTo>
                  <a:pt x="491576" y="232410"/>
                </a:lnTo>
                <a:lnTo>
                  <a:pt x="398024" y="232409"/>
                </a:lnTo>
                <a:lnTo>
                  <a:pt x="348435" y="224789"/>
                </a:lnTo>
                <a:lnTo>
                  <a:pt x="350824" y="222249"/>
                </a:lnTo>
                <a:lnTo>
                  <a:pt x="282050" y="222249"/>
                </a:lnTo>
                <a:lnTo>
                  <a:pt x="274730" y="209549"/>
                </a:lnTo>
                <a:lnTo>
                  <a:pt x="264656" y="199389"/>
                </a:lnTo>
                <a:lnTo>
                  <a:pt x="252429" y="190499"/>
                </a:lnTo>
                <a:lnTo>
                  <a:pt x="238645" y="185419"/>
                </a:lnTo>
                <a:lnTo>
                  <a:pt x="233539" y="184149"/>
                </a:lnTo>
                <a:close/>
              </a:path>
              <a:path w="868045" h="1021079">
                <a:moveTo>
                  <a:pt x="590993" y="255270"/>
                </a:moveTo>
                <a:lnTo>
                  <a:pt x="582057" y="256540"/>
                </a:lnTo>
                <a:lnTo>
                  <a:pt x="576950" y="261620"/>
                </a:lnTo>
                <a:lnTo>
                  <a:pt x="570288" y="266700"/>
                </a:lnTo>
                <a:lnTo>
                  <a:pt x="560035" y="271780"/>
                </a:lnTo>
                <a:lnTo>
                  <a:pt x="546431" y="274320"/>
                </a:lnTo>
                <a:lnTo>
                  <a:pt x="603759" y="274320"/>
                </a:lnTo>
                <a:lnTo>
                  <a:pt x="602483" y="265430"/>
                </a:lnTo>
                <a:lnTo>
                  <a:pt x="597376" y="260350"/>
                </a:lnTo>
                <a:lnTo>
                  <a:pt x="590993" y="255270"/>
                </a:lnTo>
                <a:close/>
              </a:path>
              <a:path w="868045" h="1021079">
                <a:moveTo>
                  <a:pt x="419287" y="260350"/>
                </a:moveTo>
                <a:lnTo>
                  <a:pt x="390563" y="260349"/>
                </a:lnTo>
                <a:lnTo>
                  <a:pt x="398223" y="261619"/>
                </a:lnTo>
                <a:lnTo>
                  <a:pt x="412585" y="261620"/>
                </a:lnTo>
                <a:lnTo>
                  <a:pt x="419287" y="260350"/>
                </a:lnTo>
                <a:close/>
              </a:path>
              <a:path w="868045" h="1021079">
                <a:moveTo>
                  <a:pt x="432692" y="259080"/>
                </a:moveTo>
                <a:lnTo>
                  <a:pt x="375244" y="259079"/>
                </a:lnTo>
                <a:lnTo>
                  <a:pt x="382904" y="260349"/>
                </a:lnTo>
                <a:lnTo>
                  <a:pt x="425990" y="260350"/>
                </a:lnTo>
                <a:lnTo>
                  <a:pt x="432692" y="259080"/>
                </a:lnTo>
                <a:close/>
              </a:path>
              <a:path w="868045" h="1021079">
                <a:moveTo>
                  <a:pt x="501629" y="182880"/>
                </a:moveTo>
                <a:lnTo>
                  <a:pt x="492693" y="185420"/>
                </a:lnTo>
                <a:lnTo>
                  <a:pt x="488863" y="191770"/>
                </a:lnTo>
                <a:lnTo>
                  <a:pt x="467998" y="215900"/>
                </a:lnTo>
                <a:lnTo>
                  <a:pt x="437798" y="229870"/>
                </a:lnTo>
                <a:lnTo>
                  <a:pt x="398024" y="232409"/>
                </a:lnTo>
                <a:lnTo>
                  <a:pt x="491576" y="232410"/>
                </a:lnTo>
                <a:lnTo>
                  <a:pt x="503365" y="220980"/>
                </a:lnTo>
                <a:lnTo>
                  <a:pt x="513119" y="207010"/>
                </a:lnTo>
                <a:lnTo>
                  <a:pt x="516949" y="200660"/>
                </a:lnTo>
                <a:lnTo>
                  <a:pt x="514396" y="191770"/>
                </a:lnTo>
                <a:lnTo>
                  <a:pt x="508013" y="186690"/>
                </a:lnTo>
                <a:lnTo>
                  <a:pt x="501629" y="182880"/>
                </a:lnTo>
                <a:close/>
              </a:path>
              <a:path w="868045" h="1021079">
                <a:moveTo>
                  <a:pt x="357371" y="152399"/>
                </a:moveTo>
                <a:lnTo>
                  <a:pt x="352265" y="152399"/>
                </a:lnTo>
                <a:lnTo>
                  <a:pt x="347158" y="156209"/>
                </a:lnTo>
                <a:lnTo>
                  <a:pt x="342052" y="158749"/>
                </a:lnTo>
                <a:lnTo>
                  <a:pt x="340775" y="165099"/>
                </a:lnTo>
                <a:lnTo>
                  <a:pt x="340775" y="170179"/>
                </a:lnTo>
                <a:lnTo>
                  <a:pt x="338262" y="190499"/>
                </a:lnTo>
                <a:lnTo>
                  <a:pt x="329285" y="203199"/>
                </a:lnTo>
                <a:lnTo>
                  <a:pt x="314564" y="212089"/>
                </a:lnTo>
                <a:lnTo>
                  <a:pt x="294816" y="218439"/>
                </a:lnTo>
                <a:lnTo>
                  <a:pt x="290987" y="219709"/>
                </a:lnTo>
                <a:lnTo>
                  <a:pt x="285880" y="220979"/>
                </a:lnTo>
                <a:lnTo>
                  <a:pt x="282050" y="222249"/>
                </a:lnTo>
                <a:lnTo>
                  <a:pt x="350824" y="222249"/>
                </a:lnTo>
                <a:lnTo>
                  <a:pt x="359186" y="213359"/>
                </a:lnTo>
                <a:lnTo>
                  <a:pt x="366467" y="199389"/>
                </a:lnTo>
                <a:lnTo>
                  <a:pt x="370157" y="182879"/>
                </a:lnTo>
                <a:lnTo>
                  <a:pt x="370137" y="162559"/>
                </a:lnTo>
                <a:lnTo>
                  <a:pt x="367584" y="157479"/>
                </a:lnTo>
                <a:lnTo>
                  <a:pt x="357371" y="152399"/>
                </a:lnTo>
                <a:close/>
              </a:path>
              <a:path w="868045" h="1021079">
                <a:moveTo>
                  <a:pt x="286133" y="130809"/>
                </a:moveTo>
                <a:lnTo>
                  <a:pt x="269284" y="130809"/>
                </a:lnTo>
                <a:lnTo>
                  <a:pt x="276944" y="132079"/>
                </a:lnTo>
                <a:lnTo>
                  <a:pt x="283327" y="133349"/>
                </a:lnTo>
                <a:lnTo>
                  <a:pt x="286133" y="130809"/>
                </a:lnTo>
                <a:close/>
              </a:path>
              <a:path w="868045" h="1021079">
                <a:moveTo>
                  <a:pt x="645182" y="102870"/>
                </a:moveTo>
                <a:lnTo>
                  <a:pt x="344605" y="102869"/>
                </a:lnTo>
                <a:lnTo>
                  <a:pt x="362497" y="104139"/>
                </a:lnTo>
                <a:lnTo>
                  <a:pt x="379552" y="107949"/>
                </a:lnTo>
                <a:lnTo>
                  <a:pt x="395410" y="115570"/>
                </a:lnTo>
                <a:lnTo>
                  <a:pt x="409713" y="125730"/>
                </a:lnTo>
                <a:lnTo>
                  <a:pt x="427785" y="116840"/>
                </a:lnTo>
                <a:lnTo>
                  <a:pt x="447054" y="111760"/>
                </a:lnTo>
                <a:lnTo>
                  <a:pt x="655063" y="111760"/>
                </a:lnTo>
                <a:lnTo>
                  <a:pt x="645182" y="10287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15232" y="3596766"/>
            <a:ext cx="10325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78D3"/>
                </a:solidFill>
                <a:latin typeface="Calibri"/>
                <a:cs typeface="Calibri"/>
              </a:rPr>
              <a:t>Decide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42403" y="2521216"/>
            <a:ext cx="832485" cy="1008380"/>
          </a:xfrm>
          <a:custGeom>
            <a:avLst/>
            <a:gdLst/>
            <a:ahLst/>
            <a:cxnLst/>
            <a:rect l="l" t="t" r="r" b="b"/>
            <a:pathLst>
              <a:path w="832484" h="1008379">
                <a:moveTo>
                  <a:pt x="543839" y="705078"/>
                </a:moveTo>
                <a:lnTo>
                  <a:pt x="487667" y="676973"/>
                </a:lnTo>
                <a:lnTo>
                  <a:pt x="483577" y="663803"/>
                </a:lnTo>
                <a:lnTo>
                  <a:pt x="478891" y="651116"/>
                </a:lnTo>
                <a:lnTo>
                  <a:pt x="474510" y="641210"/>
                </a:lnTo>
                <a:lnTo>
                  <a:pt x="473481" y="638898"/>
                </a:lnTo>
                <a:lnTo>
                  <a:pt x="467245" y="627164"/>
                </a:lnTo>
                <a:lnTo>
                  <a:pt x="487667" y="567131"/>
                </a:lnTo>
                <a:lnTo>
                  <a:pt x="462140" y="541578"/>
                </a:lnTo>
                <a:lnTo>
                  <a:pt x="441706" y="521144"/>
                </a:lnTo>
                <a:lnTo>
                  <a:pt x="381711" y="541578"/>
                </a:lnTo>
                <a:lnTo>
                  <a:pt x="369798" y="535330"/>
                </a:lnTo>
                <a:lnTo>
                  <a:pt x="367665" y="534416"/>
                </a:lnTo>
                <a:lnTo>
                  <a:pt x="367665" y="737006"/>
                </a:lnTo>
                <a:lnTo>
                  <a:pt x="360248" y="774077"/>
                </a:lnTo>
                <a:lnTo>
                  <a:pt x="339902" y="804545"/>
                </a:lnTo>
                <a:lnTo>
                  <a:pt x="309499" y="825207"/>
                </a:lnTo>
                <a:lnTo>
                  <a:pt x="271919" y="832815"/>
                </a:lnTo>
                <a:lnTo>
                  <a:pt x="234340" y="825207"/>
                </a:lnTo>
                <a:lnTo>
                  <a:pt x="203936" y="804545"/>
                </a:lnTo>
                <a:lnTo>
                  <a:pt x="183591" y="774077"/>
                </a:lnTo>
                <a:lnTo>
                  <a:pt x="176174" y="737006"/>
                </a:lnTo>
                <a:lnTo>
                  <a:pt x="183667" y="699947"/>
                </a:lnTo>
                <a:lnTo>
                  <a:pt x="183769" y="699414"/>
                </a:lnTo>
                <a:lnTo>
                  <a:pt x="204419" y="668997"/>
                </a:lnTo>
                <a:lnTo>
                  <a:pt x="234873" y="648639"/>
                </a:lnTo>
                <a:lnTo>
                  <a:pt x="271919" y="641210"/>
                </a:lnTo>
                <a:lnTo>
                  <a:pt x="309499" y="648817"/>
                </a:lnTo>
                <a:lnTo>
                  <a:pt x="339902" y="669467"/>
                </a:lnTo>
                <a:lnTo>
                  <a:pt x="360248" y="699947"/>
                </a:lnTo>
                <a:lnTo>
                  <a:pt x="367665" y="737006"/>
                </a:lnTo>
                <a:lnTo>
                  <a:pt x="367665" y="534416"/>
                </a:lnTo>
                <a:lnTo>
                  <a:pt x="357289" y="529920"/>
                </a:lnTo>
                <a:lnTo>
                  <a:pt x="344551" y="525233"/>
                </a:lnTo>
                <a:lnTo>
                  <a:pt x="331914" y="521144"/>
                </a:lnTo>
                <a:lnTo>
                  <a:pt x="303834" y="464934"/>
                </a:lnTo>
                <a:lnTo>
                  <a:pt x="240004" y="464934"/>
                </a:lnTo>
                <a:lnTo>
                  <a:pt x="211912" y="521144"/>
                </a:lnTo>
                <a:lnTo>
                  <a:pt x="198755" y="525233"/>
                </a:lnTo>
                <a:lnTo>
                  <a:pt x="186067" y="529920"/>
                </a:lnTo>
                <a:lnTo>
                  <a:pt x="173863" y="535330"/>
                </a:lnTo>
                <a:lnTo>
                  <a:pt x="162128" y="541578"/>
                </a:lnTo>
                <a:lnTo>
                  <a:pt x="102133" y="521144"/>
                </a:lnTo>
                <a:lnTo>
                  <a:pt x="57442" y="565848"/>
                </a:lnTo>
                <a:lnTo>
                  <a:pt x="76593" y="625881"/>
                </a:lnTo>
                <a:lnTo>
                  <a:pt x="70358" y="637794"/>
                </a:lnTo>
                <a:lnTo>
                  <a:pt x="64947" y="650316"/>
                </a:lnTo>
                <a:lnTo>
                  <a:pt x="60261" y="663067"/>
                </a:lnTo>
                <a:lnTo>
                  <a:pt x="56172" y="675703"/>
                </a:lnTo>
                <a:lnTo>
                  <a:pt x="0" y="703795"/>
                </a:lnTo>
                <a:lnTo>
                  <a:pt x="0" y="767664"/>
                </a:lnTo>
                <a:lnTo>
                  <a:pt x="56172" y="795769"/>
                </a:lnTo>
                <a:lnTo>
                  <a:pt x="60261" y="808939"/>
                </a:lnTo>
                <a:lnTo>
                  <a:pt x="64947" y="821639"/>
                </a:lnTo>
                <a:lnTo>
                  <a:pt x="70358" y="833843"/>
                </a:lnTo>
                <a:lnTo>
                  <a:pt x="76593" y="845578"/>
                </a:lnTo>
                <a:lnTo>
                  <a:pt x="57442" y="905611"/>
                </a:lnTo>
                <a:lnTo>
                  <a:pt x="102133" y="950328"/>
                </a:lnTo>
                <a:lnTo>
                  <a:pt x="162128" y="931164"/>
                </a:lnTo>
                <a:lnTo>
                  <a:pt x="173863" y="937412"/>
                </a:lnTo>
                <a:lnTo>
                  <a:pt x="186067" y="942822"/>
                </a:lnTo>
                <a:lnTo>
                  <a:pt x="198755" y="947508"/>
                </a:lnTo>
                <a:lnTo>
                  <a:pt x="211912" y="951598"/>
                </a:lnTo>
                <a:lnTo>
                  <a:pt x="240004" y="1007808"/>
                </a:lnTo>
                <a:lnTo>
                  <a:pt x="303834" y="1007808"/>
                </a:lnTo>
                <a:lnTo>
                  <a:pt x="331914" y="951598"/>
                </a:lnTo>
                <a:lnTo>
                  <a:pt x="345084" y="947508"/>
                </a:lnTo>
                <a:lnTo>
                  <a:pt x="357771" y="942822"/>
                </a:lnTo>
                <a:lnTo>
                  <a:pt x="369976" y="937412"/>
                </a:lnTo>
                <a:lnTo>
                  <a:pt x="381711" y="931164"/>
                </a:lnTo>
                <a:lnTo>
                  <a:pt x="441706" y="951598"/>
                </a:lnTo>
                <a:lnTo>
                  <a:pt x="461568" y="931164"/>
                </a:lnTo>
                <a:lnTo>
                  <a:pt x="486397" y="905624"/>
                </a:lnTo>
                <a:lnTo>
                  <a:pt x="467245" y="846861"/>
                </a:lnTo>
                <a:lnTo>
                  <a:pt x="483577" y="810221"/>
                </a:lnTo>
                <a:lnTo>
                  <a:pt x="487667" y="797039"/>
                </a:lnTo>
                <a:lnTo>
                  <a:pt x="543839" y="768946"/>
                </a:lnTo>
                <a:lnTo>
                  <a:pt x="543839" y="705078"/>
                </a:lnTo>
                <a:close/>
              </a:path>
              <a:path w="832484" h="1008379">
                <a:moveTo>
                  <a:pt x="832358" y="240131"/>
                </a:moveTo>
                <a:lnTo>
                  <a:pt x="776185" y="212026"/>
                </a:lnTo>
                <a:lnTo>
                  <a:pt x="772096" y="198856"/>
                </a:lnTo>
                <a:lnTo>
                  <a:pt x="767410" y="186169"/>
                </a:lnTo>
                <a:lnTo>
                  <a:pt x="763028" y="176263"/>
                </a:lnTo>
                <a:lnTo>
                  <a:pt x="762000" y="173951"/>
                </a:lnTo>
                <a:lnTo>
                  <a:pt x="755764" y="162217"/>
                </a:lnTo>
                <a:lnTo>
                  <a:pt x="776185" y="102184"/>
                </a:lnTo>
                <a:lnTo>
                  <a:pt x="750646" y="76631"/>
                </a:lnTo>
                <a:lnTo>
                  <a:pt x="730224" y="56197"/>
                </a:lnTo>
                <a:lnTo>
                  <a:pt x="670229" y="76631"/>
                </a:lnTo>
                <a:lnTo>
                  <a:pt x="658495" y="70383"/>
                </a:lnTo>
                <a:lnTo>
                  <a:pt x="656183" y="69367"/>
                </a:lnTo>
                <a:lnTo>
                  <a:pt x="656183" y="272059"/>
                </a:lnTo>
                <a:lnTo>
                  <a:pt x="648576" y="309130"/>
                </a:lnTo>
                <a:lnTo>
                  <a:pt x="627938" y="339598"/>
                </a:lnTo>
                <a:lnTo>
                  <a:pt x="597471" y="360260"/>
                </a:lnTo>
                <a:lnTo>
                  <a:pt x="560438" y="367868"/>
                </a:lnTo>
                <a:lnTo>
                  <a:pt x="522859" y="360260"/>
                </a:lnTo>
                <a:lnTo>
                  <a:pt x="492455" y="339598"/>
                </a:lnTo>
                <a:lnTo>
                  <a:pt x="472109" y="309130"/>
                </a:lnTo>
                <a:lnTo>
                  <a:pt x="464693" y="272059"/>
                </a:lnTo>
                <a:lnTo>
                  <a:pt x="472287" y="235000"/>
                </a:lnTo>
                <a:lnTo>
                  <a:pt x="492937" y="204520"/>
                </a:lnTo>
                <a:lnTo>
                  <a:pt x="523392" y="183870"/>
                </a:lnTo>
                <a:lnTo>
                  <a:pt x="560438" y="176263"/>
                </a:lnTo>
                <a:lnTo>
                  <a:pt x="598017" y="183870"/>
                </a:lnTo>
                <a:lnTo>
                  <a:pt x="628421" y="204520"/>
                </a:lnTo>
                <a:lnTo>
                  <a:pt x="648766" y="235000"/>
                </a:lnTo>
                <a:lnTo>
                  <a:pt x="656183" y="272059"/>
                </a:lnTo>
                <a:lnTo>
                  <a:pt x="656183" y="69367"/>
                </a:lnTo>
                <a:lnTo>
                  <a:pt x="646290" y="64973"/>
                </a:lnTo>
                <a:lnTo>
                  <a:pt x="633603" y="60286"/>
                </a:lnTo>
                <a:lnTo>
                  <a:pt x="620433" y="56197"/>
                </a:lnTo>
                <a:lnTo>
                  <a:pt x="592353" y="0"/>
                </a:lnTo>
                <a:lnTo>
                  <a:pt x="528523" y="0"/>
                </a:lnTo>
                <a:lnTo>
                  <a:pt x="500430" y="56197"/>
                </a:lnTo>
                <a:lnTo>
                  <a:pt x="487273" y="60286"/>
                </a:lnTo>
                <a:lnTo>
                  <a:pt x="474586" y="64973"/>
                </a:lnTo>
                <a:lnTo>
                  <a:pt x="462368" y="70383"/>
                </a:lnTo>
                <a:lnTo>
                  <a:pt x="450646" y="76631"/>
                </a:lnTo>
                <a:lnTo>
                  <a:pt x="390639" y="56197"/>
                </a:lnTo>
                <a:lnTo>
                  <a:pt x="344690" y="102184"/>
                </a:lnTo>
                <a:lnTo>
                  <a:pt x="365112" y="162217"/>
                </a:lnTo>
                <a:lnTo>
                  <a:pt x="358863" y="173951"/>
                </a:lnTo>
                <a:lnTo>
                  <a:pt x="353466" y="186169"/>
                </a:lnTo>
                <a:lnTo>
                  <a:pt x="348780" y="198856"/>
                </a:lnTo>
                <a:lnTo>
                  <a:pt x="344690" y="212026"/>
                </a:lnTo>
                <a:lnTo>
                  <a:pt x="288518" y="240131"/>
                </a:lnTo>
                <a:lnTo>
                  <a:pt x="288518" y="303999"/>
                </a:lnTo>
                <a:lnTo>
                  <a:pt x="344690" y="332105"/>
                </a:lnTo>
                <a:lnTo>
                  <a:pt x="348780" y="345274"/>
                </a:lnTo>
                <a:lnTo>
                  <a:pt x="353466" y="357962"/>
                </a:lnTo>
                <a:lnTo>
                  <a:pt x="358787" y="370001"/>
                </a:lnTo>
                <a:lnTo>
                  <a:pt x="358863" y="370179"/>
                </a:lnTo>
                <a:lnTo>
                  <a:pt x="365112" y="381914"/>
                </a:lnTo>
                <a:lnTo>
                  <a:pt x="344690" y="441947"/>
                </a:lnTo>
                <a:lnTo>
                  <a:pt x="389369" y="486651"/>
                </a:lnTo>
                <a:lnTo>
                  <a:pt x="449364" y="466217"/>
                </a:lnTo>
                <a:lnTo>
                  <a:pt x="461098" y="472465"/>
                </a:lnTo>
                <a:lnTo>
                  <a:pt x="473303" y="477875"/>
                </a:lnTo>
                <a:lnTo>
                  <a:pt x="485990" y="482561"/>
                </a:lnTo>
                <a:lnTo>
                  <a:pt x="499160" y="486651"/>
                </a:lnTo>
                <a:lnTo>
                  <a:pt x="527240" y="542861"/>
                </a:lnTo>
                <a:lnTo>
                  <a:pt x="591070" y="542861"/>
                </a:lnTo>
                <a:lnTo>
                  <a:pt x="619163" y="486651"/>
                </a:lnTo>
                <a:lnTo>
                  <a:pt x="632320" y="482561"/>
                </a:lnTo>
                <a:lnTo>
                  <a:pt x="645007" y="477875"/>
                </a:lnTo>
                <a:lnTo>
                  <a:pt x="657225" y="472465"/>
                </a:lnTo>
                <a:lnTo>
                  <a:pt x="668947" y="466217"/>
                </a:lnTo>
                <a:lnTo>
                  <a:pt x="728954" y="486651"/>
                </a:lnTo>
                <a:lnTo>
                  <a:pt x="749960" y="466217"/>
                </a:lnTo>
                <a:lnTo>
                  <a:pt x="774903" y="441947"/>
                </a:lnTo>
                <a:lnTo>
                  <a:pt x="754481" y="381914"/>
                </a:lnTo>
                <a:lnTo>
                  <a:pt x="760831" y="370179"/>
                </a:lnTo>
                <a:lnTo>
                  <a:pt x="761923" y="367868"/>
                </a:lnTo>
                <a:lnTo>
                  <a:pt x="766775" y="357479"/>
                </a:lnTo>
                <a:lnTo>
                  <a:pt x="771893" y="344728"/>
                </a:lnTo>
                <a:lnTo>
                  <a:pt x="776185" y="332105"/>
                </a:lnTo>
                <a:lnTo>
                  <a:pt x="832358" y="303999"/>
                </a:lnTo>
                <a:lnTo>
                  <a:pt x="832358" y="240131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501255" y="3625341"/>
            <a:ext cx="513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0078D3"/>
                </a:solidFill>
                <a:latin typeface="Calibri"/>
                <a:cs typeface="Calibri"/>
              </a:rPr>
              <a:t>Act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311972" y="2488670"/>
            <a:ext cx="76835" cy="1019810"/>
          </a:xfrm>
          <a:custGeom>
            <a:avLst/>
            <a:gdLst/>
            <a:ahLst/>
            <a:cxnLst/>
            <a:rect l="l" t="t" r="r" b="b"/>
            <a:pathLst>
              <a:path w="76834" h="1019810">
                <a:moveTo>
                  <a:pt x="76597" y="0"/>
                </a:moveTo>
                <a:lnTo>
                  <a:pt x="0" y="0"/>
                </a:lnTo>
                <a:lnTo>
                  <a:pt x="0" y="1019305"/>
                </a:lnTo>
                <a:lnTo>
                  <a:pt x="76597" y="1019306"/>
                </a:lnTo>
                <a:lnTo>
                  <a:pt x="76597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439634" y="2486115"/>
            <a:ext cx="587375" cy="1022350"/>
          </a:xfrm>
          <a:custGeom>
            <a:avLst/>
            <a:gdLst/>
            <a:ahLst/>
            <a:cxnLst/>
            <a:rect l="l" t="t" r="r" b="b"/>
            <a:pathLst>
              <a:path w="587375" h="1022350">
                <a:moveTo>
                  <a:pt x="536181" y="0"/>
                </a:moveTo>
                <a:lnTo>
                  <a:pt x="0" y="2554"/>
                </a:lnTo>
                <a:lnTo>
                  <a:pt x="0" y="1021860"/>
                </a:lnTo>
                <a:lnTo>
                  <a:pt x="536182" y="1021860"/>
                </a:lnTo>
                <a:lnTo>
                  <a:pt x="556010" y="1017829"/>
                </a:lnTo>
                <a:lnTo>
                  <a:pt x="572247" y="1006852"/>
                </a:lnTo>
                <a:lnTo>
                  <a:pt x="583218" y="990606"/>
                </a:lnTo>
                <a:lnTo>
                  <a:pt x="587247" y="970767"/>
                </a:lnTo>
                <a:lnTo>
                  <a:pt x="587247" y="510930"/>
                </a:lnTo>
                <a:lnTo>
                  <a:pt x="197876" y="510930"/>
                </a:lnTo>
                <a:lnTo>
                  <a:pt x="197876" y="459837"/>
                </a:lnTo>
                <a:lnTo>
                  <a:pt x="587247" y="459837"/>
                </a:lnTo>
                <a:lnTo>
                  <a:pt x="587247" y="383197"/>
                </a:lnTo>
                <a:lnTo>
                  <a:pt x="114896" y="383197"/>
                </a:lnTo>
                <a:lnTo>
                  <a:pt x="114896" y="306558"/>
                </a:lnTo>
                <a:lnTo>
                  <a:pt x="587247" y="306558"/>
                </a:lnTo>
                <a:lnTo>
                  <a:pt x="587246" y="51093"/>
                </a:lnTo>
                <a:lnTo>
                  <a:pt x="583217" y="31254"/>
                </a:lnTo>
                <a:lnTo>
                  <a:pt x="572246" y="15008"/>
                </a:lnTo>
                <a:lnTo>
                  <a:pt x="556009" y="4031"/>
                </a:lnTo>
                <a:lnTo>
                  <a:pt x="536181" y="0"/>
                </a:lnTo>
                <a:close/>
              </a:path>
              <a:path w="587375" h="1022350">
                <a:moveTo>
                  <a:pt x="587247" y="459837"/>
                </a:moveTo>
                <a:lnTo>
                  <a:pt x="395753" y="459837"/>
                </a:lnTo>
                <a:lnTo>
                  <a:pt x="395753" y="510930"/>
                </a:lnTo>
                <a:lnTo>
                  <a:pt x="587247" y="510930"/>
                </a:lnTo>
                <a:lnTo>
                  <a:pt x="587247" y="459837"/>
                </a:lnTo>
                <a:close/>
              </a:path>
              <a:path w="587375" h="1022350">
                <a:moveTo>
                  <a:pt x="587247" y="306558"/>
                </a:moveTo>
                <a:lnTo>
                  <a:pt x="472350" y="306558"/>
                </a:lnTo>
                <a:lnTo>
                  <a:pt x="472350" y="383197"/>
                </a:lnTo>
                <a:lnTo>
                  <a:pt x="587247" y="383197"/>
                </a:lnTo>
                <a:lnTo>
                  <a:pt x="587247" y="306558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237723" y="3625341"/>
            <a:ext cx="8470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78D3"/>
                </a:solidFill>
                <a:latin typeface="Calibri"/>
                <a:cs typeface="Calibri"/>
              </a:rPr>
              <a:t>Learn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50" dirty="0"/>
              <a:t>The</a:t>
            </a:r>
            <a:r>
              <a:rPr sz="4400" dirty="0"/>
              <a:t> </a:t>
            </a:r>
            <a:r>
              <a:rPr sz="4400" spc="400" dirty="0"/>
              <a:t>Observability</a:t>
            </a:r>
            <a:r>
              <a:rPr sz="4400" spc="-30" dirty="0"/>
              <a:t> </a:t>
            </a:r>
            <a:r>
              <a:rPr sz="4400" spc="525" dirty="0"/>
              <a:t>Loop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5582676" y="1841330"/>
            <a:ext cx="1011555" cy="1012190"/>
            <a:chOff x="5582676" y="1841330"/>
            <a:chExt cx="1011555" cy="1012190"/>
          </a:xfrm>
        </p:grpSpPr>
        <p:sp>
          <p:nvSpPr>
            <p:cNvPr id="4" name="object 4"/>
            <p:cNvSpPr/>
            <p:nvPr/>
          </p:nvSpPr>
          <p:spPr>
            <a:xfrm>
              <a:off x="5582666" y="1841334"/>
              <a:ext cx="1011555" cy="1012190"/>
            </a:xfrm>
            <a:custGeom>
              <a:avLst/>
              <a:gdLst/>
              <a:ahLst/>
              <a:cxnLst/>
              <a:rect l="l" t="t" r="r" b="b"/>
              <a:pathLst>
                <a:path w="1011554" h="1012189">
                  <a:moveTo>
                    <a:pt x="833932" y="477278"/>
                  </a:moveTo>
                  <a:lnTo>
                    <a:pt x="825614" y="468477"/>
                  </a:lnTo>
                  <a:lnTo>
                    <a:pt x="823747" y="467626"/>
                  </a:lnTo>
                  <a:lnTo>
                    <a:pt x="763371" y="408203"/>
                  </a:lnTo>
                  <a:lnTo>
                    <a:pt x="758393" y="406946"/>
                  </a:lnTo>
                  <a:lnTo>
                    <a:pt x="722388" y="406946"/>
                  </a:lnTo>
                  <a:lnTo>
                    <a:pt x="718045" y="383959"/>
                  </a:lnTo>
                  <a:lnTo>
                    <a:pt x="770521" y="373951"/>
                  </a:lnTo>
                  <a:lnTo>
                    <a:pt x="775068" y="369506"/>
                  </a:lnTo>
                  <a:lnTo>
                    <a:pt x="797737" y="267639"/>
                  </a:lnTo>
                  <a:lnTo>
                    <a:pt x="792937" y="259676"/>
                  </a:lnTo>
                  <a:lnTo>
                    <a:pt x="776922" y="255841"/>
                  </a:lnTo>
                  <a:lnTo>
                    <a:pt x="769175" y="260692"/>
                  </a:lnTo>
                  <a:lnTo>
                    <a:pt x="749833" y="347687"/>
                  </a:lnTo>
                  <a:lnTo>
                    <a:pt x="710006" y="355219"/>
                  </a:lnTo>
                  <a:lnTo>
                    <a:pt x="707771" y="347865"/>
                  </a:lnTo>
                  <a:lnTo>
                    <a:pt x="704583" y="340817"/>
                  </a:lnTo>
                  <a:lnTo>
                    <a:pt x="700557" y="334276"/>
                  </a:lnTo>
                  <a:lnTo>
                    <a:pt x="551192" y="334276"/>
                  </a:lnTo>
                  <a:lnTo>
                    <a:pt x="547128" y="340931"/>
                  </a:lnTo>
                  <a:lnTo>
                    <a:pt x="543941" y="348107"/>
                  </a:lnTo>
                  <a:lnTo>
                    <a:pt x="541743" y="355600"/>
                  </a:lnTo>
                  <a:lnTo>
                    <a:pt x="501916" y="348068"/>
                  </a:lnTo>
                  <a:lnTo>
                    <a:pt x="484555" y="269125"/>
                  </a:lnTo>
                  <a:lnTo>
                    <a:pt x="482206" y="261353"/>
                  </a:lnTo>
                  <a:lnTo>
                    <a:pt x="474014" y="256971"/>
                  </a:lnTo>
                  <a:lnTo>
                    <a:pt x="459333" y="261416"/>
                  </a:lnTo>
                  <a:lnTo>
                    <a:pt x="454964" y="268224"/>
                  </a:lnTo>
                  <a:lnTo>
                    <a:pt x="455955" y="275386"/>
                  </a:lnTo>
                  <a:lnTo>
                    <a:pt x="476745" y="369341"/>
                  </a:lnTo>
                  <a:lnTo>
                    <a:pt x="481253" y="373761"/>
                  </a:lnTo>
                  <a:lnTo>
                    <a:pt x="533704" y="383832"/>
                  </a:lnTo>
                  <a:lnTo>
                    <a:pt x="529488" y="406819"/>
                  </a:lnTo>
                  <a:lnTo>
                    <a:pt x="490385" y="407073"/>
                  </a:lnTo>
                  <a:lnTo>
                    <a:pt x="485825" y="409638"/>
                  </a:lnTo>
                  <a:lnTo>
                    <a:pt x="428002" y="467626"/>
                  </a:lnTo>
                  <a:lnTo>
                    <a:pt x="421551" y="472452"/>
                  </a:lnTo>
                  <a:lnTo>
                    <a:pt x="420230" y="481609"/>
                  </a:lnTo>
                  <a:lnTo>
                    <a:pt x="429895" y="494512"/>
                  </a:lnTo>
                  <a:lnTo>
                    <a:pt x="439039" y="495833"/>
                  </a:lnTo>
                  <a:lnTo>
                    <a:pt x="445490" y="490994"/>
                  </a:lnTo>
                  <a:lnTo>
                    <a:pt x="500634" y="435432"/>
                  </a:lnTo>
                  <a:lnTo>
                    <a:pt x="526173" y="435432"/>
                  </a:lnTo>
                  <a:lnTo>
                    <a:pt x="526211" y="454545"/>
                  </a:lnTo>
                  <a:lnTo>
                    <a:pt x="527113" y="462127"/>
                  </a:lnTo>
                  <a:lnTo>
                    <a:pt x="528853" y="469544"/>
                  </a:lnTo>
                  <a:lnTo>
                    <a:pt x="486854" y="480021"/>
                  </a:lnTo>
                  <a:lnTo>
                    <a:pt x="483006" y="483489"/>
                  </a:lnTo>
                  <a:lnTo>
                    <a:pt x="448106" y="579183"/>
                  </a:lnTo>
                  <a:lnTo>
                    <a:pt x="451980" y="587565"/>
                  </a:lnTo>
                  <a:lnTo>
                    <a:pt x="462813" y="591210"/>
                  </a:lnTo>
                  <a:lnTo>
                    <a:pt x="470662" y="591286"/>
                  </a:lnTo>
                  <a:lnTo>
                    <a:pt x="476161" y="587463"/>
                  </a:lnTo>
                  <a:lnTo>
                    <a:pt x="506120" y="505053"/>
                  </a:lnTo>
                  <a:lnTo>
                    <a:pt x="539826" y="496620"/>
                  </a:lnTo>
                  <a:lnTo>
                    <a:pt x="552831" y="514007"/>
                  </a:lnTo>
                  <a:lnTo>
                    <a:pt x="569099" y="528002"/>
                  </a:lnTo>
                  <a:lnTo>
                    <a:pt x="587997" y="538149"/>
                  </a:lnTo>
                  <a:lnTo>
                    <a:pt x="608888" y="544004"/>
                  </a:lnTo>
                  <a:lnTo>
                    <a:pt x="613613" y="542480"/>
                  </a:lnTo>
                  <a:lnTo>
                    <a:pt x="613613" y="429399"/>
                  </a:lnTo>
                  <a:lnTo>
                    <a:pt x="619328" y="423684"/>
                  </a:lnTo>
                  <a:lnTo>
                    <a:pt x="633437" y="423684"/>
                  </a:lnTo>
                  <a:lnTo>
                    <a:pt x="639152" y="429399"/>
                  </a:lnTo>
                  <a:lnTo>
                    <a:pt x="639152" y="542734"/>
                  </a:lnTo>
                  <a:lnTo>
                    <a:pt x="643877" y="544258"/>
                  </a:lnTo>
                  <a:lnTo>
                    <a:pt x="664794" y="538429"/>
                  </a:lnTo>
                  <a:lnTo>
                    <a:pt x="683704" y="528294"/>
                  </a:lnTo>
                  <a:lnTo>
                    <a:pt x="699973" y="514299"/>
                  </a:lnTo>
                  <a:lnTo>
                    <a:pt x="712939" y="496874"/>
                  </a:lnTo>
                  <a:lnTo>
                    <a:pt x="746645" y="505307"/>
                  </a:lnTo>
                  <a:lnTo>
                    <a:pt x="776668" y="587717"/>
                  </a:lnTo>
                  <a:lnTo>
                    <a:pt x="782129" y="591553"/>
                  </a:lnTo>
                  <a:lnTo>
                    <a:pt x="793242" y="590626"/>
                  </a:lnTo>
                  <a:lnTo>
                    <a:pt x="800798" y="587819"/>
                  </a:lnTo>
                  <a:lnTo>
                    <a:pt x="804659" y="579437"/>
                  </a:lnTo>
                  <a:lnTo>
                    <a:pt x="769251" y="482968"/>
                  </a:lnTo>
                  <a:lnTo>
                    <a:pt x="765403" y="479513"/>
                  </a:lnTo>
                  <a:lnTo>
                    <a:pt x="723404" y="469023"/>
                  </a:lnTo>
                  <a:lnTo>
                    <a:pt x="725144" y="461619"/>
                  </a:lnTo>
                  <a:lnTo>
                    <a:pt x="726046" y="454037"/>
                  </a:lnTo>
                  <a:lnTo>
                    <a:pt x="726084" y="434924"/>
                  </a:lnTo>
                  <a:lnTo>
                    <a:pt x="751624" y="434924"/>
                  </a:lnTo>
                  <a:lnTo>
                    <a:pt x="806767" y="490486"/>
                  </a:lnTo>
                  <a:lnTo>
                    <a:pt x="812076" y="496519"/>
                  </a:lnTo>
                  <a:lnTo>
                    <a:pt x="821283" y="497103"/>
                  </a:lnTo>
                  <a:lnTo>
                    <a:pt x="833348" y="486473"/>
                  </a:lnTo>
                  <a:lnTo>
                    <a:pt x="833932" y="477278"/>
                  </a:lnTo>
                  <a:close/>
                </a:path>
                <a:path w="1011554" h="1012189">
                  <a:moveTo>
                    <a:pt x="1011021" y="401548"/>
                  </a:moveTo>
                  <a:lnTo>
                    <a:pt x="1010450" y="361645"/>
                  </a:lnTo>
                  <a:lnTo>
                    <a:pt x="1010373" y="356108"/>
                  </a:lnTo>
                  <a:lnTo>
                    <a:pt x="1004417" y="311111"/>
                  </a:lnTo>
                  <a:lnTo>
                    <a:pt x="993203" y="267068"/>
                  </a:lnTo>
                  <a:lnTo>
                    <a:pt x="976807" y="224485"/>
                  </a:lnTo>
                  <a:lnTo>
                    <a:pt x="955294" y="183857"/>
                  </a:lnTo>
                  <a:lnTo>
                    <a:pt x="932268" y="150787"/>
                  </a:lnTo>
                  <a:lnTo>
                    <a:pt x="932268" y="385368"/>
                  </a:lnTo>
                  <a:lnTo>
                    <a:pt x="928255" y="435089"/>
                  </a:lnTo>
                  <a:lnTo>
                    <a:pt x="916647" y="482257"/>
                  </a:lnTo>
                  <a:lnTo>
                    <a:pt x="898144" y="526059"/>
                  </a:lnTo>
                  <a:lnTo>
                    <a:pt x="898067" y="526249"/>
                  </a:lnTo>
                  <a:lnTo>
                    <a:pt x="873150" y="566420"/>
                  </a:lnTo>
                  <a:lnTo>
                    <a:pt x="842530" y="602132"/>
                  </a:lnTo>
                  <a:lnTo>
                    <a:pt x="806818" y="632777"/>
                  </a:lnTo>
                  <a:lnTo>
                    <a:pt x="766673" y="657707"/>
                  </a:lnTo>
                  <a:lnTo>
                    <a:pt x="722718" y="676300"/>
                  </a:lnTo>
                  <a:lnTo>
                    <a:pt x="675576" y="687908"/>
                  </a:lnTo>
                  <a:lnTo>
                    <a:pt x="625868" y="691921"/>
                  </a:lnTo>
                  <a:lnTo>
                    <a:pt x="595223" y="689368"/>
                  </a:lnTo>
                  <a:lnTo>
                    <a:pt x="577735" y="687908"/>
                  </a:lnTo>
                  <a:lnTo>
                    <a:pt x="576732" y="687908"/>
                  </a:lnTo>
                  <a:lnTo>
                    <a:pt x="529158" y="676084"/>
                  </a:lnTo>
                  <a:lnTo>
                    <a:pt x="485254" y="657453"/>
                  </a:lnTo>
                  <a:lnTo>
                    <a:pt x="445147" y="632510"/>
                  </a:lnTo>
                  <a:lnTo>
                    <a:pt x="409486" y="601878"/>
                  </a:lnTo>
                  <a:lnTo>
                    <a:pt x="378866" y="566191"/>
                  </a:lnTo>
                  <a:lnTo>
                    <a:pt x="354050" y="526249"/>
                  </a:lnTo>
                  <a:lnTo>
                    <a:pt x="335368" y="482257"/>
                  </a:lnTo>
                  <a:lnTo>
                    <a:pt x="323634" y="435089"/>
                  </a:lnTo>
                  <a:lnTo>
                    <a:pt x="319481" y="385368"/>
                  </a:lnTo>
                  <a:lnTo>
                    <a:pt x="323494" y="335635"/>
                  </a:lnTo>
                  <a:lnTo>
                    <a:pt x="335102" y="288467"/>
                  </a:lnTo>
                  <a:lnTo>
                    <a:pt x="353682" y="244487"/>
                  </a:lnTo>
                  <a:lnTo>
                    <a:pt x="378599" y="204317"/>
                  </a:lnTo>
                  <a:lnTo>
                    <a:pt x="409219" y="168592"/>
                  </a:lnTo>
                  <a:lnTo>
                    <a:pt x="444919" y="137960"/>
                  </a:lnTo>
                  <a:lnTo>
                    <a:pt x="485063" y="113030"/>
                  </a:lnTo>
                  <a:lnTo>
                    <a:pt x="529031" y="94437"/>
                  </a:lnTo>
                  <a:lnTo>
                    <a:pt x="576173" y="82816"/>
                  </a:lnTo>
                  <a:lnTo>
                    <a:pt x="625475" y="78841"/>
                  </a:lnTo>
                  <a:lnTo>
                    <a:pt x="626275" y="78841"/>
                  </a:lnTo>
                  <a:lnTo>
                    <a:pt x="675576" y="82816"/>
                  </a:lnTo>
                  <a:lnTo>
                    <a:pt x="722718" y="94437"/>
                  </a:lnTo>
                  <a:lnTo>
                    <a:pt x="766673" y="113030"/>
                  </a:lnTo>
                  <a:lnTo>
                    <a:pt x="806818" y="137960"/>
                  </a:lnTo>
                  <a:lnTo>
                    <a:pt x="842530" y="168592"/>
                  </a:lnTo>
                  <a:lnTo>
                    <a:pt x="873150" y="204317"/>
                  </a:lnTo>
                  <a:lnTo>
                    <a:pt x="898067" y="244487"/>
                  </a:lnTo>
                  <a:lnTo>
                    <a:pt x="916647" y="288467"/>
                  </a:lnTo>
                  <a:lnTo>
                    <a:pt x="928255" y="335635"/>
                  </a:lnTo>
                  <a:lnTo>
                    <a:pt x="932268" y="385368"/>
                  </a:lnTo>
                  <a:lnTo>
                    <a:pt x="932268" y="150787"/>
                  </a:lnTo>
                  <a:lnTo>
                    <a:pt x="897204" y="110540"/>
                  </a:lnTo>
                  <a:lnTo>
                    <a:pt x="860742" y="78841"/>
                  </a:lnTo>
                  <a:lnTo>
                    <a:pt x="820648" y="51904"/>
                  </a:lnTo>
                  <a:lnTo>
                    <a:pt x="778484" y="30619"/>
                  </a:lnTo>
                  <a:lnTo>
                    <a:pt x="734745" y="14922"/>
                  </a:lnTo>
                  <a:lnTo>
                    <a:pt x="689940" y="4737"/>
                  </a:lnTo>
                  <a:lnTo>
                    <a:pt x="644575" y="0"/>
                  </a:lnTo>
                  <a:lnTo>
                    <a:pt x="599160" y="647"/>
                  </a:lnTo>
                  <a:lnTo>
                    <a:pt x="554189" y="6616"/>
                  </a:lnTo>
                  <a:lnTo>
                    <a:pt x="510159" y="17830"/>
                  </a:lnTo>
                  <a:lnTo>
                    <a:pt x="467601" y="34239"/>
                  </a:lnTo>
                  <a:lnTo>
                    <a:pt x="426999" y="55753"/>
                  </a:lnTo>
                  <a:lnTo>
                    <a:pt x="388874" y="82334"/>
                  </a:lnTo>
                  <a:lnTo>
                    <a:pt x="353720" y="113893"/>
                  </a:lnTo>
                  <a:lnTo>
                    <a:pt x="322033" y="150368"/>
                  </a:lnTo>
                  <a:lnTo>
                    <a:pt x="295871" y="189230"/>
                  </a:lnTo>
                  <a:lnTo>
                    <a:pt x="274929" y="230276"/>
                  </a:lnTo>
                  <a:lnTo>
                    <a:pt x="259232" y="273024"/>
                  </a:lnTo>
                  <a:lnTo>
                    <a:pt x="248754" y="316966"/>
                  </a:lnTo>
                  <a:lnTo>
                    <a:pt x="243522" y="361645"/>
                  </a:lnTo>
                  <a:lnTo>
                    <a:pt x="243522" y="406565"/>
                  </a:lnTo>
                  <a:lnTo>
                    <a:pt x="248754" y="451231"/>
                  </a:lnTo>
                  <a:lnTo>
                    <a:pt x="259232" y="495185"/>
                  </a:lnTo>
                  <a:lnTo>
                    <a:pt x="274929" y="537921"/>
                  </a:lnTo>
                  <a:lnTo>
                    <a:pt x="295871" y="578967"/>
                  </a:lnTo>
                  <a:lnTo>
                    <a:pt x="322033" y="617842"/>
                  </a:lnTo>
                  <a:lnTo>
                    <a:pt x="265607" y="674293"/>
                  </a:lnTo>
                  <a:lnTo>
                    <a:pt x="222796" y="676783"/>
                  </a:lnTo>
                  <a:lnTo>
                    <a:pt x="186080" y="698944"/>
                  </a:lnTo>
                  <a:lnTo>
                    <a:pt x="26504" y="858608"/>
                  </a:lnTo>
                  <a:lnTo>
                    <a:pt x="0" y="921702"/>
                  </a:lnTo>
                  <a:lnTo>
                    <a:pt x="6375" y="955382"/>
                  </a:lnTo>
                  <a:lnTo>
                    <a:pt x="25844" y="985062"/>
                  </a:lnTo>
                  <a:lnTo>
                    <a:pt x="26517" y="985723"/>
                  </a:lnTo>
                  <a:lnTo>
                    <a:pt x="56083" y="1005357"/>
                  </a:lnTo>
                  <a:lnTo>
                    <a:pt x="89687" y="1011897"/>
                  </a:lnTo>
                  <a:lnTo>
                    <a:pt x="123317" y="1005357"/>
                  </a:lnTo>
                  <a:lnTo>
                    <a:pt x="313105" y="825398"/>
                  </a:lnTo>
                  <a:lnTo>
                    <a:pt x="335254" y="788657"/>
                  </a:lnTo>
                  <a:lnTo>
                    <a:pt x="339090" y="767562"/>
                  </a:lnTo>
                  <a:lnTo>
                    <a:pt x="337743" y="745820"/>
                  </a:lnTo>
                  <a:lnTo>
                    <a:pt x="393522" y="689368"/>
                  </a:lnTo>
                  <a:lnTo>
                    <a:pt x="433616" y="716305"/>
                  </a:lnTo>
                  <a:lnTo>
                    <a:pt x="475792" y="737590"/>
                  </a:lnTo>
                  <a:lnTo>
                    <a:pt x="519518" y="753300"/>
                  </a:lnTo>
                  <a:lnTo>
                    <a:pt x="564324" y="763485"/>
                  </a:lnTo>
                  <a:lnTo>
                    <a:pt x="609688" y="768210"/>
                  </a:lnTo>
                  <a:lnTo>
                    <a:pt x="655116" y="767562"/>
                  </a:lnTo>
                  <a:lnTo>
                    <a:pt x="700087" y="761593"/>
                  </a:lnTo>
                  <a:lnTo>
                    <a:pt x="744105" y="750366"/>
                  </a:lnTo>
                  <a:lnTo>
                    <a:pt x="786663" y="733958"/>
                  </a:lnTo>
                  <a:lnTo>
                    <a:pt x="827265" y="712431"/>
                  </a:lnTo>
                  <a:lnTo>
                    <a:pt x="865390" y="685863"/>
                  </a:lnTo>
                  <a:lnTo>
                    <a:pt x="900557" y="654304"/>
                  </a:lnTo>
                  <a:lnTo>
                    <a:pt x="932230" y="617842"/>
                  </a:lnTo>
                  <a:lnTo>
                    <a:pt x="959154" y="577723"/>
                  </a:lnTo>
                  <a:lnTo>
                    <a:pt x="980427" y="535533"/>
                  </a:lnTo>
                  <a:lnTo>
                    <a:pt x="996111" y="491769"/>
                  </a:lnTo>
                  <a:lnTo>
                    <a:pt x="1006297" y="446938"/>
                  </a:lnTo>
                  <a:lnTo>
                    <a:pt x="1011021" y="401548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969" y="1995816"/>
              <a:ext cx="164088" cy="15423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588634" y="2865247"/>
            <a:ext cx="9944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78D3"/>
                </a:solidFill>
                <a:latin typeface="Calibri"/>
                <a:cs typeface="Calibri"/>
              </a:rPr>
              <a:t>Detect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31728" y="3234291"/>
            <a:ext cx="868044" cy="1021080"/>
          </a:xfrm>
          <a:custGeom>
            <a:avLst/>
            <a:gdLst/>
            <a:ahLst/>
            <a:cxnLst/>
            <a:rect l="l" t="t" r="r" b="b"/>
            <a:pathLst>
              <a:path w="868045" h="1021079">
                <a:moveTo>
                  <a:pt x="383542" y="0"/>
                </a:moveTo>
                <a:lnTo>
                  <a:pt x="332906" y="3809"/>
                </a:lnTo>
                <a:lnTo>
                  <a:pt x="282928" y="12699"/>
                </a:lnTo>
                <a:lnTo>
                  <a:pt x="234267" y="30479"/>
                </a:lnTo>
                <a:lnTo>
                  <a:pt x="187580" y="53339"/>
                </a:lnTo>
                <a:lnTo>
                  <a:pt x="144487" y="82549"/>
                </a:lnTo>
                <a:lnTo>
                  <a:pt x="106375" y="116839"/>
                </a:lnTo>
                <a:lnTo>
                  <a:pt x="73559" y="156209"/>
                </a:lnTo>
                <a:lnTo>
                  <a:pt x="46354" y="198119"/>
                </a:lnTo>
                <a:lnTo>
                  <a:pt x="25072" y="243839"/>
                </a:lnTo>
                <a:lnTo>
                  <a:pt x="10030" y="293369"/>
                </a:lnTo>
                <a:lnTo>
                  <a:pt x="1540" y="344169"/>
                </a:lnTo>
                <a:lnTo>
                  <a:pt x="1302" y="351789"/>
                </a:lnTo>
                <a:lnTo>
                  <a:pt x="1183" y="355599"/>
                </a:lnTo>
                <a:lnTo>
                  <a:pt x="1065" y="359409"/>
                </a:lnTo>
                <a:lnTo>
                  <a:pt x="985" y="361949"/>
                </a:lnTo>
                <a:lnTo>
                  <a:pt x="867" y="365759"/>
                </a:lnTo>
                <a:lnTo>
                  <a:pt x="787" y="368299"/>
                </a:lnTo>
                <a:lnTo>
                  <a:pt x="669" y="372109"/>
                </a:lnTo>
                <a:lnTo>
                  <a:pt x="590" y="374649"/>
                </a:lnTo>
                <a:lnTo>
                  <a:pt x="471" y="378459"/>
                </a:lnTo>
                <a:lnTo>
                  <a:pt x="392" y="380999"/>
                </a:lnTo>
                <a:lnTo>
                  <a:pt x="273" y="384809"/>
                </a:lnTo>
                <a:lnTo>
                  <a:pt x="154" y="388619"/>
                </a:lnTo>
                <a:lnTo>
                  <a:pt x="75" y="391159"/>
                </a:lnTo>
                <a:lnTo>
                  <a:pt x="0" y="397509"/>
                </a:lnTo>
                <a:lnTo>
                  <a:pt x="3236" y="447039"/>
                </a:lnTo>
                <a:lnTo>
                  <a:pt x="13033" y="496569"/>
                </a:lnTo>
                <a:lnTo>
                  <a:pt x="29059" y="543559"/>
                </a:lnTo>
                <a:lnTo>
                  <a:pt x="51071" y="589279"/>
                </a:lnTo>
                <a:lnTo>
                  <a:pt x="78822" y="631189"/>
                </a:lnTo>
                <a:lnTo>
                  <a:pt x="112066" y="669289"/>
                </a:lnTo>
                <a:lnTo>
                  <a:pt x="150558" y="702309"/>
                </a:lnTo>
                <a:lnTo>
                  <a:pt x="150558" y="1021079"/>
                </a:lnTo>
                <a:lnTo>
                  <a:pt x="553971" y="1021079"/>
                </a:lnTo>
                <a:lnTo>
                  <a:pt x="553971" y="869949"/>
                </a:lnTo>
                <a:lnTo>
                  <a:pt x="616526" y="869949"/>
                </a:lnTo>
                <a:lnTo>
                  <a:pt x="674931" y="858519"/>
                </a:lnTo>
                <a:lnTo>
                  <a:pt x="723762" y="825499"/>
                </a:lnTo>
                <a:lnTo>
                  <a:pt x="755997" y="775969"/>
                </a:lnTo>
                <a:lnTo>
                  <a:pt x="767167" y="717549"/>
                </a:lnTo>
                <a:lnTo>
                  <a:pt x="767167" y="641349"/>
                </a:lnTo>
                <a:lnTo>
                  <a:pt x="823339" y="641349"/>
                </a:lnTo>
                <a:lnTo>
                  <a:pt x="846637" y="632459"/>
                </a:lnTo>
                <a:lnTo>
                  <a:pt x="863233" y="613409"/>
                </a:lnTo>
                <a:lnTo>
                  <a:pt x="865437" y="600709"/>
                </a:lnTo>
                <a:lnTo>
                  <a:pt x="242475" y="600709"/>
                </a:lnTo>
                <a:lnTo>
                  <a:pt x="235214" y="544829"/>
                </a:lnTo>
                <a:lnTo>
                  <a:pt x="218857" y="514349"/>
                </a:lnTo>
                <a:lnTo>
                  <a:pt x="201543" y="501649"/>
                </a:lnTo>
                <a:lnTo>
                  <a:pt x="191410" y="497839"/>
                </a:lnTo>
                <a:lnTo>
                  <a:pt x="172380" y="490219"/>
                </a:lnTo>
                <a:lnTo>
                  <a:pt x="148324" y="473709"/>
                </a:lnTo>
                <a:lnTo>
                  <a:pt x="125704" y="448309"/>
                </a:lnTo>
                <a:lnTo>
                  <a:pt x="110983" y="412749"/>
                </a:lnTo>
                <a:lnTo>
                  <a:pt x="109706" y="410209"/>
                </a:lnTo>
                <a:lnTo>
                  <a:pt x="109706" y="403859"/>
                </a:lnTo>
                <a:lnTo>
                  <a:pt x="97738" y="378459"/>
                </a:lnTo>
                <a:lnTo>
                  <a:pt x="94387" y="351789"/>
                </a:lnTo>
                <a:lnTo>
                  <a:pt x="99653" y="325119"/>
                </a:lnTo>
                <a:lnTo>
                  <a:pt x="113536" y="300989"/>
                </a:lnTo>
                <a:lnTo>
                  <a:pt x="111860" y="294639"/>
                </a:lnTo>
                <a:lnTo>
                  <a:pt x="110664" y="288289"/>
                </a:lnTo>
                <a:lnTo>
                  <a:pt x="110065" y="281939"/>
                </a:lnTo>
                <a:lnTo>
                  <a:pt x="109945" y="280669"/>
                </a:lnTo>
                <a:lnTo>
                  <a:pt x="109850" y="278129"/>
                </a:lnTo>
                <a:lnTo>
                  <a:pt x="109754" y="275589"/>
                </a:lnTo>
                <a:lnTo>
                  <a:pt x="109706" y="274319"/>
                </a:lnTo>
                <a:lnTo>
                  <a:pt x="114932" y="245109"/>
                </a:lnTo>
                <a:lnTo>
                  <a:pt x="129494" y="219709"/>
                </a:lnTo>
                <a:lnTo>
                  <a:pt x="151715" y="200659"/>
                </a:lnTo>
                <a:lnTo>
                  <a:pt x="179920" y="190499"/>
                </a:lnTo>
                <a:lnTo>
                  <a:pt x="193066" y="165099"/>
                </a:lnTo>
                <a:lnTo>
                  <a:pt x="212315" y="147319"/>
                </a:lnTo>
                <a:lnTo>
                  <a:pt x="236112" y="134619"/>
                </a:lnTo>
                <a:lnTo>
                  <a:pt x="262901" y="130809"/>
                </a:lnTo>
                <a:lnTo>
                  <a:pt x="286133" y="130809"/>
                </a:lnTo>
                <a:lnTo>
                  <a:pt x="295954" y="121919"/>
                </a:lnTo>
                <a:lnTo>
                  <a:pt x="310615" y="113029"/>
                </a:lnTo>
                <a:lnTo>
                  <a:pt x="326952" y="106679"/>
                </a:lnTo>
                <a:lnTo>
                  <a:pt x="344605" y="102869"/>
                </a:lnTo>
                <a:lnTo>
                  <a:pt x="645182" y="102869"/>
                </a:lnTo>
                <a:lnTo>
                  <a:pt x="622597" y="82549"/>
                </a:lnTo>
                <a:lnTo>
                  <a:pt x="579504" y="53339"/>
                </a:lnTo>
                <a:lnTo>
                  <a:pt x="532817" y="30479"/>
                </a:lnTo>
                <a:lnTo>
                  <a:pt x="484156" y="12699"/>
                </a:lnTo>
                <a:lnTo>
                  <a:pt x="434178" y="3809"/>
                </a:lnTo>
                <a:lnTo>
                  <a:pt x="383542" y="0"/>
                </a:lnTo>
                <a:close/>
              </a:path>
              <a:path w="868045" h="1021079">
                <a:moveTo>
                  <a:pt x="276585" y="415289"/>
                </a:moveTo>
                <a:lnTo>
                  <a:pt x="233539" y="415289"/>
                </a:lnTo>
                <a:lnTo>
                  <a:pt x="239283" y="419099"/>
                </a:lnTo>
                <a:lnTo>
                  <a:pt x="245028" y="424179"/>
                </a:lnTo>
                <a:lnTo>
                  <a:pt x="282010" y="452119"/>
                </a:lnTo>
                <a:lnTo>
                  <a:pt x="299763" y="487679"/>
                </a:lnTo>
                <a:lnTo>
                  <a:pt x="300930" y="504189"/>
                </a:lnTo>
                <a:lnTo>
                  <a:pt x="301020" y="505459"/>
                </a:lnTo>
                <a:lnTo>
                  <a:pt x="301110" y="514349"/>
                </a:lnTo>
                <a:lnTo>
                  <a:pt x="301200" y="600709"/>
                </a:lnTo>
                <a:lnTo>
                  <a:pt x="324179" y="600709"/>
                </a:lnTo>
                <a:lnTo>
                  <a:pt x="324079" y="504189"/>
                </a:lnTo>
                <a:lnTo>
                  <a:pt x="317177" y="459739"/>
                </a:lnTo>
                <a:lnTo>
                  <a:pt x="288114" y="424179"/>
                </a:lnTo>
                <a:lnTo>
                  <a:pt x="278300" y="416559"/>
                </a:lnTo>
                <a:lnTo>
                  <a:pt x="276585" y="415289"/>
                </a:lnTo>
                <a:close/>
              </a:path>
              <a:path w="868045" h="1021079">
                <a:moveTo>
                  <a:pt x="655063" y="111759"/>
                </a:moveTo>
                <a:lnTo>
                  <a:pt x="466802" y="111759"/>
                </a:lnTo>
                <a:lnTo>
                  <a:pt x="486310" y="114299"/>
                </a:lnTo>
                <a:lnTo>
                  <a:pt x="505140" y="123189"/>
                </a:lnTo>
                <a:lnTo>
                  <a:pt x="521098" y="134619"/>
                </a:lnTo>
                <a:lnTo>
                  <a:pt x="533705" y="149859"/>
                </a:lnTo>
                <a:lnTo>
                  <a:pt x="542482" y="168909"/>
                </a:lnTo>
                <a:lnTo>
                  <a:pt x="547588" y="168909"/>
                </a:lnTo>
                <a:lnTo>
                  <a:pt x="581638" y="175259"/>
                </a:lnTo>
                <a:lnTo>
                  <a:pt x="609345" y="194309"/>
                </a:lnTo>
                <a:lnTo>
                  <a:pt x="628195" y="220979"/>
                </a:lnTo>
                <a:lnTo>
                  <a:pt x="635675" y="255269"/>
                </a:lnTo>
                <a:lnTo>
                  <a:pt x="635675" y="259079"/>
                </a:lnTo>
                <a:lnTo>
                  <a:pt x="655203" y="274319"/>
                </a:lnTo>
                <a:lnTo>
                  <a:pt x="669346" y="293369"/>
                </a:lnTo>
                <a:lnTo>
                  <a:pt x="677504" y="316229"/>
                </a:lnTo>
                <a:lnTo>
                  <a:pt x="678997" y="339089"/>
                </a:lnTo>
                <a:lnTo>
                  <a:pt x="679080" y="340359"/>
                </a:lnTo>
                <a:lnTo>
                  <a:pt x="666274" y="372109"/>
                </a:lnTo>
                <a:lnTo>
                  <a:pt x="644611" y="397509"/>
                </a:lnTo>
                <a:lnTo>
                  <a:pt x="616246" y="414019"/>
                </a:lnTo>
                <a:lnTo>
                  <a:pt x="583333" y="419099"/>
                </a:lnTo>
                <a:lnTo>
                  <a:pt x="469714" y="419099"/>
                </a:lnTo>
                <a:lnTo>
                  <a:pt x="435485" y="425449"/>
                </a:lnTo>
                <a:lnTo>
                  <a:pt x="407479" y="444499"/>
                </a:lnTo>
                <a:lnTo>
                  <a:pt x="388569" y="471169"/>
                </a:lnTo>
                <a:lnTo>
                  <a:pt x="381627" y="505459"/>
                </a:lnTo>
                <a:lnTo>
                  <a:pt x="381627" y="600709"/>
                </a:lnTo>
                <a:lnTo>
                  <a:pt x="865437" y="600709"/>
                </a:lnTo>
                <a:lnTo>
                  <a:pt x="867861" y="586739"/>
                </a:lnTo>
                <a:lnTo>
                  <a:pt x="855254" y="552449"/>
                </a:lnTo>
                <a:lnTo>
                  <a:pt x="767167" y="401319"/>
                </a:lnTo>
                <a:lnTo>
                  <a:pt x="767048" y="392429"/>
                </a:lnTo>
                <a:lnTo>
                  <a:pt x="766930" y="388619"/>
                </a:lnTo>
                <a:lnTo>
                  <a:pt x="766811" y="384809"/>
                </a:lnTo>
                <a:lnTo>
                  <a:pt x="766692" y="380999"/>
                </a:lnTo>
                <a:lnTo>
                  <a:pt x="766613" y="378459"/>
                </a:lnTo>
                <a:lnTo>
                  <a:pt x="766494" y="374649"/>
                </a:lnTo>
                <a:lnTo>
                  <a:pt x="766415" y="372109"/>
                </a:lnTo>
                <a:lnTo>
                  <a:pt x="766296" y="368299"/>
                </a:lnTo>
                <a:lnTo>
                  <a:pt x="766217" y="365759"/>
                </a:lnTo>
                <a:lnTo>
                  <a:pt x="766098" y="361949"/>
                </a:lnTo>
                <a:lnTo>
                  <a:pt x="766019" y="359409"/>
                </a:lnTo>
                <a:lnTo>
                  <a:pt x="765900" y="355599"/>
                </a:lnTo>
                <a:lnTo>
                  <a:pt x="765782" y="351789"/>
                </a:lnTo>
                <a:lnTo>
                  <a:pt x="765663" y="347979"/>
                </a:lnTo>
                <a:lnTo>
                  <a:pt x="765544" y="344169"/>
                </a:lnTo>
                <a:lnTo>
                  <a:pt x="757054" y="293369"/>
                </a:lnTo>
                <a:lnTo>
                  <a:pt x="742011" y="243839"/>
                </a:lnTo>
                <a:lnTo>
                  <a:pt x="720730" y="198119"/>
                </a:lnTo>
                <a:lnTo>
                  <a:pt x="693525" y="156209"/>
                </a:lnTo>
                <a:lnTo>
                  <a:pt x="660709" y="116839"/>
                </a:lnTo>
                <a:lnTo>
                  <a:pt x="655063" y="111759"/>
                </a:lnTo>
                <a:close/>
              </a:path>
              <a:path w="868045" h="1021079">
                <a:moveTo>
                  <a:pt x="168431" y="248919"/>
                </a:moveTo>
                <a:lnTo>
                  <a:pt x="163324" y="250189"/>
                </a:lnTo>
                <a:lnTo>
                  <a:pt x="155665" y="257809"/>
                </a:lnTo>
                <a:lnTo>
                  <a:pt x="153111" y="262889"/>
                </a:lnTo>
                <a:lnTo>
                  <a:pt x="155665" y="267969"/>
                </a:lnTo>
                <a:lnTo>
                  <a:pt x="157859" y="279399"/>
                </a:lnTo>
                <a:lnTo>
                  <a:pt x="175951" y="318769"/>
                </a:lnTo>
                <a:lnTo>
                  <a:pt x="201623" y="339089"/>
                </a:lnTo>
                <a:lnTo>
                  <a:pt x="203498" y="353059"/>
                </a:lnTo>
                <a:lnTo>
                  <a:pt x="207049" y="365759"/>
                </a:lnTo>
                <a:lnTo>
                  <a:pt x="212035" y="379729"/>
                </a:lnTo>
                <a:lnTo>
                  <a:pt x="218219" y="392429"/>
                </a:lnTo>
                <a:lnTo>
                  <a:pt x="211058" y="400049"/>
                </a:lnTo>
                <a:lnTo>
                  <a:pt x="203059" y="407669"/>
                </a:lnTo>
                <a:lnTo>
                  <a:pt x="194342" y="414019"/>
                </a:lnTo>
                <a:lnTo>
                  <a:pt x="185027" y="420369"/>
                </a:lnTo>
                <a:lnTo>
                  <a:pt x="181197" y="422909"/>
                </a:lnTo>
                <a:lnTo>
                  <a:pt x="178644" y="427989"/>
                </a:lnTo>
                <a:lnTo>
                  <a:pt x="177367" y="433069"/>
                </a:lnTo>
                <a:lnTo>
                  <a:pt x="177367" y="438149"/>
                </a:lnTo>
                <a:lnTo>
                  <a:pt x="179920" y="443229"/>
                </a:lnTo>
                <a:lnTo>
                  <a:pt x="190133" y="448309"/>
                </a:lnTo>
                <a:lnTo>
                  <a:pt x="195240" y="448309"/>
                </a:lnTo>
                <a:lnTo>
                  <a:pt x="199070" y="444499"/>
                </a:lnTo>
                <a:lnTo>
                  <a:pt x="208405" y="438149"/>
                </a:lnTo>
                <a:lnTo>
                  <a:pt x="217262" y="430529"/>
                </a:lnTo>
                <a:lnTo>
                  <a:pt x="225640" y="422909"/>
                </a:lnTo>
                <a:lnTo>
                  <a:pt x="233539" y="415289"/>
                </a:lnTo>
                <a:lnTo>
                  <a:pt x="276585" y="415289"/>
                </a:lnTo>
                <a:lnTo>
                  <a:pt x="268007" y="408939"/>
                </a:lnTo>
                <a:lnTo>
                  <a:pt x="260388" y="403859"/>
                </a:lnTo>
                <a:lnTo>
                  <a:pt x="253007" y="397509"/>
                </a:lnTo>
                <a:lnTo>
                  <a:pt x="246105" y="391159"/>
                </a:lnTo>
                <a:lnTo>
                  <a:pt x="239922" y="384809"/>
                </a:lnTo>
                <a:lnTo>
                  <a:pt x="236092" y="379729"/>
                </a:lnTo>
                <a:lnTo>
                  <a:pt x="230985" y="367029"/>
                </a:lnTo>
                <a:lnTo>
                  <a:pt x="242674" y="361949"/>
                </a:lnTo>
                <a:lnTo>
                  <a:pt x="266531" y="359409"/>
                </a:lnTo>
                <a:lnTo>
                  <a:pt x="287157" y="359409"/>
                </a:lnTo>
                <a:lnTo>
                  <a:pt x="292263" y="354329"/>
                </a:lnTo>
                <a:lnTo>
                  <a:pt x="292263" y="346709"/>
                </a:lnTo>
                <a:lnTo>
                  <a:pt x="293540" y="339089"/>
                </a:lnTo>
                <a:lnTo>
                  <a:pt x="291497" y="336549"/>
                </a:lnTo>
                <a:lnTo>
                  <a:pt x="223326" y="336549"/>
                </a:lnTo>
                <a:lnTo>
                  <a:pt x="223326" y="331469"/>
                </a:lnTo>
                <a:lnTo>
                  <a:pt x="222049" y="330199"/>
                </a:lnTo>
                <a:lnTo>
                  <a:pt x="221949" y="327659"/>
                </a:lnTo>
                <a:lnTo>
                  <a:pt x="221850" y="325119"/>
                </a:lnTo>
                <a:lnTo>
                  <a:pt x="221750" y="322579"/>
                </a:lnTo>
                <a:lnTo>
                  <a:pt x="222083" y="318769"/>
                </a:lnTo>
                <a:lnTo>
                  <a:pt x="222194" y="317499"/>
                </a:lnTo>
                <a:lnTo>
                  <a:pt x="222305" y="316229"/>
                </a:lnTo>
                <a:lnTo>
                  <a:pt x="222417" y="314959"/>
                </a:lnTo>
                <a:lnTo>
                  <a:pt x="222528" y="313689"/>
                </a:lnTo>
                <a:lnTo>
                  <a:pt x="223810" y="306069"/>
                </a:lnTo>
                <a:lnTo>
                  <a:pt x="199070" y="306069"/>
                </a:lnTo>
                <a:lnTo>
                  <a:pt x="193963" y="300989"/>
                </a:lnTo>
                <a:lnTo>
                  <a:pt x="192687" y="297179"/>
                </a:lnTo>
                <a:lnTo>
                  <a:pt x="189116" y="289559"/>
                </a:lnTo>
                <a:lnTo>
                  <a:pt x="186144" y="280669"/>
                </a:lnTo>
                <a:lnTo>
                  <a:pt x="183890" y="271779"/>
                </a:lnTo>
                <a:lnTo>
                  <a:pt x="182474" y="262889"/>
                </a:lnTo>
                <a:lnTo>
                  <a:pt x="181197" y="257809"/>
                </a:lnTo>
                <a:lnTo>
                  <a:pt x="177367" y="252729"/>
                </a:lnTo>
                <a:lnTo>
                  <a:pt x="173537" y="251459"/>
                </a:lnTo>
                <a:lnTo>
                  <a:pt x="168431" y="248919"/>
                </a:lnTo>
                <a:close/>
              </a:path>
              <a:path w="868045" h="1021079">
                <a:moveTo>
                  <a:pt x="476020" y="259079"/>
                </a:moveTo>
                <a:lnTo>
                  <a:pt x="432692" y="259079"/>
                </a:lnTo>
                <a:lnTo>
                  <a:pt x="446076" y="273049"/>
                </a:lnTo>
                <a:lnTo>
                  <a:pt x="461256" y="284479"/>
                </a:lnTo>
                <a:lnTo>
                  <a:pt x="478112" y="293369"/>
                </a:lnTo>
                <a:lnTo>
                  <a:pt x="496523" y="299719"/>
                </a:lnTo>
                <a:lnTo>
                  <a:pt x="520500" y="313689"/>
                </a:lnTo>
                <a:lnTo>
                  <a:pt x="540886" y="330199"/>
                </a:lnTo>
                <a:lnTo>
                  <a:pt x="555048" y="349249"/>
                </a:lnTo>
                <a:lnTo>
                  <a:pt x="560354" y="374649"/>
                </a:lnTo>
                <a:lnTo>
                  <a:pt x="560354" y="379729"/>
                </a:lnTo>
                <a:lnTo>
                  <a:pt x="562907" y="386079"/>
                </a:lnTo>
                <a:lnTo>
                  <a:pt x="566737" y="388619"/>
                </a:lnTo>
                <a:lnTo>
                  <a:pt x="571844" y="391159"/>
                </a:lnTo>
                <a:lnTo>
                  <a:pt x="576950" y="391159"/>
                </a:lnTo>
                <a:lnTo>
                  <a:pt x="587163" y="386079"/>
                </a:lnTo>
                <a:lnTo>
                  <a:pt x="589717" y="379729"/>
                </a:lnTo>
                <a:lnTo>
                  <a:pt x="588440" y="374649"/>
                </a:lnTo>
                <a:lnTo>
                  <a:pt x="586106" y="353059"/>
                </a:lnTo>
                <a:lnTo>
                  <a:pt x="579344" y="335279"/>
                </a:lnTo>
                <a:lnTo>
                  <a:pt x="568513" y="317499"/>
                </a:lnTo>
                <a:lnTo>
                  <a:pt x="553971" y="303529"/>
                </a:lnTo>
                <a:lnTo>
                  <a:pt x="566877" y="300989"/>
                </a:lnTo>
                <a:lnTo>
                  <a:pt x="578706" y="297179"/>
                </a:lnTo>
                <a:lnTo>
                  <a:pt x="589338" y="289559"/>
                </a:lnTo>
                <a:lnTo>
                  <a:pt x="598653" y="280669"/>
                </a:lnTo>
                <a:lnTo>
                  <a:pt x="603759" y="274319"/>
                </a:lnTo>
                <a:lnTo>
                  <a:pt x="529715" y="274319"/>
                </a:lnTo>
                <a:lnTo>
                  <a:pt x="511623" y="273049"/>
                </a:lnTo>
                <a:lnTo>
                  <a:pt x="494129" y="267969"/>
                </a:lnTo>
                <a:lnTo>
                  <a:pt x="477832" y="260349"/>
                </a:lnTo>
                <a:lnTo>
                  <a:pt x="476020" y="259079"/>
                </a:lnTo>
                <a:close/>
              </a:path>
              <a:path w="868045" h="1021079">
                <a:moveTo>
                  <a:pt x="475648" y="243839"/>
                </a:moveTo>
                <a:lnTo>
                  <a:pt x="306306" y="243839"/>
                </a:lnTo>
                <a:lnTo>
                  <a:pt x="312689" y="245109"/>
                </a:lnTo>
                <a:lnTo>
                  <a:pt x="322902" y="247649"/>
                </a:lnTo>
                <a:lnTo>
                  <a:pt x="329285" y="248919"/>
                </a:lnTo>
                <a:lnTo>
                  <a:pt x="336945" y="250189"/>
                </a:lnTo>
                <a:lnTo>
                  <a:pt x="345303" y="262889"/>
                </a:lnTo>
                <a:lnTo>
                  <a:pt x="351148" y="275589"/>
                </a:lnTo>
                <a:lnTo>
                  <a:pt x="354359" y="289559"/>
                </a:lnTo>
                <a:lnTo>
                  <a:pt x="354484" y="293369"/>
                </a:lnTo>
                <a:lnTo>
                  <a:pt x="354568" y="295909"/>
                </a:lnTo>
                <a:lnTo>
                  <a:pt x="354693" y="299719"/>
                </a:lnTo>
                <a:lnTo>
                  <a:pt x="354818" y="303529"/>
                </a:lnTo>
                <a:lnTo>
                  <a:pt x="352444" y="317499"/>
                </a:lnTo>
                <a:lnTo>
                  <a:pt x="347318" y="331469"/>
                </a:lnTo>
                <a:lnTo>
                  <a:pt x="339558" y="342899"/>
                </a:lnTo>
                <a:lnTo>
                  <a:pt x="329285" y="353059"/>
                </a:lnTo>
                <a:lnTo>
                  <a:pt x="324179" y="359409"/>
                </a:lnTo>
                <a:lnTo>
                  <a:pt x="322902" y="368299"/>
                </a:lnTo>
                <a:lnTo>
                  <a:pt x="328009" y="374649"/>
                </a:lnTo>
                <a:lnTo>
                  <a:pt x="333115" y="379729"/>
                </a:lnTo>
                <a:lnTo>
                  <a:pt x="340775" y="380999"/>
                </a:lnTo>
                <a:lnTo>
                  <a:pt x="347158" y="375919"/>
                </a:lnTo>
                <a:lnTo>
                  <a:pt x="353601" y="369569"/>
                </a:lnTo>
                <a:lnTo>
                  <a:pt x="359446" y="363219"/>
                </a:lnTo>
                <a:lnTo>
                  <a:pt x="364572" y="355599"/>
                </a:lnTo>
                <a:lnTo>
                  <a:pt x="368861" y="347979"/>
                </a:lnTo>
                <a:lnTo>
                  <a:pt x="370137" y="347979"/>
                </a:lnTo>
                <a:lnTo>
                  <a:pt x="417891" y="336549"/>
                </a:lnTo>
                <a:lnTo>
                  <a:pt x="439501" y="318769"/>
                </a:lnTo>
                <a:lnTo>
                  <a:pt x="380350" y="318769"/>
                </a:lnTo>
                <a:lnTo>
                  <a:pt x="381627" y="314959"/>
                </a:lnTo>
                <a:lnTo>
                  <a:pt x="382904" y="309879"/>
                </a:lnTo>
                <a:lnTo>
                  <a:pt x="383023" y="299719"/>
                </a:lnTo>
                <a:lnTo>
                  <a:pt x="383143" y="293369"/>
                </a:lnTo>
                <a:lnTo>
                  <a:pt x="381946" y="281939"/>
                </a:lnTo>
                <a:lnTo>
                  <a:pt x="379313" y="270509"/>
                </a:lnTo>
                <a:lnTo>
                  <a:pt x="375244" y="259079"/>
                </a:lnTo>
                <a:lnTo>
                  <a:pt x="476020" y="259079"/>
                </a:lnTo>
                <a:lnTo>
                  <a:pt x="463331" y="250189"/>
                </a:lnTo>
                <a:lnTo>
                  <a:pt x="475648" y="243839"/>
                </a:lnTo>
                <a:close/>
              </a:path>
              <a:path w="868045" h="1021079">
                <a:moveTo>
                  <a:pt x="287157" y="359409"/>
                </a:moveTo>
                <a:lnTo>
                  <a:pt x="266531" y="359409"/>
                </a:lnTo>
                <a:lnTo>
                  <a:pt x="278220" y="360679"/>
                </a:lnTo>
                <a:lnTo>
                  <a:pt x="285880" y="360679"/>
                </a:lnTo>
                <a:lnTo>
                  <a:pt x="287157" y="359409"/>
                </a:lnTo>
                <a:close/>
              </a:path>
              <a:path w="868045" h="1021079">
                <a:moveTo>
                  <a:pt x="282050" y="330199"/>
                </a:moveTo>
                <a:lnTo>
                  <a:pt x="252688" y="330199"/>
                </a:lnTo>
                <a:lnTo>
                  <a:pt x="237887" y="332739"/>
                </a:lnTo>
                <a:lnTo>
                  <a:pt x="223326" y="336549"/>
                </a:lnTo>
                <a:lnTo>
                  <a:pt x="291497" y="336549"/>
                </a:lnTo>
                <a:lnTo>
                  <a:pt x="288433" y="332739"/>
                </a:lnTo>
                <a:lnTo>
                  <a:pt x="282050" y="330199"/>
                </a:lnTo>
                <a:close/>
              </a:path>
              <a:path w="868045" h="1021079">
                <a:moveTo>
                  <a:pt x="423756" y="302259"/>
                </a:moveTo>
                <a:lnTo>
                  <a:pt x="380350" y="318769"/>
                </a:lnTo>
                <a:lnTo>
                  <a:pt x="439501" y="318769"/>
                </a:lnTo>
                <a:lnTo>
                  <a:pt x="440352" y="316229"/>
                </a:lnTo>
                <a:lnTo>
                  <a:pt x="439075" y="312419"/>
                </a:lnTo>
                <a:lnTo>
                  <a:pt x="436522" y="309879"/>
                </a:lnTo>
                <a:lnTo>
                  <a:pt x="431415" y="303529"/>
                </a:lnTo>
                <a:lnTo>
                  <a:pt x="423756" y="302259"/>
                </a:lnTo>
                <a:close/>
              </a:path>
              <a:path w="868045" h="1021079">
                <a:moveTo>
                  <a:pt x="233539" y="184149"/>
                </a:moveTo>
                <a:lnTo>
                  <a:pt x="228432" y="185419"/>
                </a:lnTo>
                <a:lnTo>
                  <a:pt x="220772" y="193039"/>
                </a:lnTo>
                <a:lnTo>
                  <a:pt x="219496" y="198119"/>
                </a:lnTo>
                <a:lnTo>
                  <a:pt x="220772" y="204469"/>
                </a:lnTo>
                <a:lnTo>
                  <a:pt x="222049" y="209549"/>
                </a:lnTo>
                <a:lnTo>
                  <a:pt x="225879" y="213359"/>
                </a:lnTo>
                <a:lnTo>
                  <a:pt x="232262" y="214629"/>
                </a:lnTo>
                <a:lnTo>
                  <a:pt x="239443" y="217169"/>
                </a:lnTo>
                <a:lnTo>
                  <a:pt x="245667" y="222249"/>
                </a:lnTo>
                <a:lnTo>
                  <a:pt x="250933" y="227329"/>
                </a:lnTo>
                <a:lnTo>
                  <a:pt x="255241" y="233679"/>
                </a:lnTo>
                <a:lnTo>
                  <a:pt x="255241" y="234949"/>
                </a:lnTo>
                <a:lnTo>
                  <a:pt x="238087" y="243839"/>
                </a:lnTo>
                <a:lnTo>
                  <a:pt x="223326" y="256539"/>
                </a:lnTo>
                <a:lnTo>
                  <a:pt x="211437" y="271779"/>
                </a:lnTo>
                <a:lnTo>
                  <a:pt x="200346" y="293369"/>
                </a:lnTo>
                <a:lnTo>
                  <a:pt x="199070" y="299719"/>
                </a:lnTo>
                <a:lnTo>
                  <a:pt x="199070" y="306069"/>
                </a:lnTo>
                <a:lnTo>
                  <a:pt x="223810" y="306069"/>
                </a:lnTo>
                <a:lnTo>
                  <a:pt x="224024" y="304799"/>
                </a:lnTo>
                <a:lnTo>
                  <a:pt x="225879" y="295909"/>
                </a:lnTo>
                <a:lnTo>
                  <a:pt x="250613" y="265429"/>
                </a:lnTo>
                <a:lnTo>
                  <a:pt x="285880" y="248919"/>
                </a:lnTo>
                <a:lnTo>
                  <a:pt x="301200" y="245109"/>
                </a:lnTo>
                <a:lnTo>
                  <a:pt x="305030" y="243839"/>
                </a:lnTo>
                <a:lnTo>
                  <a:pt x="475648" y="243839"/>
                </a:lnTo>
                <a:lnTo>
                  <a:pt x="478112" y="242569"/>
                </a:lnTo>
                <a:lnTo>
                  <a:pt x="491576" y="232409"/>
                </a:lnTo>
                <a:lnTo>
                  <a:pt x="398024" y="232409"/>
                </a:lnTo>
                <a:lnTo>
                  <a:pt x="348435" y="224789"/>
                </a:lnTo>
                <a:lnTo>
                  <a:pt x="350824" y="222249"/>
                </a:lnTo>
                <a:lnTo>
                  <a:pt x="282050" y="222249"/>
                </a:lnTo>
                <a:lnTo>
                  <a:pt x="274730" y="209549"/>
                </a:lnTo>
                <a:lnTo>
                  <a:pt x="264656" y="199389"/>
                </a:lnTo>
                <a:lnTo>
                  <a:pt x="252429" y="190499"/>
                </a:lnTo>
                <a:lnTo>
                  <a:pt x="238645" y="185419"/>
                </a:lnTo>
                <a:lnTo>
                  <a:pt x="233539" y="184149"/>
                </a:lnTo>
                <a:close/>
              </a:path>
              <a:path w="868045" h="1021079">
                <a:moveTo>
                  <a:pt x="590993" y="255269"/>
                </a:moveTo>
                <a:lnTo>
                  <a:pt x="582057" y="256539"/>
                </a:lnTo>
                <a:lnTo>
                  <a:pt x="576950" y="261619"/>
                </a:lnTo>
                <a:lnTo>
                  <a:pt x="570288" y="266699"/>
                </a:lnTo>
                <a:lnTo>
                  <a:pt x="560035" y="271779"/>
                </a:lnTo>
                <a:lnTo>
                  <a:pt x="546431" y="274319"/>
                </a:lnTo>
                <a:lnTo>
                  <a:pt x="603759" y="274319"/>
                </a:lnTo>
                <a:lnTo>
                  <a:pt x="602483" y="265429"/>
                </a:lnTo>
                <a:lnTo>
                  <a:pt x="597376" y="260349"/>
                </a:lnTo>
                <a:lnTo>
                  <a:pt x="590993" y="255269"/>
                </a:lnTo>
                <a:close/>
              </a:path>
              <a:path w="868045" h="1021079">
                <a:moveTo>
                  <a:pt x="419287" y="260349"/>
                </a:moveTo>
                <a:lnTo>
                  <a:pt x="390563" y="260349"/>
                </a:lnTo>
                <a:lnTo>
                  <a:pt x="398223" y="261619"/>
                </a:lnTo>
                <a:lnTo>
                  <a:pt x="412585" y="261619"/>
                </a:lnTo>
                <a:lnTo>
                  <a:pt x="419287" y="260349"/>
                </a:lnTo>
                <a:close/>
              </a:path>
              <a:path w="868045" h="1021079">
                <a:moveTo>
                  <a:pt x="432692" y="259079"/>
                </a:moveTo>
                <a:lnTo>
                  <a:pt x="375244" y="259079"/>
                </a:lnTo>
                <a:lnTo>
                  <a:pt x="382904" y="260349"/>
                </a:lnTo>
                <a:lnTo>
                  <a:pt x="425990" y="260349"/>
                </a:lnTo>
                <a:lnTo>
                  <a:pt x="432692" y="259079"/>
                </a:lnTo>
                <a:close/>
              </a:path>
              <a:path w="868045" h="1021079">
                <a:moveTo>
                  <a:pt x="501630" y="182879"/>
                </a:moveTo>
                <a:lnTo>
                  <a:pt x="492693" y="185419"/>
                </a:lnTo>
                <a:lnTo>
                  <a:pt x="488863" y="191769"/>
                </a:lnTo>
                <a:lnTo>
                  <a:pt x="467999" y="215899"/>
                </a:lnTo>
                <a:lnTo>
                  <a:pt x="437798" y="229869"/>
                </a:lnTo>
                <a:lnTo>
                  <a:pt x="398024" y="232409"/>
                </a:lnTo>
                <a:lnTo>
                  <a:pt x="491576" y="232409"/>
                </a:lnTo>
                <a:lnTo>
                  <a:pt x="503365" y="220979"/>
                </a:lnTo>
                <a:lnTo>
                  <a:pt x="513119" y="207009"/>
                </a:lnTo>
                <a:lnTo>
                  <a:pt x="516949" y="200659"/>
                </a:lnTo>
                <a:lnTo>
                  <a:pt x="514396" y="191769"/>
                </a:lnTo>
                <a:lnTo>
                  <a:pt x="508013" y="186689"/>
                </a:lnTo>
                <a:lnTo>
                  <a:pt x="501630" y="182879"/>
                </a:lnTo>
                <a:close/>
              </a:path>
              <a:path w="868045" h="1021079">
                <a:moveTo>
                  <a:pt x="357371" y="152399"/>
                </a:moveTo>
                <a:lnTo>
                  <a:pt x="352265" y="152399"/>
                </a:lnTo>
                <a:lnTo>
                  <a:pt x="347158" y="156209"/>
                </a:lnTo>
                <a:lnTo>
                  <a:pt x="342052" y="158749"/>
                </a:lnTo>
                <a:lnTo>
                  <a:pt x="340775" y="165099"/>
                </a:lnTo>
                <a:lnTo>
                  <a:pt x="340775" y="170179"/>
                </a:lnTo>
                <a:lnTo>
                  <a:pt x="338262" y="190499"/>
                </a:lnTo>
                <a:lnTo>
                  <a:pt x="329285" y="203199"/>
                </a:lnTo>
                <a:lnTo>
                  <a:pt x="314564" y="212089"/>
                </a:lnTo>
                <a:lnTo>
                  <a:pt x="294817" y="218439"/>
                </a:lnTo>
                <a:lnTo>
                  <a:pt x="290987" y="219709"/>
                </a:lnTo>
                <a:lnTo>
                  <a:pt x="285880" y="220979"/>
                </a:lnTo>
                <a:lnTo>
                  <a:pt x="282050" y="222249"/>
                </a:lnTo>
                <a:lnTo>
                  <a:pt x="350824" y="222249"/>
                </a:lnTo>
                <a:lnTo>
                  <a:pt x="359186" y="213359"/>
                </a:lnTo>
                <a:lnTo>
                  <a:pt x="366467" y="199389"/>
                </a:lnTo>
                <a:lnTo>
                  <a:pt x="370157" y="182879"/>
                </a:lnTo>
                <a:lnTo>
                  <a:pt x="370137" y="162559"/>
                </a:lnTo>
                <a:lnTo>
                  <a:pt x="367584" y="157479"/>
                </a:lnTo>
                <a:lnTo>
                  <a:pt x="357371" y="152399"/>
                </a:lnTo>
                <a:close/>
              </a:path>
              <a:path w="868045" h="1021079">
                <a:moveTo>
                  <a:pt x="286133" y="130809"/>
                </a:moveTo>
                <a:lnTo>
                  <a:pt x="269284" y="130809"/>
                </a:lnTo>
                <a:lnTo>
                  <a:pt x="276944" y="132079"/>
                </a:lnTo>
                <a:lnTo>
                  <a:pt x="283327" y="133349"/>
                </a:lnTo>
                <a:lnTo>
                  <a:pt x="286133" y="130809"/>
                </a:lnTo>
                <a:close/>
              </a:path>
              <a:path w="868045" h="1021079">
                <a:moveTo>
                  <a:pt x="645182" y="102869"/>
                </a:moveTo>
                <a:lnTo>
                  <a:pt x="344605" y="102869"/>
                </a:lnTo>
                <a:lnTo>
                  <a:pt x="362498" y="104139"/>
                </a:lnTo>
                <a:lnTo>
                  <a:pt x="379552" y="107949"/>
                </a:lnTo>
                <a:lnTo>
                  <a:pt x="395410" y="115569"/>
                </a:lnTo>
                <a:lnTo>
                  <a:pt x="409713" y="125729"/>
                </a:lnTo>
                <a:lnTo>
                  <a:pt x="427785" y="116839"/>
                </a:lnTo>
                <a:lnTo>
                  <a:pt x="447054" y="111759"/>
                </a:lnTo>
                <a:lnTo>
                  <a:pt x="655063" y="111759"/>
                </a:lnTo>
                <a:lnTo>
                  <a:pt x="645182" y="102869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30490" y="4344161"/>
            <a:ext cx="10325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78D3"/>
                </a:solidFill>
                <a:latin typeface="Calibri"/>
                <a:cs typeface="Calibri"/>
              </a:rPr>
              <a:t>Decide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59555" y="3233559"/>
            <a:ext cx="832485" cy="1008380"/>
          </a:xfrm>
          <a:custGeom>
            <a:avLst/>
            <a:gdLst/>
            <a:ahLst/>
            <a:cxnLst/>
            <a:rect l="l" t="t" r="r" b="b"/>
            <a:pathLst>
              <a:path w="832485" h="1008379">
                <a:moveTo>
                  <a:pt x="543839" y="705078"/>
                </a:moveTo>
                <a:lnTo>
                  <a:pt x="487667" y="676973"/>
                </a:lnTo>
                <a:lnTo>
                  <a:pt x="483577" y="663803"/>
                </a:lnTo>
                <a:lnTo>
                  <a:pt x="478891" y="651116"/>
                </a:lnTo>
                <a:lnTo>
                  <a:pt x="474510" y="641210"/>
                </a:lnTo>
                <a:lnTo>
                  <a:pt x="473481" y="638898"/>
                </a:lnTo>
                <a:lnTo>
                  <a:pt x="467245" y="627164"/>
                </a:lnTo>
                <a:lnTo>
                  <a:pt x="487667" y="567131"/>
                </a:lnTo>
                <a:lnTo>
                  <a:pt x="462140" y="541578"/>
                </a:lnTo>
                <a:lnTo>
                  <a:pt x="441706" y="521144"/>
                </a:lnTo>
                <a:lnTo>
                  <a:pt x="381711" y="541578"/>
                </a:lnTo>
                <a:lnTo>
                  <a:pt x="369798" y="535330"/>
                </a:lnTo>
                <a:lnTo>
                  <a:pt x="367665" y="534416"/>
                </a:lnTo>
                <a:lnTo>
                  <a:pt x="367665" y="737006"/>
                </a:lnTo>
                <a:lnTo>
                  <a:pt x="360248" y="774077"/>
                </a:lnTo>
                <a:lnTo>
                  <a:pt x="339902" y="804545"/>
                </a:lnTo>
                <a:lnTo>
                  <a:pt x="309499" y="825207"/>
                </a:lnTo>
                <a:lnTo>
                  <a:pt x="271919" y="832815"/>
                </a:lnTo>
                <a:lnTo>
                  <a:pt x="234340" y="825207"/>
                </a:lnTo>
                <a:lnTo>
                  <a:pt x="203936" y="804545"/>
                </a:lnTo>
                <a:lnTo>
                  <a:pt x="183591" y="774077"/>
                </a:lnTo>
                <a:lnTo>
                  <a:pt x="176174" y="737006"/>
                </a:lnTo>
                <a:lnTo>
                  <a:pt x="183667" y="699947"/>
                </a:lnTo>
                <a:lnTo>
                  <a:pt x="183769" y="699414"/>
                </a:lnTo>
                <a:lnTo>
                  <a:pt x="204419" y="668997"/>
                </a:lnTo>
                <a:lnTo>
                  <a:pt x="234873" y="648639"/>
                </a:lnTo>
                <a:lnTo>
                  <a:pt x="271919" y="641210"/>
                </a:lnTo>
                <a:lnTo>
                  <a:pt x="309499" y="648817"/>
                </a:lnTo>
                <a:lnTo>
                  <a:pt x="339902" y="669467"/>
                </a:lnTo>
                <a:lnTo>
                  <a:pt x="360248" y="699947"/>
                </a:lnTo>
                <a:lnTo>
                  <a:pt x="367665" y="737006"/>
                </a:lnTo>
                <a:lnTo>
                  <a:pt x="367665" y="534416"/>
                </a:lnTo>
                <a:lnTo>
                  <a:pt x="357289" y="529920"/>
                </a:lnTo>
                <a:lnTo>
                  <a:pt x="344551" y="525233"/>
                </a:lnTo>
                <a:lnTo>
                  <a:pt x="331914" y="521144"/>
                </a:lnTo>
                <a:lnTo>
                  <a:pt x="303834" y="464934"/>
                </a:lnTo>
                <a:lnTo>
                  <a:pt x="240004" y="464934"/>
                </a:lnTo>
                <a:lnTo>
                  <a:pt x="211912" y="521144"/>
                </a:lnTo>
                <a:lnTo>
                  <a:pt x="198755" y="525233"/>
                </a:lnTo>
                <a:lnTo>
                  <a:pt x="186067" y="529920"/>
                </a:lnTo>
                <a:lnTo>
                  <a:pt x="173863" y="535330"/>
                </a:lnTo>
                <a:lnTo>
                  <a:pt x="162128" y="541578"/>
                </a:lnTo>
                <a:lnTo>
                  <a:pt x="102133" y="521144"/>
                </a:lnTo>
                <a:lnTo>
                  <a:pt x="57442" y="565848"/>
                </a:lnTo>
                <a:lnTo>
                  <a:pt x="76593" y="625881"/>
                </a:lnTo>
                <a:lnTo>
                  <a:pt x="70358" y="637794"/>
                </a:lnTo>
                <a:lnTo>
                  <a:pt x="64947" y="650316"/>
                </a:lnTo>
                <a:lnTo>
                  <a:pt x="60261" y="663067"/>
                </a:lnTo>
                <a:lnTo>
                  <a:pt x="56172" y="675703"/>
                </a:lnTo>
                <a:lnTo>
                  <a:pt x="0" y="703795"/>
                </a:lnTo>
                <a:lnTo>
                  <a:pt x="0" y="767664"/>
                </a:lnTo>
                <a:lnTo>
                  <a:pt x="56172" y="795769"/>
                </a:lnTo>
                <a:lnTo>
                  <a:pt x="60261" y="808939"/>
                </a:lnTo>
                <a:lnTo>
                  <a:pt x="64947" y="821639"/>
                </a:lnTo>
                <a:lnTo>
                  <a:pt x="70358" y="833843"/>
                </a:lnTo>
                <a:lnTo>
                  <a:pt x="76593" y="845578"/>
                </a:lnTo>
                <a:lnTo>
                  <a:pt x="57442" y="905611"/>
                </a:lnTo>
                <a:lnTo>
                  <a:pt x="102133" y="950328"/>
                </a:lnTo>
                <a:lnTo>
                  <a:pt x="162128" y="931164"/>
                </a:lnTo>
                <a:lnTo>
                  <a:pt x="173863" y="937412"/>
                </a:lnTo>
                <a:lnTo>
                  <a:pt x="186067" y="942822"/>
                </a:lnTo>
                <a:lnTo>
                  <a:pt x="198755" y="947508"/>
                </a:lnTo>
                <a:lnTo>
                  <a:pt x="211912" y="951598"/>
                </a:lnTo>
                <a:lnTo>
                  <a:pt x="240004" y="1007808"/>
                </a:lnTo>
                <a:lnTo>
                  <a:pt x="303834" y="1007808"/>
                </a:lnTo>
                <a:lnTo>
                  <a:pt x="331914" y="951598"/>
                </a:lnTo>
                <a:lnTo>
                  <a:pt x="345084" y="947508"/>
                </a:lnTo>
                <a:lnTo>
                  <a:pt x="357771" y="942822"/>
                </a:lnTo>
                <a:lnTo>
                  <a:pt x="369976" y="937412"/>
                </a:lnTo>
                <a:lnTo>
                  <a:pt x="381711" y="931164"/>
                </a:lnTo>
                <a:lnTo>
                  <a:pt x="441706" y="951598"/>
                </a:lnTo>
                <a:lnTo>
                  <a:pt x="461568" y="931164"/>
                </a:lnTo>
                <a:lnTo>
                  <a:pt x="486397" y="905611"/>
                </a:lnTo>
                <a:lnTo>
                  <a:pt x="467245" y="846861"/>
                </a:lnTo>
                <a:lnTo>
                  <a:pt x="473481" y="835126"/>
                </a:lnTo>
                <a:lnTo>
                  <a:pt x="474510" y="832815"/>
                </a:lnTo>
                <a:lnTo>
                  <a:pt x="478891" y="822909"/>
                </a:lnTo>
                <a:lnTo>
                  <a:pt x="483577" y="810221"/>
                </a:lnTo>
                <a:lnTo>
                  <a:pt x="487667" y="797039"/>
                </a:lnTo>
                <a:lnTo>
                  <a:pt x="543839" y="768946"/>
                </a:lnTo>
                <a:lnTo>
                  <a:pt x="543839" y="705078"/>
                </a:lnTo>
                <a:close/>
              </a:path>
              <a:path w="832485" h="1008379">
                <a:moveTo>
                  <a:pt x="832358" y="240131"/>
                </a:moveTo>
                <a:lnTo>
                  <a:pt x="776185" y="212026"/>
                </a:lnTo>
                <a:lnTo>
                  <a:pt x="772096" y="198856"/>
                </a:lnTo>
                <a:lnTo>
                  <a:pt x="767410" y="186169"/>
                </a:lnTo>
                <a:lnTo>
                  <a:pt x="763028" y="176263"/>
                </a:lnTo>
                <a:lnTo>
                  <a:pt x="762000" y="173951"/>
                </a:lnTo>
                <a:lnTo>
                  <a:pt x="755764" y="162217"/>
                </a:lnTo>
                <a:lnTo>
                  <a:pt x="776185" y="102184"/>
                </a:lnTo>
                <a:lnTo>
                  <a:pt x="750646" y="76631"/>
                </a:lnTo>
                <a:lnTo>
                  <a:pt x="730224" y="56197"/>
                </a:lnTo>
                <a:lnTo>
                  <a:pt x="670229" y="76631"/>
                </a:lnTo>
                <a:lnTo>
                  <a:pt x="658495" y="70383"/>
                </a:lnTo>
                <a:lnTo>
                  <a:pt x="656183" y="69367"/>
                </a:lnTo>
                <a:lnTo>
                  <a:pt x="656183" y="272059"/>
                </a:lnTo>
                <a:lnTo>
                  <a:pt x="648576" y="309130"/>
                </a:lnTo>
                <a:lnTo>
                  <a:pt x="627938" y="339598"/>
                </a:lnTo>
                <a:lnTo>
                  <a:pt x="597471" y="360260"/>
                </a:lnTo>
                <a:lnTo>
                  <a:pt x="560438" y="367868"/>
                </a:lnTo>
                <a:lnTo>
                  <a:pt x="522859" y="360260"/>
                </a:lnTo>
                <a:lnTo>
                  <a:pt x="492455" y="339598"/>
                </a:lnTo>
                <a:lnTo>
                  <a:pt x="472109" y="309130"/>
                </a:lnTo>
                <a:lnTo>
                  <a:pt x="464693" y="272059"/>
                </a:lnTo>
                <a:lnTo>
                  <a:pt x="472287" y="235000"/>
                </a:lnTo>
                <a:lnTo>
                  <a:pt x="492937" y="204520"/>
                </a:lnTo>
                <a:lnTo>
                  <a:pt x="523392" y="183870"/>
                </a:lnTo>
                <a:lnTo>
                  <a:pt x="560438" y="176263"/>
                </a:lnTo>
                <a:lnTo>
                  <a:pt x="598017" y="183870"/>
                </a:lnTo>
                <a:lnTo>
                  <a:pt x="628421" y="204520"/>
                </a:lnTo>
                <a:lnTo>
                  <a:pt x="648766" y="235000"/>
                </a:lnTo>
                <a:lnTo>
                  <a:pt x="656183" y="272059"/>
                </a:lnTo>
                <a:lnTo>
                  <a:pt x="656183" y="69367"/>
                </a:lnTo>
                <a:lnTo>
                  <a:pt x="646290" y="64973"/>
                </a:lnTo>
                <a:lnTo>
                  <a:pt x="633603" y="60286"/>
                </a:lnTo>
                <a:lnTo>
                  <a:pt x="620433" y="56197"/>
                </a:lnTo>
                <a:lnTo>
                  <a:pt x="592353" y="0"/>
                </a:lnTo>
                <a:lnTo>
                  <a:pt x="528523" y="0"/>
                </a:lnTo>
                <a:lnTo>
                  <a:pt x="500430" y="56197"/>
                </a:lnTo>
                <a:lnTo>
                  <a:pt x="487273" y="60286"/>
                </a:lnTo>
                <a:lnTo>
                  <a:pt x="474586" y="64973"/>
                </a:lnTo>
                <a:lnTo>
                  <a:pt x="462368" y="70383"/>
                </a:lnTo>
                <a:lnTo>
                  <a:pt x="450646" y="76631"/>
                </a:lnTo>
                <a:lnTo>
                  <a:pt x="390639" y="56197"/>
                </a:lnTo>
                <a:lnTo>
                  <a:pt x="344690" y="102184"/>
                </a:lnTo>
                <a:lnTo>
                  <a:pt x="365112" y="162217"/>
                </a:lnTo>
                <a:lnTo>
                  <a:pt x="358863" y="173951"/>
                </a:lnTo>
                <a:lnTo>
                  <a:pt x="353466" y="186169"/>
                </a:lnTo>
                <a:lnTo>
                  <a:pt x="348780" y="198856"/>
                </a:lnTo>
                <a:lnTo>
                  <a:pt x="344690" y="212026"/>
                </a:lnTo>
                <a:lnTo>
                  <a:pt x="288518" y="240131"/>
                </a:lnTo>
                <a:lnTo>
                  <a:pt x="288518" y="303999"/>
                </a:lnTo>
                <a:lnTo>
                  <a:pt x="344690" y="332092"/>
                </a:lnTo>
                <a:lnTo>
                  <a:pt x="348780" y="345274"/>
                </a:lnTo>
                <a:lnTo>
                  <a:pt x="353466" y="357962"/>
                </a:lnTo>
                <a:lnTo>
                  <a:pt x="358787" y="370001"/>
                </a:lnTo>
                <a:lnTo>
                  <a:pt x="358863" y="370179"/>
                </a:lnTo>
                <a:lnTo>
                  <a:pt x="365112" y="381914"/>
                </a:lnTo>
                <a:lnTo>
                  <a:pt x="344690" y="441947"/>
                </a:lnTo>
                <a:lnTo>
                  <a:pt x="389369" y="486651"/>
                </a:lnTo>
                <a:lnTo>
                  <a:pt x="449364" y="466217"/>
                </a:lnTo>
                <a:lnTo>
                  <a:pt x="461098" y="472465"/>
                </a:lnTo>
                <a:lnTo>
                  <a:pt x="473303" y="477875"/>
                </a:lnTo>
                <a:lnTo>
                  <a:pt x="485990" y="482561"/>
                </a:lnTo>
                <a:lnTo>
                  <a:pt x="499160" y="486651"/>
                </a:lnTo>
                <a:lnTo>
                  <a:pt x="527240" y="542861"/>
                </a:lnTo>
                <a:lnTo>
                  <a:pt x="591070" y="542861"/>
                </a:lnTo>
                <a:lnTo>
                  <a:pt x="619163" y="486651"/>
                </a:lnTo>
                <a:lnTo>
                  <a:pt x="632320" y="482561"/>
                </a:lnTo>
                <a:lnTo>
                  <a:pt x="645007" y="477875"/>
                </a:lnTo>
                <a:lnTo>
                  <a:pt x="657225" y="472465"/>
                </a:lnTo>
                <a:lnTo>
                  <a:pt x="668947" y="466217"/>
                </a:lnTo>
                <a:lnTo>
                  <a:pt x="728954" y="486651"/>
                </a:lnTo>
                <a:lnTo>
                  <a:pt x="749960" y="466217"/>
                </a:lnTo>
                <a:lnTo>
                  <a:pt x="774903" y="441947"/>
                </a:lnTo>
                <a:lnTo>
                  <a:pt x="754481" y="381914"/>
                </a:lnTo>
                <a:lnTo>
                  <a:pt x="760831" y="370179"/>
                </a:lnTo>
                <a:lnTo>
                  <a:pt x="761923" y="367868"/>
                </a:lnTo>
                <a:lnTo>
                  <a:pt x="766775" y="357479"/>
                </a:lnTo>
                <a:lnTo>
                  <a:pt x="771893" y="344728"/>
                </a:lnTo>
                <a:lnTo>
                  <a:pt x="776185" y="332092"/>
                </a:lnTo>
                <a:lnTo>
                  <a:pt x="832358" y="303999"/>
                </a:lnTo>
                <a:lnTo>
                  <a:pt x="832358" y="240131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17645" y="4337380"/>
            <a:ext cx="513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0078D3"/>
                </a:solidFill>
                <a:latin typeface="Calibri"/>
                <a:cs typeface="Calibri"/>
              </a:rPr>
              <a:t>Act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29812" y="4702864"/>
            <a:ext cx="76835" cy="1019810"/>
          </a:xfrm>
          <a:custGeom>
            <a:avLst/>
            <a:gdLst/>
            <a:ahLst/>
            <a:cxnLst/>
            <a:rect l="l" t="t" r="r" b="b"/>
            <a:pathLst>
              <a:path w="76835" h="1019810">
                <a:moveTo>
                  <a:pt x="76597" y="0"/>
                </a:moveTo>
                <a:lnTo>
                  <a:pt x="0" y="0"/>
                </a:lnTo>
                <a:lnTo>
                  <a:pt x="0" y="1019305"/>
                </a:lnTo>
                <a:lnTo>
                  <a:pt x="76597" y="1019305"/>
                </a:lnTo>
                <a:lnTo>
                  <a:pt x="76597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57474" y="4700309"/>
            <a:ext cx="587375" cy="1022350"/>
          </a:xfrm>
          <a:custGeom>
            <a:avLst/>
            <a:gdLst/>
            <a:ahLst/>
            <a:cxnLst/>
            <a:rect l="l" t="t" r="r" b="b"/>
            <a:pathLst>
              <a:path w="587375" h="1022350">
                <a:moveTo>
                  <a:pt x="536181" y="0"/>
                </a:moveTo>
                <a:lnTo>
                  <a:pt x="0" y="2554"/>
                </a:lnTo>
                <a:lnTo>
                  <a:pt x="0" y="1021860"/>
                </a:lnTo>
                <a:lnTo>
                  <a:pt x="536182" y="1021860"/>
                </a:lnTo>
                <a:lnTo>
                  <a:pt x="556009" y="1017829"/>
                </a:lnTo>
                <a:lnTo>
                  <a:pt x="572246" y="1006852"/>
                </a:lnTo>
                <a:lnTo>
                  <a:pt x="583217" y="990606"/>
                </a:lnTo>
                <a:lnTo>
                  <a:pt x="587247" y="970767"/>
                </a:lnTo>
                <a:lnTo>
                  <a:pt x="587246" y="510930"/>
                </a:lnTo>
                <a:lnTo>
                  <a:pt x="197876" y="510930"/>
                </a:lnTo>
                <a:lnTo>
                  <a:pt x="197876" y="459837"/>
                </a:lnTo>
                <a:lnTo>
                  <a:pt x="587246" y="459837"/>
                </a:lnTo>
                <a:lnTo>
                  <a:pt x="587246" y="383197"/>
                </a:lnTo>
                <a:lnTo>
                  <a:pt x="114896" y="383197"/>
                </a:lnTo>
                <a:lnTo>
                  <a:pt x="114896" y="306558"/>
                </a:lnTo>
                <a:lnTo>
                  <a:pt x="587246" y="306558"/>
                </a:lnTo>
                <a:lnTo>
                  <a:pt x="587246" y="51093"/>
                </a:lnTo>
                <a:lnTo>
                  <a:pt x="583217" y="31254"/>
                </a:lnTo>
                <a:lnTo>
                  <a:pt x="572246" y="15008"/>
                </a:lnTo>
                <a:lnTo>
                  <a:pt x="556009" y="4031"/>
                </a:lnTo>
                <a:lnTo>
                  <a:pt x="536181" y="0"/>
                </a:lnTo>
                <a:close/>
              </a:path>
              <a:path w="587375" h="1022350">
                <a:moveTo>
                  <a:pt x="587246" y="459837"/>
                </a:moveTo>
                <a:lnTo>
                  <a:pt x="395753" y="459837"/>
                </a:lnTo>
                <a:lnTo>
                  <a:pt x="395753" y="510930"/>
                </a:lnTo>
                <a:lnTo>
                  <a:pt x="587246" y="510930"/>
                </a:lnTo>
                <a:lnTo>
                  <a:pt x="587246" y="459837"/>
                </a:lnTo>
                <a:close/>
              </a:path>
              <a:path w="587375" h="1022350">
                <a:moveTo>
                  <a:pt x="587246" y="306558"/>
                </a:moveTo>
                <a:lnTo>
                  <a:pt x="472350" y="306558"/>
                </a:lnTo>
                <a:lnTo>
                  <a:pt x="472350" y="383197"/>
                </a:lnTo>
                <a:lnTo>
                  <a:pt x="587246" y="383197"/>
                </a:lnTo>
                <a:lnTo>
                  <a:pt x="587246" y="306558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655055" y="5840069"/>
            <a:ext cx="8470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78D3"/>
                </a:solidFill>
                <a:latin typeface="Calibri"/>
                <a:cs typeface="Calibri"/>
              </a:rPr>
              <a:t>Learn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85406" y="2165095"/>
            <a:ext cx="1252220" cy="876935"/>
            <a:chOff x="7185406" y="2165095"/>
            <a:chExt cx="1252220" cy="876935"/>
          </a:xfrm>
        </p:grpSpPr>
        <p:sp>
          <p:nvSpPr>
            <p:cNvPr id="15" name="object 15"/>
            <p:cNvSpPr/>
            <p:nvPr/>
          </p:nvSpPr>
          <p:spPr>
            <a:xfrm>
              <a:off x="7191756" y="2171445"/>
              <a:ext cx="1239520" cy="864235"/>
            </a:xfrm>
            <a:custGeom>
              <a:avLst/>
              <a:gdLst/>
              <a:ahLst/>
              <a:cxnLst/>
              <a:rect l="l" t="t" r="r" b="b"/>
              <a:pathLst>
                <a:path w="1239520" h="864235">
                  <a:moveTo>
                    <a:pt x="753618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753618" y="215900"/>
                  </a:lnTo>
                  <a:lnTo>
                    <a:pt x="796656" y="221686"/>
                  </a:lnTo>
                  <a:lnTo>
                    <a:pt x="835335" y="238016"/>
                  </a:lnTo>
                  <a:lnTo>
                    <a:pt x="868108" y="263350"/>
                  </a:lnTo>
                  <a:lnTo>
                    <a:pt x="893430" y="296145"/>
                  </a:lnTo>
                  <a:lnTo>
                    <a:pt x="909757" y="334859"/>
                  </a:lnTo>
                  <a:lnTo>
                    <a:pt x="915543" y="377951"/>
                  </a:lnTo>
                  <a:lnTo>
                    <a:pt x="915543" y="647826"/>
                  </a:lnTo>
                  <a:lnTo>
                    <a:pt x="807593" y="647826"/>
                  </a:lnTo>
                  <a:lnTo>
                    <a:pt x="1023620" y="863726"/>
                  </a:lnTo>
                  <a:lnTo>
                    <a:pt x="1239520" y="647826"/>
                  </a:lnTo>
                  <a:lnTo>
                    <a:pt x="1131570" y="647826"/>
                  </a:lnTo>
                  <a:lnTo>
                    <a:pt x="1131570" y="377951"/>
                  </a:lnTo>
                  <a:lnTo>
                    <a:pt x="1128623" y="330532"/>
                  </a:lnTo>
                  <a:lnTo>
                    <a:pt x="1120022" y="284873"/>
                  </a:lnTo>
                  <a:lnTo>
                    <a:pt x="1106120" y="241328"/>
                  </a:lnTo>
                  <a:lnTo>
                    <a:pt x="1087272" y="200252"/>
                  </a:lnTo>
                  <a:lnTo>
                    <a:pt x="1063832" y="161997"/>
                  </a:lnTo>
                  <a:lnTo>
                    <a:pt x="1036157" y="126918"/>
                  </a:lnTo>
                  <a:lnTo>
                    <a:pt x="1004600" y="95368"/>
                  </a:lnTo>
                  <a:lnTo>
                    <a:pt x="969516" y="67702"/>
                  </a:lnTo>
                  <a:lnTo>
                    <a:pt x="931261" y="44272"/>
                  </a:lnTo>
                  <a:lnTo>
                    <a:pt x="890189" y="25434"/>
                  </a:lnTo>
                  <a:lnTo>
                    <a:pt x="846654" y="11539"/>
                  </a:lnTo>
                  <a:lnTo>
                    <a:pt x="801012" y="2943"/>
                  </a:lnTo>
                  <a:lnTo>
                    <a:pt x="753618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91756" y="2171445"/>
              <a:ext cx="1239520" cy="864235"/>
            </a:xfrm>
            <a:custGeom>
              <a:avLst/>
              <a:gdLst/>
              <a:ahLst/>
              <a:cxnLst/>
              <a:rect l="l" t="t" r="r" b="b"/>
              <a:pathLst>
                <a:path w="1239520" h="864235">
                  <a:moveTo>
                    <a:pt x="0" y="0"/>
                  </a:moveTo>
                  <a:lnTo>
                    <a:pt x="753618" y="0"/>
                  </a:lnTo>
                  <a:lnTo>
                    <a:pt x="801012" y="2943"/>
                  </a:lnTo>
                  <a:lnTo>
                    <a:pt x="846654" y="11539"/>
                  </a:lnTo>
                  <a:lnTo>
                    <a:pt x="890189" y="25434"/>
                  </a:lnTo>
                  <a:lnTo>
                    <a:pt x="931261" y="44272"/>
                  </a:lnTo>
                  <a:lnTo>
                    <a:pt x="969516" y="67702"/>
                  </a:lnTo>
                  <a:lnTo>
                    <a:pt x="1004600" y="95368"/>
                  </a:lnTo>
                  <a:lnTo>
                    <a:pt x="1036157" y="126918"/>
                  </a:lnTo>
                  <a:lnTo>
                    <a:pt x="1063832" y="161997"/>
                  </a:lnTo>
                  <a:lnTo>
                    <a:pt x="1087272" y="200252"/>
                  </a:lnTo>
                  <a:lnTo>
                    <a:pt x="1106120" y="241328"/>
                  </a:lnTo>
                  <a:lnTo>
                    <a:pt x="1120022" y="284873"/>
                  </a:lnTo>
                  <a:lnTo>
                    <a:pt x="1128623" y="330532"/>
                  </a:lnTo>
                  <a:lnTo>
                    <a:pt x="1131570" y="377951"/>
                  </a:lnTo>
                  <a:lnTo>
                    <a:pt x="1131570" y="647826"/>
                  </a:lnTo>
                  <a:lnTo>
                    <a:pt x="1239520" y="647826"/>
                  </a:lnTo>
                  <a:lnTo>
                    <a:pt x="1023620" y="863726"/>
                  </a:lnTo>
                  <a:lnTo>
                    <a:pt x="807593" y="647826"/>
                  </a:lnTo>
                  <a:lnTo>
                    <a:pt x="915543" y="647826"/>
                  </a:lnTo>
                  <a:lnTo>
                    <a:pt x="915543" y="377951"/>
                  </a:lnTo>
                  <a:lnTo>
                    <a:pt x="909757" y="334859"/>
                  </a:lnTo>
                  <a:lnTo>
                    <a:pt x="893430" y="296145"/>
                  </a:lnTo>
                  <a:lnTo>
                    <a:pt x="868108" y="263350"/>
                  </a:lnTo>
                  <a:lnTo>
                    <a:pt x="835335" y="238016"/>
                  </a:lnTo>
                  <a:lnTo>
                    <a:pt x="796656" y="221686"/>
                  </a:lnTo>
                  <a:lnTo>
                    <a:pt x="753618" y="215900"/>
                  </a:lnTo>
                  <a:lnTo>
                    <a:pt x="0" y="2159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017766" y="4870196"/>
            <a:ext cx="1252220" cy="876935"/>
            <a:chOff x="7017766" y="4870196"/>
            <a:chExt cx="1252220" cy="876935"/>
          </a:xfrm>
        </p:grpSpPr>
        <p:sp>
          <p:nvSpPr>
            <p:cNvPr id="18" name="object 18"/>
            <p:cNvSpPr/>
            <p:nvPr/>
          </p:nvSpPr>
          <p:spPr>
            <a:xfrm>
              <a:off x="7024116" y="4876546"/>
              <a:ext cx="1239520" cy="864235"/>
            </a:xfrm>
            <a:custGeom>
              <a:avLst/>
              <a:gdLst/>
              <a:ahLst/>
              <a:cxnLst/>
              <a:rect l="l" t="t" r="r" b="b"/>
              <a:pathLst>
                <a:path w="1239520" h="864235">
                  <a:moveTo>
                    <a:pt x="1239519" y="0"/>
                  </a:moveTo>
                  <a:lnTo>
                    <a:pt x="1023492" y="0"/>
                  </a:lnTo>
                  <a:lnTo>
                    <a:pt x="1023619" y="377951"/>
                  </a:lnTo>
                  <a:lnTo>
                    <a:pt x="1017833" y="420990"/>
                  </a:lnTo>
                  <a:lnTo>
                    <a:pt x="1001503" y="459669"/>
                  </a:lnTo>
                  <a:lnTo>
                    <a:pt x="976169" y="492442"/>
                  </a:lnTo>
                  <a:lnTo>
                    <a:pt x="943374" y="517764"/>
                  </a:lnTo>
                  <a:lnTo>
                    <a:pt x="904660" y="534091"/>
                  </a:lnTo>
                  <a:lnTo>
                    <a:pt x="861567" y="539876"/>
                  </a:lnTo>
                  <a:lnTo>
                    <a:pt x="215900" y="539876"/>
                  </a:lnTo>
                  <a:lnTo>
                    <a:pt x="215900" y="431926"/>
                  </a:lnTo>
                  <a:lnTo>
                    <a:pt x="0" y="647953"/>
                  </a:lnTo>
                  <a:lnTo>
                    <a:pt x="215900" y="863853"/>
                  </a:lnTo>
                  <a:lnTo>
                    <a:pt x="215900" y="755878"/>
                  </a:lnTo>
                  <a:lnTo>
                    <a:pt x="861567" y="755878"/>
                  </a:lnTo>
                  <a:lnTo>
                    <a:pt x="908987" y="752935"/>
                  </a:lnTo>
                  <a:lnTo>
                    <a:pt x="954646" y="744340"/>
                  </a:lnTo>
                  <a:lnTo>
                    <a:pt x="998191" y="730447"/>
                  </a:lnTo>
                  <a:lnTo>
                    <a:pt x="1039267" y="711611"/>
                  </a:lnTo>
                  <a:lnTo>
                    <a:pt x="1077522" y="688184"/>
                  </a:lnTo>
                  <a:lnTo>
                    <a:pt x="1112601" y="660520"/>
                  </a:lnTo>
                  <a:lnTo>
                    <a:pt x="1144151" y="628974"/>
                  </a:lnTo>
                  <a:lnTo>
                    <a:pt x="1171817" y="593897"/>
                  </a:lnTo>
                  <a:lnTo>
                    <a:pt x="1195247" y="555645"/>
                  </a:lnTo>
                  <a:lnTo>
                    <a:pt x="1214085" y="514571"/>
                  </a:lnTo>
                  <a:lnTo>
                    <a:pt x="1227980" y="471028"/>
                  </a:lnTo>
                  <a:lnTo>
                    <a:pt x="1236576" y="425371"/>
                  </a:lnTo>
                  <a:lnTo>
                    <a:pt x="1239519" y="377951"/>
                  </a:lnTo>
                  <a:lnTo>
                    <a:pt x="1239519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24116" y="4876546"/>
              <a:ext cx="1239520" cy="864235"/>
            </a:xfrm>
            <a:custGeom>
              <a:avLst/>
              <a:gdLst/>
              <a:ahLst/>
              <a:cxnLst/>
              <a:rect l="l" t="t" r="r" b="b"/>
              <a:pathLst>
                <a:path w="1239520" h="864235">
                  <a:moveTo>
                    <a:pt x="1239519" y="0"/>
                  </a:moveTo>
                  <a:lnTo>
                    <a:pt x="1239519" y="377951"/>
                  </a:lnTo>
                  <a:lnTo>
                    <a:pt x="1236576" y="425371"/>
                  </a:lnTo>
                  <a:lnTo>
                    <a:pt x="1227980" y="471028"/>
                  </a:lnTo>
                  <a:lnTo>
                    <a:pt x="1214085" y="514571"/>
                  </a:lnTo>
                  <a:lnTo>
                    <a:pt x="1195247" y="555645"/>
                  </a:lnTo>
                  <a:lnTo>
                    <a:pt x="1171817" y="593897"/>
                  </a:lnTo>
                  <a:lnTo>
                    <a:pt x="1144151" y="628974"/>
                  </a:lnTo>
                  <a:lnTo>
                    <a:pt x="1112601" y="660520"/>
                  </a:lnTo>
                  <a:lnTo>
                    <a:pt x="1077522" y="688184"/>
                  </a:lnTo>
                  <a:lnTo>
                    <a:pt x="1039267" y="711611"/>
                  </a:lnTo>
                  <a:lnTo>
                    <a:pt x="998191" y="730447"/>
                  </a:lnTo>
                  <a:lnTo>
                    <a:pt x="954646" y="744340"/>
                  </a:lnTo>
                  <a:lnTo>
                    <a:pt x="908987" y="752935"/>
                  </a:lnTo>
                  <a:lnTo>
                    <a:pt x="861567" y="755878"/>
                  </a:lnTo>
                  <a:lnTo>
                    <a:pt x="215900" y="755878"/>
                  </a:lnTo>
                  <a:lnTo>
                    <a:pt x="215900" y="863853"/>
                  </a:lnTo>
                  <a:lnTo>
                    <a:pt x="0" y="647953"/>
                  </a:lnTo>
                  <a:lnTo>
                    <a:pt x="215900" y="431926"/>
                  </a:lnTo>
                  <a:lnTo>
                    <a:pt x="215900" y="539876"/>
                  </a:lnTo>
                  <a:lnTo>
                    <a:pt x="861567" y="539876"/>
                  </a:lnTo>
                  <a:lnTo>
                    <a:pt x="904660" y="534091"/>
                  </a:lnTo>
                  <a:lnTo>
                    <a:pt x="943374" y="517764"/>
                  </a:lnTo>
                  <a:lnTo>
                    <a:pt x="976169" y="492442"/>
                  </a:lnTo>
                  <a:lnTo>
                    <a:pt x="1001503" y="459669"/>
                  </a:lnTo>
                  <a:lnTo>
                    <a:pt x="1017833" y="420990"/>
                  </a:lnTo>
                  <a:lnTo>
                    <a:pt x="1023619" y="377951"/>
                  </a:lnTo>
                  <a:lnTo>
                    <a:pt x="1023492" y="0"/>
                  </a:lnTo>
                  <a:lnTo>
                    <a:pt x="1239519" y="0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031107" y="4832096"/>
            <a:ext cx="1252220" cy="804545"/>
            <a:chOff x="4031107" y="4832096"/>
            <a:chExt cx="1252220" cy="804545"/>
          </a:xfrm>
        </p:grpSpPr>
        <p:sp>
          <p:nvSpPr>
            <p:cNvPr id="21" name="object 21"/>
            <p:cNvSpPr/>
            <p:nvPr/>
          </p:nvSpPr>
          <p:spPr>
            <a:xfrm>
              <a:off x="4037457" y="4838446"/>
              <a:ext cx="1239520" cy="791845"/>
            </a:xfrm>
            <a:custGeom>
              <a:avLst/>
              <a:gdLst/>
              <a:ahLst/>
              <a:cxnLst/>
              <a:rect l="l" t="t" r="r" b="b"/>
              <a:pathLst>
                <a:path w="1239520" h="791845">
                  <a:moveTo>
                    <a:pt x="197992" y="0"/>
                  </a:moveTo>
                  <a:lnTo>
                    <a:pt x="0" y="197992"/>
                  </a:lnTo>
                  <a:lnTo>
                    <a:pt x="99059" y="197992"/>
                  </a:lnTo>
                  <a:lnTo>
                    <a:pt x="99059" y="445388"/>
                  </a:lnTo>
                  <a:lnTo>
                    <a:pt x="102221" y="492382"/>
                  </a:lnTo>
                  <a:lnTo>
                    <a:pt x="111431" y="537456"/>
                  </a:lnTo>
                  <a:lnTo>
                    <a:pt x="126277" y="580197"/>
                  </a:lnTo>
                  <a:lnTo>
                    <a:pt x="146346" y="620193"/>
                  </a:lnTo>
                  <a:lnTo>
                    <a:pt x="171225" y="657030"/>
                  </a:lnTo>
                  <a:lnTo>
                    <a:pt x="200501" y="690295"/>
                  </a:lnTo>
                  <a:lnTo>
                    <a:pt x="233762" y="719576"/>
                  </a:lnTo>
                  <a:lnTo>
                    <a:pt x="270594" y="744459"/>
                  </a:lnTo>
                  <a:lnTo>
                    <a:pt x="310586" y="764532"/>
                  </a:lnTo>
                  <a:lnTo>
                    <a:pt x="353324" y="779381"/>
                  </a:lnTo>
                  <a:lnTo>
                    <a:pt x="398396" y="788593"/>
                  </a:lnTo>
                  <a:lnTo>
                    <a:pt x="445388" y="791756"/>
                  </a:lnTo>
                  <a:lnTo>
                    <a:pt x="1239519" y="791756"/>
                  </a:lnTo>
                  <a:lnTo>
                    <a:pt x="1239519" y="593851"/>
                  </a:lnTo>
                  <a:lnTo>
                    <a:pt x="445388" y="593851"/>
                  </a:lnTo>
                  <a:lnTo>
                    <a:pt x="398444" y="586287"/>
                  </a:lnTo>
                  <a:lnTo>
                    <a:pt x="357687" y="565221"/>
                  </a:lnTo>
                  <a:lnTo>
                    <a:pt x="325556" y="533090"/>
                  </a:lnTo>
                  <a:lnTo>
                    <a:pt x="304490" y="492333"/>
                  </a:lnTo>
                  <a:lnTo>
                    <a:pt x="296925" y="445388"/>
                  </a:lnTo>
                  <a:lnTo>
                    <a:pt x="296925" y="197992"/>
                  </a:lnTo>
                  <a:lnTo>
                    <a:pt x="395858" y="197992"/>
                  </a:lnTo>
                  <a:lnTo>
                    <a:pt x="197992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37457" y="4838446"/>
              <a:ext cx="1239520" cy="791845"/>
            </a:xfrm>
            <a:custGeom>
              <a:avLst/>
              <a:gdLst/>
              <a:ahLst/>
              <a:cxnLst/>
              <a:rect l="l" t="t" r="r" b="b"/>
              <a:pathLst>
                <a:path w="1239520" h="791845">
                  <a:moveTo>
                    <a:pt x="1239519" y="791756"/>
                  </a:moveTo>
                  <a:lnTo>
                    <a:pt x="445388" y="791756"/>
                  </a:lnTo>
                  <a:lnTo>
                    <a:pt x="398396" y="788593"/>
                  </a:lnTo>
                  <a:lnTo>
                    <a:pt x="353324" y="779381"/>
                  </a:lnTo>
                  <a:lnTo>
                    <a:pt x="310586" y="764532"/>
                  </a:lnTo>
                  <a:lnTo>
                    <a:pt x="270594" y="744459"/>
                  </a:lnTo>
                  <a:lnTo>
                    <a:pt x="233762" y="719576"/>
                  </a:lnTo>
                  <a:lnTo>
                    <a:pt x="200501" y="690295"/>
                  </a:lnTo>
                  <a:lnTo>
                    <a:pt x="171225" y="657030"/>
                  </a:lnTo>
                  <a:lnTo>
                    <a:pt x="146346" y="620193"/>
                  </a:lnTo>
                  <a:lnTo>
                    <a:pt x="126277" y="580197"/>
                  </a:lnTo>
                  <a:lnTo>
                    <a:pt x="111431" y="537456"/>
                  </a:lnTo>
                  <a:lnTo>
                    <a:pt x="102221" y="492382"/>
                  </a:lnTo>
                  <a:lnTo>
                    <a:pt x="99059" y="445388"/>
                  </a:lnTo>
                  <a:lnTo>
                    <a:pt x="99059" y="197992"/>
                  </a:lnTo>
                  <a:lnTo>
                    <a:pt x="0" y="197992"/>
                  </a:lnTo>
                  <a:lnTo>
                    <a:pt x="197992" y="0"/>
                  </a:lnTo>
                  <a:lnTo>
                    <a:pt x="395858" y="197992"/>
                  </a:lnTo>
                  <a:lnTo>
                    <a:pt x="296925" y="197992"/>
                  </a:lnTo>
                  <a:lnTo>
                    <a:pt x="296925" y="445388"/>
                  </a:lnTo>
                  <a:lnTo>
                    <a:pt x="304490" y="492333"/>
                  </a:lnTo>
                  <a:lnTo>
                    <a:pt x="325556" y="533090"/>
                  </a:lnTo>
                  <a:lnTo>
                    <a:pt x="357687" y="565221"/>
                  </a:lnTo>
                  <a:lnTo>
                    <a:pt x="398444" y="586287"/>
                  </a:lnTo>
                  <a:lnTo>
                    <a:pt x="445388" y="593851"/>
                  </a:lnTo>
                  <a:lnTo>
                    <a:pt x="1239519" y="593851"/>
                  </a:lnTo>
                  <a:lnTo>
                    <a:pt x="1239519" y="791756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267327" y="2013204"/>
            <a:ext cx="1204595" cy="854710"/>
            <a:chOff x="4267327" y="2013204"/>
            <a:chExt cx="1204595" cy="854710"/>
          </a:xfrm>
        </p:grpSpPr>
        <p:sp>
          <p:nvSpPr>
            <p:cNvPr id="24" name="object 24"/>
            <p:cNvSpPr/>
            <p:nvPr/>
          </p:nvSpPr>
          <p:spPr>
            <a:xfrm>
              <a:off x="4273677" y="2019554"/>
              <a:ext cx="1191895" cy="842010"/>
            </a:xfrm>
            <a:custGeom>
              <a:avLst/>
              <a:gdLst/>
              <a:ahLst/>
              <a:cxnLst/>
              <a:rect l="l" t="t" r="r" b="b"/>
              <a:pathLst>
                <a:path w="1191895" h="842010">
                  <a:moveTo>
                    <a:pt x="981328" y="0"/>
                  </a:moveTo>
                  <a:lnTo>
                    <a:pt x="981328" y="105156"/>
                  </a:lnTo>
                  <a:lnTo>
                    <a:pt x="368300" y="105156"/>
                  </a:lnTo>
                  <a:lnTo>
                    <a:pt x="322091" y="108026"/>
                  </a:lnTo>
                  <a:lnTo>
                    <a:pt x="277599" y="116409"/>
                  </a:lnTo>
                  <a:lnTo>
                    <a:pt x="235166" y="129958"/>
                  </a:lnTo>
                  <a:lnTo>
                    <a:pt x="195139" y="148327"/>
                  </a:lnTo>
                  <a:lnTo>
                    <a:pt x="157861" y="171172"/>
                  </a:lnTo>
                  <a:lnTo>
                    <a:pt x="123678" y="198146"/>
                  </a:lnTo>
                  <a:lnTo>
                    <a:pt x="92934" y="228905"/>
                  </a:lnTo>
                  <a:lnTo>
                    <a:pt x="65974" y="263102"/>
                  </a:lnTo>
                  <a:lnTo>
                    <a:pt x="43142" y="300393"/>
                  </a:lnTo>
                  <a:lnTo>
                    <a:pt x="24784" y="340432"/>
                  </a:lnTo>
                  <a:lnTo>
                    <a:pt x="11245" y="382874"/>
                  </a:lnTo>
                  <a:lnTo>
                    <a:pt x="2868" y="427372"/>
                  </a:lnTo>
                  <a:lnTo>
                    <a:pt x="0" y="473583"/>
                  </a:lnTo>
                  <a:lnTo>
                    <a:pt x="0" y="841883"/>
                  </a:lnTo>
                  <a:lnTo>
                    <a:pt x="210438" y="841883"/>
                  </a:lnTo>
                  <a:lnTo>
                    <a:pt x="210438" y="473583"/>
                  </a:lnTo>
                  <a:lnTo>
                    <a:pt x="218492" y="423661"/>
                  </a:lnTo>
                  <a:lnTo>
                    <a:pt x="240914" y="380324"/>
                  </a:lnTo>
                  <a:lnTo>
                    <a:pt x="275096" y="346161"/>
                  </a:lnTo>
                  <a:lnTo>
                    <a:pt x="318427" y="323763"/>
                  </a:lnTo>
                  <a:lnTo>
                    <a:pt x="368300" y="315722"/>
                  </a:lnTo>
                  <a:lnTo>
                    <a:pt x="981328" y="315722"/>
                  </a:lnTo>
                  <a:lnTo>
                    <a:pt x="981328" y="420878"/>
                  </a:lnTo>
                  <a:lnTo>
                    <a:pt x="1191768" y="210438"/>
                  </a:lnTo>
                  <a:lnTo>
                    <a:pt x="981328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73677" y="2019554"/>
              <a:ext cx="1191895" cy="842010"/>
            </a:xfrm>
            <a:custGeom>
              <a:avLst/>
              <a:gdLst/>
              <a:ahLst/>
              <a:cxnLst/>
              <a:rect l="l" t="t" r="r" b="b"/>
              <a:pathLst>
                <a:path w="1191895" h="842010">
                  <a:moveTo>
                    <a:pt x="0" y="841883"/>
                  </a:moveTo>
                  <a:lnTo>
                    <a:pt x="0" y="473583"/>
                  </a:lnTo>
                  <a:lnTo>
                    <a:pt x="2868" y="427372"/>
                  </a:lnTo>
                  <a:lnTo>
                    <a:pt x="11245" y="382874"/>
                  </a:lnTo>
                  <a:lnTo>
                    <a:pt x="24784" y="340432"/>
                  </a:lnTo>
                  <a:lnTo>
                    <a:pt x="43142" y="300393"/>
                  </a:lnTo>
                  <a:lnTo>
                    <a:pt x="65974" y="263102"/>
                  </a:lnTo>
                  <a:lnTo>
                    <a:pt x="92934" y="228905"/>
                  </a:lnTo>
                  <a:lnTo>
                    <a:pt x="123678" y="198146"/>
                  </a:lnTo>
                  <a:lnTo>
                    <a:pt x="157861" y="171172"/>
                  </a:lnTo>
                  <a:lnTo>
                    <a:pt x="195139" y="148327"/>
                  </a:lnTo>
                  <a:lnTo>
                    <a:pt x="235166" y="129958"/>
                  </a:lnTo>
                  <a:lnTo>
                    <a:pt x="277599" y="116409"/>
                  </a:lnTo>
                  <a:lnTo>
                    <a:pt x="322091" y="108026"/>
                  </a:lnTo>
                  <a:lnTo>
                    <a:pt x="368300" y="105156"/>
                  </a:lnTo>
                  <a:lnTo>
                    <a:pt x="981328" y="105156"/>
                  </a:lnTo>
                  <a:lnTo>
                    <a:pt x="981328" y="0"/>
                  </a:lnTo>
                  <a:lnTo>
                    <a:pt x="1191768" y="210438"/>
                  </a:lnTo>
                  <a:lnTo>
                    <a:pt x="981328" y="420878"/>
                  </a:lnTo>
                  <a:lnTo>
                    <a:pt x="981328" y="315722"/>
                  </a:lnTo>
                  <a:lnTo>
                    <a:pt x="368300" y="315722"/>
                  </a:lnTo>
                  <a:lnTo>
                    <a:pt x="318427" y="323763"/>
                  </a:lnTo>
                  <a:lnTo>
                    <a:pt x="275096" y="346161"/>
                  </a:lnTo>
                  <a:lnTo>
                    <a:pt x="240914" y="380324"/>
                  </a:lnTo>
                  <a:lnTo>
                    <a:pt x="218492" y="423661"/>
                  </a:lnTo>
                  <a:lnTo>
                    <a:pt x="210438" y="473583"/>
                  </a:lnTo>
                  <a:lnTo>
                    <a:pt x="210438" y="841883"/>
                  </a:lnTo>
                  <a:lnTo>
                    <a:pt x="0" y="841883"/>
                  </a:lnTo>
                  <a:close/>
                </a:path>
              </a:pathLst>
            </a:custGeom>
            <a:ln w="12700">
              <a:solidFill>
                <a:srgbClr val="002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20" dirty="0"/>
              <a:t>From</a:t>
            </a:r>
            <a:r>
              <a:rPr sz="4400" spc="-50" dirty="0"/>
              <a:t> </a:t>
            </a:r>
            <a:r>
              <a:rPr sz="4400" spc="245" dirty="0"/>
              <a:t>Signals</a:t>
            </a:r>
            <a:r>
              <a:rPr sz="4400" spc="-45" dirty="0"/>
              <a:t> </a:t>
            </a:r>
            <a:r>
              <a:rPr sz="4400" spc="455" dirty="0"/>
              <a:t>to</a:t>
            </a:r>
            <a:r>
              <a:rPr sz="4400" spc="-25" dirty="0"/>
              <a:t> </a:t>
            </a:r>
            <a:r>
              <a:rPr sz="4400" spc="290" dirty="0"/>
              <a:t>Scaling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308100"/>
            <a:ext cx="10515600" cy="43525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320" dirty="0"/>
              <a:t>From</a:t>
            </a:r>
            <a:r>
              <a:rPr sz="4400" spc="-50" dirty="0"/>
              <a:t> </a:t>
            </a:r>
            <a:r>
              <a:rPr sz="4400" spc="245" dirty="0"/>
              <a:t>Signals</a:t>
            </a:r>
            <a:r>
              <a:rPr sz="4400" spc="-45" dirty="0"/>
              <a:t> </a:t>
            </a:r>
            <a:r>
              <a:rPr sz="4400" spc="455" dirty="0"/>
              <a:t>to</a:t>
            </a:r>
            <a:r>
              <a:rPr sz="4400" spc="-25" dirty="0"/>
              <a:t> </a:t>
            </a:r>
            <a:r>
              <a:rPr sz="4400" spc="290" dirty="0"/>
              <a:t>Scaling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012205" y="2846088"/>
            <a:ext cx="106680" cy="60960"/>
          </a:xfrm>
          <a:custGeom>
            <a:avLst/>
            <a:gdLst/>
            <a:ahLst/>
            <a:cxnLst/>
            <a:rect l="l" t="t" r="r" b="b"/>
            <a:pathLst>
              <a:path w="106680" h="60960">
                <a:moveTo>
                  <a:pt x="106391" y="0"/>
                </a:moveTo>
                <a:lnTo>
                  <a:pt x="0" y="0"/>
                </a:lnTo>
                <a:lnTo>
                  <a:pt x="0" y="60828"/>
                </a:lnTo>
                <a:lnTo>
                  <a:pt x="106391" y="60828"/>
                </a:lnTo>
                <a:lnTo>
                  <a:pt x="106391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12205" y="2724431"/>
            <a:ext cx="106680" cy="60960"/>
          </a:xfrm>
          <a:custGeom>
            <a:avLst/>
            <a:gdLst/>
            <a:ahLst/>
            <a:cxnLst/>
            <a:rect l="l" t="t" r="r" b="b"/>
            <a:pathLst>
              <a:path w="106680" h="60960">
                <a:moveTo>
                  <a:pt x="106391" y="0"/>
                </a:moveTo>
                <a:lnTo>
                  <a:pt x="0" y="0"/>
                </a:lnTo>
                <a:lnTo>
                  <a:pt x="0" y="60828"/>
                </a:lnTo>
                <a:lnTo>
                  <a:pt x="106391" y="60828"/>
                </a:lnTo>
                <a:lnTo>
                  <a:pt x="106391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12205" y="2967745"/>
            <a:ext cx="106680" cy="60960"/>
          </a:xfrm>
          <a:custGeom>
            <a:avLst/>
            <a:gdLst/>
            <a:ahLst/>
            <a:cxnLst/>
            <a:rect l="l" t="t" r="r" b="b"/>
            <a:pathLst>
              <a:path w="106680" h="60960">
                <a:moveTo>
                  <a:pt x="106391" y="0"/>
                </a:moveTo>
                <a:lnTo>
                  <a:pt x="0" y="0"/>
                </a:lnTo>
                <a:lnTo>
                  <a:pt x="0" y="60828"/>
                </a:lnTo>
                <a:lnTo>
                  <a:pt x="106391" y="60828"/>
                </a:lnTo>
                <a:lnTo>
                  <a:pt x="106391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12205" y="3332715"/>
            <a:ext cx="106680" cy="60960"/>
          </a:xfrm>
          <a:custGeom>
            <a:avLst/>
            <a:gdLst/>
            <a:ahLst/>
            <a:cxnLst/>
            <a:rect l="l" t="t" r="r" b="b"/>
            <a:pathLst>
              <a:path w="106680" h="60960">
                <a:moveTo>
                  <a:pt x="106391" y="0"/>
                </a:moveTo>
                <a:lnTo>
                  <a:pt x="0" y="0"/>
                </a:lnTo>
                <a:lnTo>
                  <a:pt x="0" y="60828"/>
                </a:lnTo>
                <a:lnTo>
                  <a:pt x="106391" y="60828"/>
                </a:lnTo>
                <a:lnTo>
                  <a:pt x="106391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12205" y="3211058"/>
            <a:ext cx="106680" cy="60960"/>
          </a:xfrm>
          <a:custGeom>
            <a:avLst/>
            <a:gdLst/>
            <a:ahLst/>
            <a:cxnLst/>
            <a:rect l="l" t="t" r="r" b="b"/>
            <a:pathLst>
              <a:path w="106680" h="60960">
                <a:moveTo>
                  <a:pt x="106391" y="0"/>
                </a:moveTo>
                <a:lnTo>
                  <a:pt x="0" y="0"/>
                </a:lnTo>
                <a:lnTo>
                  <a:pt x="0" y="60828"/>
                </a:lnTo>
                <a:lnTo>
                  <a:pt x="106391" y="60828"/>
                </a:lnTo>
                <a:lnTo>
                  <a:pt x="106391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12205" y="3089401"/>
            <a:ext cx="106680" cy="60960"/>
          </a:xfrm>
          <a:custGeom>
            <a:avLst/>
            <a:gdLst/>
            <a:ahLst/>
            <a:cxnLst/>
            <a:rect l="l" t="t" r="r" b="b"/>
            <a:pathLst>
              <a:path w="106680" h="60960">
                <a:moveTo>
                  <a:pt x="106391" y="0"/>
                </a:moveTo>
                <a:lnTo>
                  <a:pt x="0" y="0"/>
                </a:lnTo>
                <a:lnTo>
                  <a:pt x="0" y="60828"/>
                </a:lnTo>
                <a:lnTo>
                  <a:pt x="106391" y="60828"/>
                </a:lnTo>
                <a:lnTo>
                  <a:pt x="106391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60919" y="3211059"/>
            <a:ext cx="106680" cy="60960"/>
          </a:xfrm>
          <a:custGeom>
            <a:avLst/>
            <a:gdLst/>
            <a:ahLst/>
            <a:cxnLst/>
            <a:rect l="l" t="t" r="r" b="b"/>
            <a:pathLst>
              <a:path w="106680" h="60960">
                <a:moveTo>
                  <a:pt x="106391" y="0"/>
                </a:moveTo>
                <a:lnTo>
                  <a:pt x="0" y="0"/>
                </a:lnTo>
                <a:lnTo>
                  <a:pt x="0" y="60828"/>
                </a:lnTo>
                <a:lnTo>
                  <a:pt x="106391" y="60828"/>
                </a:lnTo>
                <a:lnTo>
                  <a:pt x="106391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60919" y="3332715"/>
            <a:ext cx="106680" cy="60960"/>
          </a:xfrm>
          <a:custGeom>
            <a:avLst/>
            <a:gdLst/>
            <a:ahLst/>
            <a:cxnLst/>
            <a:rect l="l" t="t" r="r" b="b"/>
            <a:pathLst>
              <a:path w="106680" h="60960">
                <a:moveTo>
                  <a:pt x="106391" y="0"/>
                </a:moveTo>
                <a:lnTo>
                  <a:pt x="0" y="0"/>
                </a:lnTo>
                <a:lnTo>
                  <a:pt x="0" y="60828"/>
                </a:lnTo>
                <a:lnTo>
                  <a:pt x="106391" y="60828"/>
                </a:lnTo>
                <a:lnTo>
                  <a:pt x="106391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60919" y="3089402"/>
            <a:ext cx="106680" cy="60960"/>
          </a:xfrm>
          <a:custGeom>
            <a:avLst/>
            <a:gdLst/>
            <a:ahLst/>
            <a:cxnLst/>
            <a:rect l="l" t="t" r="r" b="b"/>
            <a:pathLst>
              <a:path w="106680" h="60960">
                <a:moveTo>
                  <a:pt x="106391" y="0"/>
                </a:moveTo>
                <a:lnTo>
                  <a:pt x="0" y="0"/>
                </a:lnTo>
                <a:lnTo>
                  <a:pt x="0" y="60828"/>
                </a:lnTo>
                <a:lnTo>
                  <a:pt x="106391" y="60828"/>
                </a:lnTo>
                <a:lnTo>
                  <a:pt x="106391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60919" y="2724431"/>
            <a:ext cx="106680" cy="60960"/>
          </a:xfrm>
          <a:custGeom>
            <a:avLst/>
            <a:gdLst/>
            <a:ahLst/>
            <a:cxnLst/>
            <a:rect l="l" t="t" r="r" b="b"/>
            <a:pathLst>
              <a:path w="106680" h="60960">
                <a:moveTo>
                  <a:pt x="106391" y="0"/>
                </a:moveTo>
                <a:lnTo>
                  <a:pt x="0" y="0"/>
                </a:lnTo>
                <a:lnTo>
                  <a:pt x="0" y="60828"/>
                </a:lnTo>
                <a:lnTo>
                  <a:pt x="106391" y="60828"/>
                </a:lnTo>
                <a:lnTo>
                  <a:pt x="106391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60919" y="2967745"/>
            <a:ext cx="106680" cy="60960"/>
          </a:xfrm>
          <a:custGeom>
            <a:avLst/>
            <a:gdLst/>
            <a:ahLst/>
            <a:cxnLst/>
            <a:rect l="l" t="t" r="r" b="b"/>
            <a:pathLst>
              <a:path w="106680" h="60960">
                <a:moveTo>
                  <a:pt x="106391" y="0"/>
                </a:moveTo>
                <a:lnTo>
                  <a:pt x="0" y="0"/>
                </a:lnTo>
                <a:lnTo>
                  <a:pt x="0" y="60828"/>
                </a:lnTo>
                <a:lnTo>
                  <a:pt x="106391" y="60828"/>
                </a:lnTo>
                <a:lnTo>
                  <a:pt x="106391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60919" y="2846088"/>
            <a:ext cx="106680" cy="60960"/>
          </a:xfrm>
          <a:custGeom>
            <a:avLst/>
            <a:gdLst/>
            <a:ahLst/>
            <a:cxnLst/>
            <a:rect l="l" t="t" r="r" b="b"/>
            <a:pathLst>
              <a:path w="106680" h="60960">
                <a:moveTo>
                  <a:pt x="106391" y="0"/>
                </a:moveTo>
                <a:lnTo>
                  <a:pt x="0" y="0"/>
                </a:lnTo>
                <a:lnTo>
                  <a:pt x="0" y="60828"/>
                </a:lnTo>
                <a:lnTo>
                  <a:pt x="106391" y="60828"/>
                </a:lnTo>
                <a:lnTo>
                  <a:pt x="106391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20155" y="2481117"/>
            <a:ext cx="60960" cy="106680"/>
          </a:xfrm>
          <a:custGeom>
            <a:avLst/>
            <a:gdLst/>
            <a:ahLst/>
            <a:cxnLst/>
            <a:rect l="l" t="t" r="r" b="b"/>
            <a:pathLst>
              <a:path w="60960" h="106680">
                <a:moveTo>
                  <a:pt x="60795" y="0"/>
                </a:moveTo>
                <a:lnTo>
                  <a:pt x="0" y="0"/>
                </a:lnTo>
                <a:lnTo>
                  <a:pt x="0" y="106449"/>
                </a:lnTo>
                <a:lnTo>
                  <a:pt x="60795" y="106449"/>
                </a:lnTo>
                <a:lnTo>
                  <a:pt x="60795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63335" y="2481117"/>
            <a:ext cx="60960" cy="106680"/>
          </a:xfrm>
          <a:custGeom>
            <a:avLst/>
            <a:gdLst/>
            <a:ahLst/>
            <a:cxnLst/>
            <a:rect l="l" t="t" r="r" b="b"/>
            <a:pathLst>
              <a:path w="60960" h="106680">
                <a:moveTo>
                  <a:pt x="60795" y="0"/>
                </a:moveTo>
                <a:lnTo>
                  <a:pt x="0" y="0"/>
                </a:lnTo>
                <a:lnTo>
                  <a:pt x="0" y="106449"/>
                </a:lnTo>
                <a:lnTo>
                  <a:pt x="60795" y="106449"/>
                </a:lnTo>
                <a:lnTo>
                  <a:pt x="60795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41745" y="2481117"/>
            <a:ext cx="60960" cy="106680"/>
          </a:xfrm>
          <a:custGeom>
            <a:avLst/>
            <a:gdLst/>
            <a:ahLst/>
            <a:cxnLst/>
            <a:rect l="l" t="t" r="r" b="b"/>
            <a:pathLst>
              <a:path w="60960" h="106680">
                <a:moveTo>
                  <a:pt x="60795" y="0"/>
                </a:moveTo>
                <a:lnTo>
                  <a:pt x="0" y="0"/>
                </a:lnTo>
                <a:lnTo>
                  <a:pt x="0" y="106449"/>
                </a:lnTo>
                <a:lnTo>
                  <a:pt x="60795" y="106449"/>
                </a:lnTo>
                <a:lnTo>
                  <a:pt x="60795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98565" y="2481117"/>
            <a:ext cx="60960" cy="106680"/>
          </a:xfrm>
          <a:custGeom>
            <a:avLst/>
            <a:gdLst/>
            <a:ahLst/>
            <a:cxnLst/>
            <a:rect l="l" t="t" r="r" b="b"/>
            <a:pathLst>
              <a:path w="60959" h="106680">
                <a:moveTo>
                  <a:pt x="60795" y="0"/>
                </a:moveTo>
                <a:lnTo>
                  <a:pt x="0" y="0"/>
                </a:lnTo>
                <a:lnTo>
                  <a:pt x="0" y="106449"/>
                </a:lnTo>
                <a:lnTo>
                  <a:pt x="60795" y="106449"/>
                </a:lnTo>
                <a:lnTo>
                  <a:pt x="60795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255385" y="2481117"/>
            <a:ext cx="60960" cy="106680"/>
          </a:xfrm>
          <a:custGeom>
            <a:avLst/>
            <a:gdLst/>
            <a:ahLst/>
            <a:cxnLst/>
            <a:rect l="l" t="t" r="r" b="b"/>
            <a:pathLst>
              <a:path w="60959" h="106680">
                <a:moveTo>
                  <a:pt x="60795" y="0"/>
                </a:moveTo>
                <a:lnTo>
                  <a:pt x="0" y="0"/>
                </a:lnTo>
                <a:lnTo>
                  <a:pt x="0" y="106449"/>
                </a:lnTo>
                <a:lnTo>
                  <a:pt x="60795" y="106449"/>
                </a:lnTo>
                <a:lnTo>
                  <a:pt x="60795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76975" y="2481117"/>
            <a:ext cx="60960" cy="106680"/>
          </a:xfrm>
          <a:custGeom>
            <a:avLst/>
            <a:gdLst/>
            <a:ahLst/>
            <a:cxnLst/>
            <a:rect l="l" t="t" r="r" b="b"/>
            <a:pathLst>
              <a:path w="60959" h="106680">
                <a:moveTo>
                  <a:pt x="60795" y="0"/>
                </a:moveTo>
                <a:lnTo>
                  <a:pt x="0" y="0"/>
                </a:lnTo>
                <a:lnTo>
                  <a:pt x="0" y="106449"/>
                </a:lnTo>
                <a:lnTo>
                  <a:pt x="60795" y="106449"/>
                </a:lnTo>
                <a:lnTo>
                  <a:pt x="60795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376975" y="3530408"/>
            <a:ext cx="60960" cy="106680"/>
          </a:xfrm>
          <a:custGeom>
            <a:avLst/>
            <a:gdLst/>
            <a:ahLst/>
            <a:cxnLst/>
            <a:rect l="l" t="t" r="r" b="b"/>
            <a:pathLst>
              <a:path w="60959" h="106679">
                <a:moveTo>
                  <a:pt x="60795" y="0"/>
                </a:moveTo>
                <a:lnTo>
                  <a:pt x="0" y="0"/>
                </a:lnTo>
                <a:lnTo>
                  <a:pt x="0" y="106449"/>
                </a:lnTo>
                <a:lnTo>
                  <a:pt x="60795" y="106449"/>
                </a:lnTo>
                <a:lnTo>
                  <a:pt x="60795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55385" y="3530408"/>
            <a:ext cx="60960" cy="106680"/>
          </a:xfrm>
          <a:custGeom>
            <a:avLst/>
            <a:gdLst/>
            <a:ahLst/>
            <a:cxnLst/>
            <a:rect l="l" t="t" r="r" b="b"/>
            <a:pathLst>
              <a:path w="60959" h="106679">
                <a:moveTo>
                  <a:pt x="60795" y="0"/>
                </a:moveTo>
                <a:lnTo>
                  <a:pt x="0" y="0"/>
                </a:lnTo>
                <a:lnTo>
                  <a:pt x="0" y="106449"/>
                </a:lnTo>
                <a:lnTo>
                  <a:pt x="60795" y="106449"/>
                </a:lnTo>
                <a:lnTo>
                  <a:pt x="60795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98565" y="3530408"/>
            <a:ext cx="60960" cy="106680"/>
          </a:xfrm>
          <a:custGeom>
            <a:avLst/>
            <a:gdLst/>
            <a:ahLst/>
            <a:cxnLst/>
            <a:rect l="l" t="t" r="r" b="b"/>
            <a:pathLst>
              <a:path w="60959" h="106679">
                <a:moveTo>
                  <a:pt x="60795" y="0"/>
                </a:moveTo>
                <a:lnTo>
                  <a:pt x="0" y="0"/>
                </a:lnTo>
                <a:lnTo>
                  <a:pt x="0" y="106449"/>
                </a:lnTo>
                <a:lnTo>
                  <a:pt x="60795" y="106449"/>
                </a:lnTo>
                <a:lnTo>
                  <a:pt x="60795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20155" y="3530408"/>
            <a:ext cx="60960" cy="106680"/>
          </a:xfrm>
          <a:custGeom>
            <a:avLst/>
            <a:gdLst/>
            <a:ahLst/>
            <a:cxnLst/>
            <a:rect l="l" t="t" r="r" b="b"/>
            <a:pathLst>
              <a:path w="60960" h="106679">
                <a:moveTo>
                  <a:pt x="60795" y="0"/>
                </a:moveTo>
                <a:lnTo>
                  <a:pt x="0" y="0"/>
                </a:lnTo>
                <a:lnTo>
                  <a:pt x="0" y="106449"/>
                </a:lnTo>
                <a:lnTo>
                  <a:pt x="60795" y="106449"/>
                </a:lnTo>
                <a:lnTo>
                  <a:pt x="60795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41745" y="3530408"/>
            <a:ext cx="60960" cy="106680"/>
          </a:xfrm>
          <a:custGeom>
            <a:avLst/>
            <a:gdLst/>
            <a:ahLst/>
            <a:cxnLst/>
            <a:rect l="l" t="t" r="r" b="b"/>
            <a:pathLst>
              <a:path w="60960" h="106679">
                <a:moveTo>
                  <a:pt x="60795" y="0"/>
                </a:moveTo>
                <a:lnTo>
                  <a:pt x="0" y="0"/>
                </a:lnTo>
                <a:lnTo>
                  <a:pt x="0" y="106449"/>
                </a:lnTo>
                <a:lnTo>
                  <a:pt x="60795" y="106449"/>
                </a:lnTo>
                <a:lnTo>
                  <a:pt x="60795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63335" y="3530408"/>
            <a:ext cx="60960" cy="106680"/>
          </a:xfrm>
          <a:custGeom>
            <a:avLst/>
            <a:gdLst/>
            <a:ahLst/>
            <a:cxnLst/>
            <a:rect l="l" t="t" r="r" b="b"/>
            <a:pathLst>
              <a:path w="60960" h="106679">
                <a:moveTo>
                  <a:pt x="60795" y="0"/>
                </a:moveTo>
                <a:lnTo>
                  <a:pt x="0" y="0"/>
                </a:lnTo>
                <a:lnTo>
                  <a:pt x="0" y="106449"/>
                </a:lnTo>
                <a:lnTo>
                  <a:pt x="60795" y="106449"/>
                </a:lnTo>
                <a:lnTo>
                  <a:pt x="60795" y="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79385" y="2648406"/>
            <a:ext cx="821055" cy="821690"/>
          </a:xfrm>
          <a:custGeom>
            <a:avLst/>
            <a:gdLst/>
            <a:ahLst/>
            <a:cxnLst/>
            <a:rect l="l" t="t" r="r" b="b"/>
            <a:pathLst>
              <a:path w="821055" h="821689">
                <a:moveTo>
                  <a:pt x="607949" y="212890"/>
                </a:moveTo>
                <a:lnTo>
                  <a:pt x="212788" y="212890"/>
                </a:lnTo>
                <a:lnTo>
                  <a:pt x="212788" y="608279"/>
                </a:lnTo>
                <a:lnTo>
                  <a:pt x="607949" y="608279"/>
                </a:lnTo>
                <a:lnTo>
                  <a:pt x="607949" y="212890"/>
                </a:lnTo>
                <a:close/>
              </a:path>
              <a:path w="821055" h="821689">
                <a:moveTo>
                  <a:pt x="820737" y="60820"/>
                </a:moveTo>
                <a:lnTo>
                  <a:pt x="815949" y="37147"/>
                </a:lnTo>
                <a:lnTo>
                  <a:pt x="802932" y="17805"/>
                </a:lnTo>
                <a:lnTo>
                  <a:pt x="783602" y="4775"/>
                </a:lnTo>
                <a:lnTo>
                  <a:pt x="759942" y="0"/>
                </a:lnTo>
                <a:lnTo>
                  <a:pt x="668743" y="0"/>
                </a:lnTo>
                <a:lnTo>
                  <a:pt x="668743" y="152069"/>
                </a:lnTo>
                <a:lnTo>
                  <a:pt x="668743" y="669112"/>
                </a:lnTo>
                <a:lnTo>
                  <a:pt x="151993" y="669112"/>
                </a:lnTo>
                <a:lnTo>
                  <a:pt x="151993" y="152069"/>
                </a:lnTo>
                <a:lnTo>
                  <a:pt x="668743" y="152069"/>
                </a:lnTo>
                <a:lnTo>
                  <a:pt x="668743" y="0"/>
                </a:lnTo>
                <a:lnTo>
                  <a:pt x="60794" y="0"/>
                </a:lnTo>
                <a:lnTo>
                  <a:pt x="37134" y="4775"/>
                </a:lnTo>
                <a:lnTo>
                  <a:pt x="17805" y="17805"/>
                </a:lnTo>
                <a:lnTo>
                  <a:pt x="4775" y="37147"/>
                </a:lnTo>
                <a:lnTo>
                  <a:pt x="0" y="60820"/>
                </a:lnTo>
                <a:lnTo>
                  <a:pt x="0" y="760349"/>
                </a:lnTo>
                <a:lnTo>
                  <a:pt x="4775" y="784021"/>
                </a:lnTo>
                <a:lnTo>
                  <a:pt x="17805" y="803363"/>
                </a:lnTo>
                <a:lnTo>
                  <a:pt x="37134" y="816394"/>
                </a:lnTo>
                <a:lnTo>
                  <a:pt x="60794" y="821182"/>
                </a:lnTo>
                <a:lnTo>
                  <a:pt x="759942" y="821182"/>
                </a:lnTo>
                <a:lnTo>
                  <a:pt x="783602" y="816394"/>
                </a:lnTo>
                <a:lnTo>
                  <a:pt x="802932" y="803363"/>
                </a:lnTo>
                <a:lnTo>
                  <a:pt x="815949" y="784021"/>
                </a:lnTo>
                <a:lnTo>
                  <a:pt x="820737" y="760349"/>
                </a:lnTo>
                <a:lnTo>
                  <a:pt x="820737" y="669112"/>
                </a:lnTo>
                <a:lnTo>
                  <a:pt x="820737" y="152069"/>
                </a:lnTo>
                <a:lnTo>
                  <a:pt x="820737" y="6082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30325" y="3869563"/>
            <a:ext cx="11125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D3"/>
                </a:solidFill>
                <a:latin typeface="Calibri"/>
                <a:cs typeface="Calibri"/>
              </a:rPr>
              <a:t>CPU</a:t>
            </a:r>
            <a:r>
              <a:rPr sz="2400" b="1" spc="-15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78D3"/>
                </a:solidFill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241823" y="2517177"/>
            <a:ext cx="1033780" cy="1034415"/>
          </a:xfrm>
          <a:custGeom>
            <a:avLst/>
            <a:gdLst/>
            <a:ahLst/>
            <a:cxnLst/>
            <a:rect l="l" t="t" r="r" b="b"/>
            <a:pathLst>
              <a:path w="1033779" h="1034414">
                <a:moveTo>
                  <a:pt x="1033513" y="943876"/>
                </a:moveTo>
                <a:lnTo>
                  <a:pt x="91186" y="943876"/>
                </a:lnTo>
                <a:lnTo>
                  <a:pt x="91186" y="0"/>
                </a:lnTo>
                <a:lnTo>
                  <a:pt x="0" y="0"/>
                </a:lnTo>
                <a:lnTo>
                  <a:pt x="0" y="943876"/>
                </a:lnTo>
                <a:lnTo>
                  <a:pt x="0" y="1034072"/>
                </a:lnTo>
                <a:lnTo>
                  <a:pt x="1033513" y="1034072"/>
                </a:lnTo>
                <a:lnTo>
                  <a:pt x="1033513" y="943876"/>
                </a:lnTo>
                <a:close/>
              </a:path>
              <a:path w="1033779" h="1034414">
                <a:moveTo>
                  <a:pt x="1033513" y="259041"/>
                </a:moveTo>
                <a:lnTo>
                  <a:pt x="790333" y="259041"/>
                </a:lnTo>
                <a:lnTo>
                  <a:pt x="880008" y="348754"/>
                </a:lnTo>
                <a:lnTo>
                  <a:pt x="759929" y="468896"/>
                </a:lnTo>
                <a:lnTo>
                  <a:pt x="668743" y="377647"/>
                </a:lnTo>
                <a:lnTo>
                  <a:pt x="516750" y="529729"/>
                </a:lnTo>
                <a:lnTo>
                  <a:pt x="425564" y="438480"/>
                </a:lnTo>
                <a:lnTo>
                  <a:pt x="150469" y="713727"/>
                </a:lnTo>
                <a:lnTo>
                  <a:pt x="214299" y="777595"/>
                </a:lnTo>
                <a:lnTo>
                  <a:pt x="425564" y="566216"/>
                </a:lnTo>
                <a:lnTo>
                  <a:pt x="516750" y="657466"/>
                </a:lnTo>
                <a:lnTo>
                  <a:pt x="668743" y="505396"/>
                </a:lnTo>
                <a:lnTo>
                  <a:pt x="759929" y="596633"/>
                </a:lnTo>
                <a:lnTo>
                  <a:pt x="943838" y="412635"/>
                </a:lnTo>
                <a:lnTo>
                  <a:pt x="1033513" y="502348"/>
                </a:lnTo>
                <a:lnTo>
                  <a:pt x="1033513" y="259041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216144" y="3947921"/>
            <a:ext cx="1301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D3"/>
                </a:solidFill>
                <a:latin typeface="Calibri"/>
                <a:cs typeface="Calibri"/>
              </a:rPr>
              <a:t>Error</a:t>
            </a:r>
            <a:r>
              <a:rPr sz="2400" b="1" spc="-75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78D3"/>
                </a:solidFill>
                <a:latin typeface="Calibri"/>
                <a:cs typeface="Calibri"/>
              </a:rPr>
              <a:t>Rate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665173" y="2370316"/>
            <a:ext cx="1202055" cy="1338580"/>
            <a:chOff x="7665173" y="2370316"/>
            <a:chExt cx="1202055" cy="1338580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62786" y="3282743"/>
              <a:ext cx="75993" cy="7603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29973" y="3282743"/>
              <a:ext cx="75993" cy="7603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8414" y="3282743"/>
              <a:ext cx="75993" cy="7603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95600" y="3282743"/>
              <a:ext cx="75993" cy="7603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4041" y="3282743"/>
              <a:ext cx="75993" cy="7603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1228" y="3282743"/>
              <a:ext cx="75993" cy="7603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6855" y="3282743"/>
              <a:ext cx="75993" cy="7603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665173" y="3374951"/>
              <a:ext cx="1202055" cy="334010"/>
            </a:xfrm>
            <a:custGeom>
              <a:avLst/>
              <a:gdLst/>
              <a:ahLst/>
              <a:cxnLst/>
              <a:rect l="l" t="t" r="r" b="b"/>
              <a:pathLst>
                <a:path w="1202054" h="334010">
                  <a:moveTo>
                    <a:pt x="1117266" y="0"/>
                  </a:moveTo>
                  <a:lnTo>
                    <a:pt x="1081426" y="1685"/>
                  </a:lnTo>
                  <a:lnTo>
                    <a:pt x="1055010" y="13068"/>
                  </a:lnTo>
                  <a:lnTo>
                    <a:pt x="1035022" y="32313"/>
                  </a:lnTo>
                  <a:lnTo>
                    <a:pt x="1018898" y="91950"/>
                  </a:lnTo>
                  <a:lnTo>
                    <a:pt x="1001382" y="29791"/>
                  </a:lnTo>
                  <a:lnTo>
                    <a:pt x="982569" y="13686"/>
                  </a:lnTo>
                  <a:lnTo>
                    <a:pt x="949621" y="365"/>
                  </a:lnTo>
                  <a:lnTo>
                    <a:pt x="921284" y="228"/>
                  </a:lnTo>
                  <a:lnTo>
                    <a:pt x="897300" y="7801"/>
                  </a:lnTo>
                  <a:lnTo>
                    <a:pt x="879186" y="19426"/>
                  </a:lnTo>
                  <a:lnTo>
                    <a:pt x="866911" y="35380"/>
                  </a:lnTo>
                  <a:lnTo>
                    <a:pt x="852016" y="90277"/>
                  </a:lnTo>
                  <a:lnTo>
                    <a:pt x="834360" y="29196"/>
                  </a:lnTo>
                  <a:lnTo>
                    <a:pt x="815625" y="13068"/>
                  </a:lnTo>
                  <a:lnTo>
                    <a:pt x="782553" y="56"/>
                  </a:lnTo>
                  <a:lnTo>
                    <a:pt x="747053" y="1685"/>
                  </a:lnTo>
                  <a:lnTo>
                    <a:pt x="720637" y="13068"/>
                  </a:lnTo>
                  <a:lnTo>
                    <a:pt x="700649" y="32313"/>
                  </a:lnTo>
                  <a:lnTo>
                    <a:pt x="684526" y="91950"/>
                  </a:lnTo>
                  <a:lnTo>
                    <a:pt x="667009" y="29791"/>
                  </a:lnTo>
                  <a:lnTo>
                    <a:pt x="648196" y="13686"/>
                  </a:lnTo>
                  <a:lnTo>
                    <a:pt x="615248" y="365"/>
                  </a:lnTo>
                  <a:lnTo>
                    <a:pt x="586912" y="227"/>
                  </a:lnTo>
                  <a:lnTo>
                    <a:pt x="562927" y="7801"/>
                  </a:lnTo>
                  <a:lnTo>
                    <a:pt x="544813" y="19426"/>
                  </a:lnTo>
                  <a:lnTo>
                    <a:pt x="532538" y="35380"/>
                  </a:lnTo>
                  <a:lnTo>
                    <a:pt x="517644" y="90277"/>
                  </a:lnTo>
                  <a:lnTo>
                    <a:pt x="499988" y="29195"/>
                  </a:lnTo>
                  <a:lnTo>
                    <a:pt x="481252" y="13068"/>
                  </a:lnTo>
                  <a:lnTo>
                    <a:pt x="448185" y="56"/>
                  </a:lnTo>
                  <a:lnTo>
                    <a:pt x="412681" y="1685"/>
                  </a:lnTo>
                  <a:lnTo>
                    <a:pt x="386265" y="13068"/>
                  </a:lnTo>
                  <a:lnTo>
                    <a:pt x="366277" y="32313"/>
                  </a:lnTo>
                  <a:lnTo>
                    <a:pt x="350153" y="91950"/>
                  </a:lnTo>
                  <a:lnTo>
                    <a:pt x="332637" y="29791"/>
                  </a:lnTo>
                  <a:lnTo>
                    <a:pt x="313824" y="13686"/>
                  </a:lnTo>
                  <a:lnTo>
                    <a:pt x="280876" y="365"/>
                  </a:lnTo>
                  <a:lnTo>
                    <a:pt x="252539" y="227"/>
                  </a:lnTo>
                  <a:lnTo>
                    <a:pt x="228554" y="7801"/>
                  </a:lnTo>
                  <a:lnTo>
                    <a:pt x="210441" y="19426"/>
                  </a:lnTo>
                  <a:lnTo>
                    <a:pt x="198166" y="35380"/>
                  </a:lnTo>
                  <a:lnTo>
                    <a:pt x="183271" y="90277"/>
                  </a:lnTo>
                  <a:lnTo>
                    <a:pt x="165615" y="29195"/>
                  </a:lnTo>
                  <a:lnTo>
                    <a:pt x="146880" y="13068"/>
                  </a:lnTo>
                  <a:lnTo>
                    <a:pt x="113808" y="56"/>
                  </a:lnTo>
                  <a:lnTo>
                    <a:pt x="78308" y="1685"/>
                  </a:lnTo>
                  <a:lnTo>
                    <a:pt x="51892" y="13068"/>
                  </a:lnTo>
                  <a:lnTo>
                    <a:pt x="31904" y="32313"/>
                  </a:lnTo>
                  <a:lnTo>
                    <a:pt x="0" y="154172"/>
                  </a:lnTo>
                  <a:lnTo>
                    <a:pt x="5344" y="162182"/>
                  </a:lnTo>
                  <a:lnTo>
                    <a:pt x="21100" y="165324"/>
                  </a:lnTo>
                  <a:lnTo>
                    <a:pt x="28573" y="160978"/>
                  </a:lnTo>
                  <a:lnTo>
                    <a:pt x="54082" y="66554"/>
                  </a:lnTo>
                  <a:lnTo>
                    <a:pt x="54082" y="114304"/>
                  </a:lnTo>
                  <a:lnTo>
                    <a:pt x="27940" y="211934"/>
                  </a:lnTo>
                  <a:lnTo>
                    <a:pt x="54082" y="211934"/>
                  </a:lnTo>
                  <a:lnTo>
                    <a:pt x="54082" y="333591"/>
                  </a:lnTo>
                  <a:lnTo>
                    <a:pt x="84479" y="333591"/>
                  </a:lnTo>
                  <a:lnTo>
                    <a:pt x="84479" y="211934"/>
                  </a:lnTo>
                  <a:lnTo>
                    <a:pt x="114877" y="211934"/>
                  </a:lnTo>
                  <a:lnTo>
                    <a:pt x="114877" y="333591"/>
                  </a:lnTo>
                  <a:lnTo>
                    <a:pt x="145274" y="333591"/>
                  </a:lnTo>
                  <a:lnTo>
                    <a:pt x="145274" y="211934"/>
                  </a:lnTo>
                  <a:lnTo>
                    <a:pt x="171416" y="211934"/>
                  </a:lnTo>
                  <a:lnTo>
                    <a:pt x="145274" y="114304"/>
                  </a:lnTo>
                  <a:lnTo>
                    <a:pt x="145274" y="65490"/>
                  </a:lnTo>
                  <a:lnTo>
                    <a:pt x="170567" y="161839"/>
                  </a:lnTo>
                  <a:lnTo>
                    <a:pt x="178825" y="166782"/>
                  </a:lnTo>
                  <a:lnTo>
                    <a:pt x="192403" y="163385"/>
                  </a:lnTo>
                  <a:lnTo>
                    <a:pt x="196646" y="159127"/>
                  </a:lnTo>
                  <a:lnTo>
                    <a:pt x="221268" y="65490"/>
                  </a:lnTo>
                  <a:lnTo>
                    <a:pt x="221268" y="333591"/>
                  </a:lnTo>
                  <a:lnTo>
                    <a:pt x="251665" y="333591"/>
                  </a:lnTo>
                  <a:lnTo>
                    <a:pt x="251665" y="166313"/>
                  </a:lnTo>
                  <a:lnTo>
                    <a:pt x="282063" y="166313"/>
                  </a:lnTo>
                  <a:lnTo>
                    <a:pt x="282063" y="333591"/>
                  </a:lnTo>
                  <a:lnTo>
                    <a:pt x="312460" y="333591"/>
                  </a:lnTo>
                  <a:lnTo>
                    <a:pt x="312460" y="66402"/>
                  </a:lnTo>
                  <a:lnTo>
                    <a:pt x="335563" y="153691"/>
                  </a:lnTo>
                  <a:lnTo>
                    <a:pt x="335563" y="162093"/>
                  </a:lnTo>
                  <a:lnTo>
                    <a:pt x="342364" y="168898"/>
                  </a:lnTo>
                  <a:lnTo>
                    <a:pt x="359159" y="168898"/>
                  </a:lnTo>
                  <a:lnTo>
                    <a:pt x="365960" y="162093"/>
                  </a:lnTo>
                  <a:lnTo>
                    <a:pt x="365960" y="153691"/>
                  </a:lnTo>
                  <a:lnTo>
                    <a:pt x="388454" y="66402"/>
                  </a:lnTo>
                  <a:lnTo>
                    <a:pt x="388454" y="114305"/>
                  </a:lnTo>
                  <a:lnTo>
                    <a:pt x="362312" y="211934"/>
                  </a:lnTo>
                  <a:lnTo>
                    <a:pt x="388454" y="211934"/>
                  </a:lnTo>
                  <a:lnTo>
                    <a:pt x="388454" y="333591"/>
                  </a:lnTo>
                  <a:lnTo>
                    <a:pt x="418852" y="333591"/>
                  </a:lnTo>
                  <a:lnTo>
                    <a:pt x="418852" y="211934"/>
                  </a:lnTo>
                  <a:lnTo>
                    <a:pt x="449249" y="211934"/>
                  </a:lnTo>
                  <a:lnTo>
                    <a:pt x="449249" y="333591"/>
                  </a:lnTo>
                  <a:lnTo>
                    <a:pt x="479647" y="333591"/>
                  </a:lnTo>
                  <a:lnTo>
                    <a:pt x="479647" y="211934"/>
                  </a:lnTo>
                  <a:lnTo>
                    <a:pt x="505789" y="211934"/>
                  </a:lnTo>
                  <a:lnTo>
                    <a:pt x="479647" y="114305"/>
                  </a:lnTo>
                  <a:lnTo>
                    <a:pt x="479647" y="65490"/>
                  </a:lnTo>
                  <a:lnTo>
                    <a:pt x="504940" y="161839"/>
                  </a:lnTo>
                  <a:lnTo>
                    <a:pt x="513198" y="166782"/>
                  </a:lnTo>
                  <a:lnTo>
                    <a:pt x="526776" y="163386"/>
                  </a:lnTo>
                  <a:lnTo>
                    <a:pt x="531019" y="159128"/>
                  </a:lnTo>
                  <a:lnTo>
                    <a:pt x="555641" y="65490"/>
                  </a:lnTo>
                  <a:lnTo>
                    <a:pt x="555641" y="333591"/>
                  </a:lnTo>
                  <a:lnTo>
                    <a:pt x="586038" y="333591"/>
                  </a:lnTo>
                  <a:lnTo>
                    <a:pt x="586038" y="166313"/>
                  </a:lnTo>
                  <a:lnTo>
                    <a:pt x="616436" y="166313"/>
                  </a:lnTo>
                  <a:lnTo>
                    <a:pt x="616436" y="333591"/>
                  </a:lnTo>
                  <a:lnTo>
                    <a:pt x="646833" y="333591"/>
                  </a:lnTo>
                  <a:lnTo>
                    <a:pt x="646833" y="66402"/>
                  </a:lnTo>
                  <a:lnTo>
                    <a:pt x="669935" y="153691"/>
                  </a:lnTo>
                  <a:lnTo>
                    <a:pt x="669935" y="162093"/>
                  </a:lnTo>
                  <a:lnTo>
                    <a:pt x="676737" y="168898"/>
                  </a:lnTo>
                  <a:lnTo>
                    <a:pt x="693531" y="168898"/>
                  </a:lnTo>
                  <a:lnTo>
                    <a:pt x="700333" y="162093"/>
                  </a:lnTo>
                  <a:lnTo>
                    <a:pt x="700333" y="153691"/>
                  </a:lnTo>
                  <a:lnTo>
                    <a:pt x="722827" y="66402"/>
                  </a:lnTo>
                  <a:lnTo>
                    <a:pt x="722827" y="114305"/>
                  </a:lnTo>
                  <a:lnTo>
                    <a:pt x="696685" y="211934"/>
                  </a:lnTo>
                  <a:lnTo>
                    <a:pt x="722827" y="211934"/>
                  </a:lnTo>
                  <a:lnTo>
                    <a:pt x="722827" y="333591"/>
                  </a:lnTo>
                  <a:lnTo>
                    <a:pt x="753224" y="333591"/>
                  </a:lnTo>
                  <a:lnTo>
                    <a:pt x="753224" y="211934"/>
                  </a:lnTo>
                  <a:lnTo>
                    <a:pt x="783622" y="211934"/>
                  </a:lnTo>
                  <a:lnTo>
                    <a:pt x="783622" y="333591"/>
                  </a:lnTo>
                  <a:lnTo>
                    <a:pt x="814019" y="333591"/>
                  </a:lnTo>
                  <a:lnTo>
                    <a:pt x="814019" y="211934"/>
                  </a:lnTo>
                  <a:lnTo>
                    <a:pt x="840161" y="211934"/>
                  </a:lnTo>
                  <a:lnTo>
                    <a:pt x="814019" y="114305"/>
                  </a:lnTo>
                  <a:lnTo>
                    <a:pt x="814019" y="65490"/>
                  </a:lnTo>
                  <a:lnTo>
                    <a:pt x="839313" y="161840"/>
                  </a:lnTo>
                  <a:lnTo>
                    <a:pt x="847571" y="166782"/>
                  </a:lnTo>
                  <a:lnTo>
                    <a:pt x="861148" y="163386"/>
                  </a:lnTo>
                  <a:lnTo>
                    <a:pt x="865391" y="159128"/>
                  </a:lnTo>
                  <a:lnTo>
                    <a:pt x="890013" y="65490"/>
                  </a:lnTo>
                  <a:lnTo>
                    <a:pt x="890013" y="333591"/>
                  </a:lnTo>
                  <a:lnTo>
                    <a:pt x="920411" y="333591"/>
                  </a:lnTo>
                  <a:lnTo>
                    <a:pt x="920411" y="166313"/>
                  </a:lnTo>
                  <a:lnTo>
                    <a:pt x="950808" y="166313"/>
                  </a:lnTo>
                  <a:lnTo>
                    <a:pt x="950808" y="333591"/>
                  </a:lnTo>
                  <a:lnTo>
                    <a:pt x="981206" y="333591"/>
                  </a:lnTo>
                  <a:lnTo>
                    <a:pt x="981206" y="66402"/>
                  </a:lnTo>
                  <a:lnTo>
                    <a:pt x="1004308" y="153691"/>
                  </a:lnTo>
                  <a:lnTo>
                    <a:pt x="1004308" y="162093"/>
                  </a:lnTo>
                  <a:lnTo>
                    <a:pt x="1011109" y="168898"/>
                  </a:lnTo>
                  <a:lnTo>
                    <a:pt x="1027904" y="168898"/>
                  </a:lnTo>
                  <a:lnTo>
                    <a:pt x="1034705" y="162093"/>
                  </a:lnTo>
                  <a:lnTo>
                    <a:pt x="1034705" y="153691"/>
                  </a:lnTo>
                  <a:lnTo>
                    <a:pt x="1057199" y="66402"/>
                  </a:lnTo>
                  <a:lnTo>
                    <a:pt x="1057199" y="114305"/>
                  </a:lnTo>
                  <a:lnTo>
                    <a:pt x="1031057" y="211934"/>
                  </a:lnTo>
                  <a:lnTo>
                    <a:pt x="1057199" y="211934"/>
                  </a:lnTo>
                  <a:lnTo>
                    <a:pt x="1057199" y="333591"/>
                  </a:lnTo>
                  <a:lnTo>
                    <a:pt x="1087597" y="333591"/>
                  </a:lnTo>
                  <a:lnTo>
                    <a:pt x="1087597" y="211934"/>
                  </a:lnTo>
                  <a:lnTo>
                    <a:pt x="1117994" y="211934"/>
                  </a:lnTo>
                  <a:lnTo>
                    <a:pt x="1117994" y="333591"/>
                  </a:lnTo>
                  <a:lnTo>
                    <a:pt x="1148392" y="333591"/>
                  </a:lnTo>
                  <a:lnTo>
                    <a:pt x="1148392" y="211934"/>
                  </a:lnTo>
                  <a:lnTo>
                    <a:pt x="1174483" y="211934"/>
                  </a:lnTo>
                  <a:lnTo>
                    <a:pt x="1148392" y="114305"/>
                  </a:lnTo>
                  <a:lnTo>
                    <a:pt x="1148392" y="65490"/>
                  </a:lnTo>
                  <a:lnTo>
                    <a:pt x="1173470" y="160522"/>
                  </a:lnTo>
                  <a:lnTo>
                    <a:pt x="1179803" y="165185"/>
                  </a:lnTo>
                  <a:lnTo>
                    <a:pt x="1195255" y="164704"/>
                  </a:lnTo>
                  <a:lnTo>
                    <a:pt x="1201841" y="157708"/>
                  </a:lnTo>
                  <a:lnTo>
                    <a:pt x="1201081" y="145936"/>
                  </a:lnTo>
                  <a:lnTo>
                    <a:pt x="1169290" y="29196"/>
                  </a:lnTo>
                  <a:lnTo>
                    <a:pt x="1150592" y="13068"/>
                  </a:lnTo>
                  <a:lnTo>
                    <a:pt x="1117266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62786" y="2826530"/>
              <a:ext cx="75993" cy="7603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8414" y="2826530"/>
              <a:ext cx="75993" cy="7603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95600" y="2826530"/>
              <a:ext cx="75993" cy="7603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4041" y="2826530"/>
              <a:ext cx="75993" cy="7603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1228" y="2826530"/>
              <a:ext cx="75993" cy="7603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831726" y="2918076"/>
              <a:ext cx="869950" cy="334645"/>
            </a:xfrm>
            <a:custGeom>
              <a:avLst/>
              <a:gdLst/>
              <a:ahLst/>
              <a:cxnLst/>
              <a:rect l="l" t="t" r="r" b="b"/>
              <a:pathLst>
                <a:path w="869950" h="334645">
                  <a:moveTo>
                    <a:pt x="783348" y="670"/>
                  </a:moveTo>
                  <a:lnTo>
                    <a:pt x="730747" y="8462"/>
                  </a:lnTo>
                  <a:lnTo>
                    <a:pt x="701270" y="32949"/>
                  </a:lnTo>
                  <a:lnTo>
                    <a:pt x="685463" y="90939"/>
                  </a:lnTo>
                  <a:lnTo>
                    <a:pt x="667807" y="29857"/>
                  </a:lnTo>
                  <a:lnTo>
                    <a:pt x="657782" y="20041"/>
                  </a:lnTo>
                  <a:lnTo>
                    <a:pt x="639672" y="8499"/>
                  </a:lnTo>
                  <a:lnTo>
                    <a:pt x="616000" y="718"/>
                  </a:lnTo>
                  <a:lnTo>
                    <a:pt x="587536" y="870"/>
                  </a:lnTo>
                  <a:lnTo>
                    <a:pt x="563537" y="8476"/>
                  </a:lnTo>
                  <a:lnTo>
                    <a:pt x="545347" y="20102"/>
                  </a:lnTo>
                  <a:lnTo>
                    <a:pt x="534096" y="32974"/>
                  </a:lnTo>
                  <a:lnTo>
                    <a:pt x="517973" y="92612"/>
                  </a:lnTo>
                  <a:lnTo>
                    <a:pt x="500456" y="30452"/>
                  </a:lnTo>
                  <a:lnTo>
                    <a:pt x="490394" y="20656"/>
                  </a:lnTo>
                  <a:lnTo>
                    <a:pt x="472211" y="9114"/>
                  </a:lnTo>
                  <a:lnTo>
                    <a:pt x="448695" y="1027"/>
                  </a:lnTo>
                  <a:lnTo>
                    <a:pt x="427492" y="0"/>
                  </a:lnTo>
                  <a:lnTo>
                    <a:pt x="406414" y="4410"/>
                  </a:lnTo>
                  <a:lnTo>
                    <a:pt x="386955" y="13710"/>
                  </a:lnTo>
                  <a:lnTo>
                    <a:pt x="368392" y="30060"/>
                  </a:lnTo>
                  <a:lnTo>
                    <a:pt x="351091" y="90939"/>
                  </a:lnTo>
                  <a:lnTo>
                    <a:pt x="333435" y="29857"/>
                  </a:lnTo>
                  <a:lnTo>
                    <a:pt x="323410" y="20041"/>
                  </a:lnTo>
                  <a:lnTo>
                    <a:pt x="305300" y="8499"/>
                  </a:lnTo>
                  <a:lnTo>
                    <a:pt x="281632" y="718"/>
                  </a:lnTo>
                  <a:lnTo>
                    <a:pt x="253163" y="870"/>
                  </a:lnTo>
                  <a:lnTo>
                    <a:pt x="229164" y="8476"/>
                  </a:lnTo>
                  <a:lnTo>
                    <a:pt x="210974" y="20101"/>
                  </a:lnTo>
                  <a:lnTo>
                    <a:pt x="199724" y="32974"/>
                  </a:lnTo>
                  <a:lnTo>
                    <a:pt x="183600" y="92611"/>
                  </a:lnTo>
                  <a:lnTo>
                    <a:pt x="166084" y="30452"/>
                  </a:lnTo>
                  <a:lnTo>
                    <a:pt x="156021" y="20656"/>
                  </a:lnTo>
                  <a:lnTo>
                    <a:pt x="137839" y="9114"/>
                  </a:lnTo>
                  <a:lnTo>
                    <a:pt x="114323" y="1027"/>
                  </a:lnTo>
                  <a:lnTo>
                    <a:pt x="93119" y="0"/>
                  </a:lnTo>
                  <a:lnTo>
                    <a:pt x="72042" y="4410"/>
                  </a:lnTo>
                  <a:lnTo>
                    <a:pt x="52582" y="13710"/>
                  </a:lnTo>
                  <a:lnTo>
                    <a:pt x="34019" y="30059"/>
                  </a:lnTo>
                  <a:lnTo>
                    <a:pt x="0" y="155303"/>
                  </a:lnTo>
                  <a:lnTo>
                    <a:pt x="4825" y="163603"/>
                  </a:lnTo>
                  <a:lnTo>
                    <a:pt x="23938" y="165998"/>
                  </a:lnTo>
                  <a:lnTo>
                    <a:pt x="30232" y="161335"/>
                  </a:lnTo>
                  <a:lnTo>
                    <a:pt x="54715" y="66151"/>
                  </a:lnTo>
                  <a:lnTo>
                    <a:pt x="54715" y="334252"/>
                  </a:lnTo>
                  <a:lnTo>
                    <a:pt x="85113" y="334252"/>
                  </a:lnTo>
                  <a:lnTo>
                    <a:pt x="85113" y="166974"/>
                  </a:lnTo>
                  <a:lnTo>
                    <a:pt x="115510" y="166974"/>
                  </a:lnTo>
                  <a:lnTo>
                    <a:pt x="115510" y="334252"/>
                  </a:lnTo>
                  <a:lnTo>
                    <a:pt x="145908" y="334252"/>
                  </a:lnTo>
                  <a:lnTo>
                    <a:pt x="145908" y="67063"/>
                  </a:lnTo>
                  <a:lnTo>
                    <a:pt x="169010" y="154352"/>
                  </a:lnTo>
                  <a:lnTo>
                    <a:pt x="169010" y="162754"/>
                  </a:lnTo>
                  <a:lnTo>
                    <a:pt x="175811" y="169559"/>
                  </a:lnTo>
                  <a:lnTo>
                    <a:pt x="192606" y="169559"/>
                  </a:lnTo>
                  <a:lnTo>
                    <a:pt x="199407" y="162754"/>
                  </a:lnTo>
                  <a:lnTo>
                    <a:pt x="199407" y="154352"/>
                  </a:lnTo>
                  <a:lnTo>
                    <a:pt x="221901" y="67063"/>
                  </a:lnTo>
                  <a:lnTo>
                    <a:pt x="221901" y="114966"/>
                  </a:lnTo>
                  <a:lnTo>
                    <a:pt x="195759" y="212596"/>
                  </a:lnTo>
                  <a:lnTo>
                    <a:pt x="221901" y="212596"/>
                  </a:lnTo>
                  <a:lnTo>
                    <a:pt x="221901" y="334252"/>
                  </a:lnTo>
                  <a:lnTo>
                    <a:pt x="252299" y="334252"/>
                  </a:lnTo>
                  <a:lnTo>
                    <a:pt x="252299" y="212596"/>
                  </a:lnTo>
                  <a:lnTo>
                    <a:pt x="282696" y="212596"/>
                  </a:lnTo>
                  <a:lnTo>
                    <a:pt x="282696" y="334252"/>
                  </a:lnTo>
                  <a:lnTo>
                    <a:pt x="313094" y="334252"/>
                  </a:lnTo>
                  <a:lnTo>
                    <a:pt x="313094" y="212596"/>
                  </a:lnTo>
                  <a:lnTo>
                    <a:pt x="339236" y="212596"/>
                  </a:lnTo>
                  <a:lnTo>
                    <a:pt x="313094" y="114966"/>
                  </a:lnTo>
                  <a:lnTo>
                    <a:pt x="313094" y="66151"/>
                  </a:lnTo>
                  <a:lnTo>
                    <a:pt x="338387" y="162501"/>
                  </a:lnTo>
                  <a:lnTo>
                    <a:pt x="346645" y="167443"/>
                  </a:lnTo>
                  <a:lnTo>
                    <a:pt x="360223" y="164047"/>
                  </a:lnTo>
                  <a:lnTo>
                    <a:pt x="364466" y="159789"/>
                  </a:lnTo>
                  <a:lnTo>
                    <a:pt x="389088" y="66151"/>
                  </a:lnTo>
                  <a:lnTo>
                    <a:pt x="389088" y="334252"/>
                  </a:lnTo>
                  <a:lnTo>
                    <a:pt x="419485" y="334253"/>
                  </a:lnTo>
                  <a:lnTo>
                    <a:pt x="419485" y="166974"/>
                  </a:lnTo>
                  <a:lnTo>
                    <a:pt x="449883" y="166974"/>
                  </a:lnTo>
                  <a:lnTo>
                    <a:pt x="449883" y="334253"/>
                  </a:lnTo>
                  <a:lnTo>
                    <a:pt x="480280" y="334253"/>
                  </a:lnTo>
                  <a:lnTo>
                    <a:pt x="480280" y="67064"/>
                  </a:lnTo>
                  <a:lnTo>
                    <a:pt x="503382" y="154352"/>
                  </a:lnTo>
                  <a:lnTo>
                    <a:pt x="503382" y="162754"/>
                  </a:lnTo>
                  <a:lnTo>
                    <a:pt x="510184" y="169559"/>
                  </a:lnTo>
                  <a:lnTo>
                    <a:pt x="526978" y="169559"/>
                  </a:lnTo>
                  <a:lnTo>
                    <a:pt x="533780" y="162754"/>
                  </a:lnTo>
                  <a:lnTo>
                    <a:pt x="533780" y="154352"/>
                  </a:lnTo>
                  <a:lnTo>
                    <a:pt x="556274" y="67064"/>
                  </a:lnTo>
                  <a:lnTo>
                    <a:pt x="556274" y="114966"/>
                  </a:lnTo>
                  <a:lnTo>
                    <a:pt x="530132" y="212596"/>
                  </a:lnTo>
                  <a:lnTo>
                    <a:pt x="556274" y="212596"/>
                  </a:lnTo>
                  <a:lnTo>
                    <a:pt x="556274" y="334253"/>
                  </a:lnTo>
                  <a:lnTo>
                    <a:pt x="586671" y="334253"/>
                  </a:lnTo>
                  <a:lnTo>
                    <a:pt x="586671" y="212596"/>
                  </a:lnTo>
                  <a:lnTo>
                    <a:pt x="617069" y="212596"/>
                  </a:lnTo>
                  <a:lnTo>
                    <a:pt x="617069" y="334253"/>
                  </a:lnTo>
                  <a:lnTo>
                    <a:pt x="647466" y="334253"/>
                  </a:lnTo>
                  <a:lnTo>
                    <a:pt x="647466" y="212596"/>
                  </a:lnTo>
                  <a:lnTo>
                    <a:pt x="673608" y="212596"/>
                  </a:lnTo>
                  <a:lnTo>
                    <a:pt x="647466" y="114966"/>
                  </a:lnTo>
                  <a:lnTo>
                    <a:pt x="647466" y="66151"/>
                  </a:lnTo>
                  <a:lnTo>
                    <a:pt x="672760" y="162501"/>
                  </a:lnTo>
                  <a:lnTo>
                    <a:pt x="681018" y="167443"/>
                  </a:lnTo>
                  <a:lnTo>
                    <a:pt x="694595" y="164047"/>
                  </a:lnTo>
                  <a:lnTo>
                    <a:pt x="698838" y="159789"/>
                  </a:lnTo>
                  <a:lnTo>
                    <a:pt x="723460" y="66151"/>
                  </a:lnTo>
                  <a:lnTo>
                    <a:pt x="723460" y="334253"/>
                  </a:lnTo>
                  <a:lnTo>
                    <a:pt x="753858" y="334253"/>
                  </a:lnTo>
                  <a:lnTo>
                    <a:pt x="753858" y="166974"/>
                  </a:lnTo>
                  <a:lnTo>
                    <a:pt x="784255" y="166974"/>
                  </a:lnTo>
                  <a:lnTo>
                    <a:pt x="784255" y="334253"/>
                  </a:lnTo>
                  <a:lnTo>
                    <a:pt x="814653" y="334253"/>
                  </a:lnTo>
                  <a:lnTo>
                    <a:pt x="814653" y="67064"/>
                  </a:lnTo>
                  <a:lnTo>
                    <a:pt x="839591" y="161183"/>
                  </a:lnTo>
                  <a:lnTo>
                    <a:pt x="845886" y="165847"/>
                  </a:lnTo>
                  <a:lnTo>
                    <a:pt x="856905" y="165606"/>
                  </a:lnTo>
                  <a:lnTo>
                    <a:pt x="864948" y="163198"/>
                  </a:lnTo>
                  <a:lnTo>
                    <a:pt x="869520" y="154733"/>
                  </a:lnTo>
                  <a:lnTo>
                    <a:pt x="867088" y="146597"/>
                  </a:lnTo>
                  <a:lnTo>
                    <a:pt x="835437" y="29844"/>
                  </a:lnTo>
                  <a:lnTo>
                    <a:pt x="825374" y="20048"/>
                  </a:lnTo>
                  <a:lnTo>
                    <a:pt x="807192" y="8506"/>
                  </a:lnTo>
                  <a:lnTo>
                    <a:pt x="783348" y="67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28414" y="2370316"/>
              <a:ext cx="75993" cy="7603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5600" y="2370316"/>
              <a:ext cx="75993" cy="7603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1228" y="2370316"/>
              <a:ext cx="75993" cy="76035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7998913" y="2461704"/>
              <a:ext cx="535940" cy="334645"/>
            </a:xfrm>
            <a:custGeom>
              <a:avLst/>
              <a:gdLst/>
              <a:ahLst/>
              <a:cxnLst/>
              <a:rect l="l" t="t" r="r" b="b"/>
              <a:pathLst>
                <a:path w="535940" h="334644">
                  <a:moveTo>
                    <a:pt x="441935" y="0"/>
                  </a:moveTo>
                  <a:lnTo>
                    <a:pt x="396350" y="8649"/>
                  </a:lnTo>
                  <a:lnTo>
                    <a:pt x="365985" y="36225"/>
                  </a:lnTo>
                  <a:lnTo>
                    <a:pt x="350787" y="92770"/>
                  </a:lnTo>
                  <a:lnTo>
                    <a:pt x="334777" y="33564"/>
                  </a:lnTo>
                  <a:lnTo>
                    <a:pt x="305025" y="9278"/>
                  </a:lnTo>
                  <a:lnTo>
                    <a:pt x="260305" y="160"/>
                  </a:lnTo>
                  <a:lnTo>
                    <a:pt x="246135" y="2528"/>
                  </a:lnTo>
                  <a:lnTo>
                    <a:pt x="211074" y="20262"/>
                  </a:lnTo>
                  <a:lnTo>
                    <a:pt x="183904" y="91098"/>
                  </a:lnTo>
                  <a:lnTo>
                    <a:pt x="167806" y="32930"/>
                  </a:lnTo>
                  <a:lnTo>
                    <a:pt x="138113" y="8645"/>
                  </a:lnTo>
                  <a:lnTo>
                    <a:pt x="107411" y="17"/>
                  </a:lnTo>
                  <a:lnTo>
                    <a:pt x="93112" y="142"/>
                  </a:lnTo>
                  <a:lnTo>
                    <a:pt x="52525" y="13906"/>
                  </a:lnTo>
                  <a:lnTo>
                    <a:pt x="0" y="155462"/>
                  </a:lnTo>
                  <a:lnTo>
                    <a:pt x="4825" y="163762"/>
                  </a:lnTo>
                  <a:lnTo>
                    <a:pt x="16870" y="165917"/>
                  </a:lnTo>
                  <a:lnTo>
                    <a:pt x="23938" y="166157"/>
                  </a:lnTo>
                  <a:lnTo>
                    <a:pt x="30232" y="161494"/>
                  </a:lnTo>
                  <a:lnTo>
                    <a:pt x="54715" y="67222"/>
                  </a:lnTo>
                  <a:lnTo>
                    <a:pt x="54715" y="115125"/>
                  </a:lnTo>
                  <a:lnTo>
                    <a:pt x="28573" y="212754"/>
                  </a:lnTo>
                  <a:lnTo>
                    <a:pt x="54715" y="212754"/>
                  </a:lnTo>
                  <a:lnTo>
                    <a:pt x="54715" y="334411"/>
                  </a:lnTo>
                  <a:lnTo>
                    <a:pt x="85113" y="334411"/>
                  </a:lnTo>
                  <a:lnTo>
                    <a:pt x="85113" y="212754"/>
                  </a:lnTo>
                  <a:lnTo>
                    <a:pt x="115510" y="212754"/>
                  </a:lnTo>
                  <a:lnTo>
                    <a:pt x="115510" y="334411"/>
                  </a:lnTo>
                  <a:lnTo>
                    <a:pt x="145908" y="334411"/>
                  </a:lnTo>
                  <a:lnTo>
                    <a:pt x="145908" y="212754"/>
                  </a:lnTo>
                  <a:lnTo>
                    <a:pt x="172049" y="212754"/>
                  </a:lnTo>
                  <a:lnTo>
                    <a:pt x="145908" y="115125"/>
                  </a:lnTo>
                  <a:lnTo>
                    <a:pt x="145908" y="66310"/>
                  </a:lnTo>
                  <a:lnTo>
                    <a:pt x="171201" y="162660"/>
                  </a:lnTo>
                  <a:lnTo>
                    <a:pt x="179459" y="167602"/>
                  </a:lnTo>
                  <a:lnTo>
                    <a:pt x="193036" y="164206"/>
                  </a:lnTo>
                  <a:lnTo>
                    <a:pt x="197279" y="159948"/>
                  </a:lnTo>
                  <a:lnTo>
                    <a:pt x="221901" y="66310"/>
                  </a:lnTo>
                  <a:lnTo>
                    <a:pt x="221901" y="334411"/>
                  </a:lnTo>
                  <a:lnTo>
                    <a:pt x="252299" y="334411"/>
                  </a:lnTo>
                  <a:lnTo>
                    <a:pt x="252299" y="167133"/>
                  </a:lnTo>
                  <a:lnTo>
                    <a:pt x="282696" y="167133"/>
                  </a:lnTo>
                  <a:lnTo>
                    <a:pt x="282696" y="334411"/>
                  </a:lnTo>
                  <a:lnTo>
                    <a:pt x="313094" y="334411"/>
                  </a:lnTo>
                  <a:lnTo>
                    <a:pt x="313094" y="67222"/>
                  </a:lnTo>
                  <a:lnTo>
                    <a:pt x="336196" y="154511"/>
                  </a:lnTo>
                  <a:lnTo>
                    <a:pt x="336196" y="162913"/>
                  </a:lnTo>
                  <a:lnTo>
                    <a:pt x="342997" y="169718"/>
                  </a:lnTo>
                  <a:lnTo>
                    <a:pt x="359792" y="169718"/>
                  </a:lnTo>
                  <a:lnTo>
                    <a:pt x="366593" y="162913"/>
                  </a:lnTo>
                  <a:lnTo>
                    <a:pt x="366593" y="154511"/>
                  </a:lnTo>
                  <a:lnTo>
                    <a:pt x="389088" y="67222"/>
                  </a:lnTo>
                  <a:lnTo>
                    <a:pt x="389088" y="115125"/>
                  </a:lnTo>
                  <a:lnTo>
                    <a:pt x="362946" y="212755"/>
                  </a:lnTo>
                  <a:lnTo>
                    <a:pt x="389088" y="212755"/>
                  </a:lnTo>
                  <a:lnTo>
                    <a:pt x="389088" y="334411"/>
                  </a:lnTo>
                  <a:lnTo>
                    <a:pt x="419485" y="334411"/>
                  </a:lnTo>
                  <a:lnTo>
                    <a:pt x="419485" y="212755"/>
                  </a:lnTo>
                  <a:lnTo>
                    <a:pt x="449883" y="212755"/>
                  </a:lnTo>
                  <a:lnTo>
                    <a:pt x="449883" y="334411"/>
                  </a:lnTo>
                  <a:lnTo>
                    <a:pt x="480280" y="334411"/>
                  </a:lnTo>
                  <a:lnTo>
                    <a:pt x="480280" y="212755"/>
                  </a:lnTo>
                  <a:lnTo>
                    <a:pt x="506422" y="212755"/>
                  </a:lnTo>
                  <a:lnTo>
                    <a:pt x="480280" y="115125"/>
                  </a:lnTo>
                  <a:lnTo>
                    <a:pt x="480280" y="66310"/>
                  </a:lnTo>
                  <a:lnTo>
                    <a:pt x="505371" y="161342"/>
                  </a:lnTo>
                  <a:lnTo>
                    <a:pt x="511665" y="166005"/>
                  </a:lnTo>
                  <a:lnTo>
                    <a:pt x="522685" y="165765"/>
                  </a:lnTo>
                  <a:lnTo>
                    <a:pt x="530753" y="163433"/>
                  </a:lnTo>
                  <a:lnTo>
                    <a:pt x="535401" y="155006"/>
                  </a:lnTo>
                  <a:lnTo>
                    <a:pt x="533020" y="146756"/>
                  </a:lnTo>
                  <a:lnTo>
                    <a:pt x="502787" y="32930"/>
                  </a:lnTo>
                  <a:lnTo>
                    <a:pt x="473094" y="8645"/>
                  </a:lnTo>
                  <a:lnTo>
                    <a:pt x="456196" y="2332"/>
                  </a:lnTo>
                  <a:lnTo>
                    <a:pt x="441935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382382" y="3898772"/>
            <a:ext cx="1715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D3"/>
                </a:solidFill>
                <a:latin typeface="Calibri"/>
                <a:cs typeface="Calibri"/>
              </a:rPr>
              <a:t>Queue</a:t>
            </a:r>
            <a:r>
              <a:rPr sz="2400" b="1" spc="-80" dirty="0">
                <a:solidFill>
                  <a:srgbClr val="0078D3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0078D3"/>
                </a:solidFill>
                <a:latin typeface="Calibri"/>
                <a:cs typeface="Calibri"/>
              </a:rPr>
              <a:t>Depth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0032495" y="2509057"/>
            <a:ext cx="1155065" cy="1155700"/>
          </a:xfrm>
          <a:custGeom>
            <a:avLst/>
            <a:gdLst/>
            <a:ahLst/>
            <a:cxnLst/>
            <a:rect l="l" t="t" r="r" b="b"/>
            <a:pathLst>
              <a:path w="1155065" h="1155700">
                <a:moveTo>
                  <a:pt x="577715" y="0"/>
                </a:moveTo>
                <a:lnTo>
                  <a:pt x="577259" y="0"/>
                </a:lnTo>
                <a:lnTo>
                  <a:pt x="529472" y="1932"/>
                </a:lnTo>
                <a:lnTo>
                  <a:pt x="529769" y="1932"/>
                </a:lnTo>
                <a:lnTo>
                  <a:pt x="483461" y="7592"/>
                </a:lnTo>
                <a:lnTo>
                  <a:pt x="438375" y="16832"/>
                </a:lnTo>
                <a:lnTo>
                  <a:pt x="394647" y="29502"/>
                </a:lnTo>
                <a:lnTo>
                  <a:pt x="352421" y="45454"/>
                </a:lnTo>
                <a:lnTo>
                  <a:pt x="311845" y="64540"/>
                </a:lnTo>
                <a:lnTo>
                  <a:pt x="273068" y="86610"/>
                </a:lnTo>
                <a:lnTo>
                  <a:pt x="236236" y="111517"/>
                </a:lnTo>
                <a:lnTo>
                  <a:pt x="201498" y="139111"/>
                </a:lnTo>
                <a:lnTo>
                  <a:pt x="169002" y="169243"/>
                </a:lnTo>
                <a:lnTo>
                  <a:pt x="138897" y="201767"/>
                </a:lnTo>
                <a:lnTo>
                  <a:pt x="111331" y="236531"/>
                </a:lnTo>
                <a:lnTo>
                  <a:pt x="86452" y="273389"/>
                </a:lnTo>
                <a:lnTo>
                  <a:pt x="64409" y="312191"/>
                </a:lnTo>
                <a:lnTo>
                  <a:pt x="45350" y="352790"/>
                </a:lnTo>
                <a:lnTo>
                  <a:pt x="29422" y="395035"/>
                </a:lnTo>
                <a:lnTo>
                  <a:pt x="16775" y="438778"/>
                </a:lnTo>
                <a:lnTo>
                  <a:pt x="7557" y="483872"/>
                </a:lnTo>
                <a:lnTo>
                  <a:pt x="1914" y="530183"/>
                </a:lnTo>
                <a:lnTo>
                  <a:pt x="0" y="577578"/>
                </a:lnTo>
                <a:lnTo>
                  <a:pt x="1913" y="624948"/>
                </a:lnTo>
                <a:lnTo>
                  <a:pt x="7555" y="671263"/>
                </a:lnTo>
                <a:lnTo>
                  <a:pt x="16777" y="716374"/>
                </a:lnTo>
                <a:lnTo>
                  <a:pt x="29430" y="760134"/>
                </a:lnTo>
                <a:lnTo>
                  <a:pt x="45366" y="802393"/>
                </a:lnTo>
                <a:lnTo>
                  <a:pt x="64436" y="843003"/>
                </a:lnTo>
                <a:lnTo>
                  <a:pt x="86491" y="881815"/>
                </a:lnTo>
                <a:lnTo>
                  <a:pt x="111383" y="918681"/>
                </a:lnTo>
                <a:lnTo>
                  <a:pt x="138963" y="953451"/>
                </a:lnTo>
                <a:lnTo>
                  <a:pt x="169083" y="985978"/>
                </a:lnTo>
                <a:lnTo>
                  <a:pt x="201595" y="1016112"/>
                </a:lnTo>
                <a:lnTo>
                  <a:pt x="236349" y="1043705"/>
                </a:lnTo>
                <a:lnTo>
                  <a:pt x="273197" y="1068608"/>
                </a:lnTo>
                <a:lnTo>
                  <a:pt x="311991" y="1090673"/>
                </a:lnTo>
                <a:lnTo>
                  <a:pt x="352582" y="1109751"/>
                </a:lnTo>
                <a:lnTo>
                  <a:pt x="394822" y="1125693"/>
                </a:lnTo>
                <a:lnTo>
                  <a:pt x="438563" y="1138351"/>
                </a:lnTo>
                <a:lnTo>
                  <a:pt x="483658" y="1147576"/>
                </a:lnTo>
                <a:lnTo>
                  <a:pt x="529980" y="1153219"/>
                </a:lnTo>
                <a:lnTo>
                  <a:pt x="577235" y="1155132"/>
                </a:lnTo>
                <a:lnTo>
                  <a:pt x="624578" y="1153219"/>
                </a:lnTo>
                <a:lnTo>
                  <a:pt x="670869" y="1147576"/>
                </a:lnTo>
                <a:lnTo>
                  <a:pt x="715958" y="1138351"/>
                </a:lnTo>
                <a:lnTo>
                  <a:pt x="759695" y="1125693"/>
                </a:lnTo>
                <a:lnTo>
                  <a:pt x="801934" y="1109751"/>
                </a:lnTo>
                <a:lnTo>
                  <a:pt x="842525" y="1090673"/>
                </a:lnTo>
                <a:lnTo>
                  <a:pt x="881319" y="1068609"/>
                </a:lnTo>
                <a:lnTo>
                  <a:pt x="918168" y="1043705"/>
                </a:lnTo>
                <a:lnTo>
                  <a:pt x="952924" y="1016112"/>
                </a:lnTo>
                <a:lnTo>
                  <a:pt x="985437" y="985978"/>
                </a:lnTo>
                <a:lnTo>
                  <a:pt x="1015558" y="953451"/>
                </a:lnTo>
                <a:lnTo>
                  <a:pt x="1043141" y="918681"/>
                </a:lnTo>
                <a:lnTo>
                  <a:pt x="1068035" y="881815"/>
                </a:lnTo>
                <a:lnTo>
                  <a:pt x="1090092" y="843003"/>
                </a:lnTo>
                <a:lnTo>
                  <a:pt x="1093554" y="835630"/>
                </a:lnTo>
                <a:lnTo>
                  <a:pt x="392088" y="835630"/>
                </a:lnTo>
                <a:lnTo>
                  <a:pt x="319438" y="762928"/>
                </a:lnTo>
                <a:lnTo>
                  <a:pt x="322152" y="760134"/>
                </a:lnTo>
                <a:lnTo>
                  <a:pt x="504470" y="577578"/>
                </a:lnTo>
                <a:lnTo>
                  <a:pt x="319324" y="392166"/>
                </a:lnTo>
                <a:lnTo>
                  <a:pt x="392063" y="319450"/>
                </a:lnTo>
                <a:lnTo>
                  <a:pt x="1093630" y="319450"/>
                </a:lnTo>
                <a:lnTo>
                  <a:pt x="1090225" y="312192"/>
                </a:lnTo>
                <a:lnTo>
                  <a:pt x="1068193" y="273389"/>
                </a:lnTo>
                <a:lnTo>
                  <a:pt x="1043324" y="236532"/>
                </a:lnTo>
                <a:lnTo>
                  <a:pt x="1015768" y="201767"/>
                </a:lnTo>
                <a:lnTo>
                  <a:pt x="985672" y="169244"/>
                </a:lnTo>
                <a:lnTo>
                  <a:pt x="953185" y="139111"/>
                </a:lnTo>
                <a:lnTo>
                  <a:pt x="918456" y="111517"/>
                </a:lnTo>
                <a:lnTo>
                  <a:pt x="881633" y="86610"/>
                </a:lnTo>
                <a:lnTo>
                  <a:pt x="842864" y="64540"/>
                </a:lnTo>
                <a:lnTo>
                  <a:pt x="802299" y="45454"/>
                </a:lnTo>
                <a:lnTo>
                  <a:pt x="760085" y="29502"/>
                </a:lnTo>
                <a:lnTo>
                  <a:pt x="716371" y="16832"/>
                </a:lnTo>
                <a:lnTo>
                  <a:pt x="671306" y="7592"/>
                </a:lnTo>
                <a:lnTo>
                  <a:pt x="625038" y="1932"/>
                </a:lnTo>
                <a:lnTo>
                  <a:pt x="577715" y="0"/>
                </a:lnTo>
                <a:close/>
              </a:path>
              <a:path w="1155065" h="1155700">
                <a:moveTo>
                  <a:pt x="577260" y="650243"/>
                </a:moveTo>
                <a:lnTo>
                  <a:pt x="392038" y="835630"/>
                </a:lnTo>
                <a:lnTo>
                  <a:pt x="762520" y="835630"/>
                </a:lnTo>
                <a:lnTo>
                  <a:pt x="577260" y="650243"/>
                </a:lnTo>
                <a:close/>
              </a:path>
              <a:path w="1155065" h="1155700">
                <a:moveTo>
                  <a:pt x="1093630" y="319450"/>
                </a:moveTo>
                <a:lnTo>
                  <a:pt x="762520" y="319450"/>
                </a:lnTo>
                <a:lnTo>
                  <a:pt x="835182" y="392166"/>
                </a:lnTo>
                <a:lnTo>
                  <a:pt x="649986" y="577578"/>
                </a:lnTo>
                <a:lnTo>
                  <a:pt x="835183" y="762928"/>
                </a:lnTo>
                <a:lnTo>
                  <a:pt x="762520" y="835630"/>
                </a:lnTo>
                <a:lnTo>
                  <a:pt x="1093554" y="835630"/>
                </a:lnTo>
                <a:lnTo>
                  <a:pt x="1125100" y="760134"/>
                </a:lnTo>
                <a:lnTo>
                  <a:pt x="1137754" y="716374"/>
                </a:lnTo>
                <a:lnTo>
                  <a:pt x="1146977" y="671263"/>
                </a:lnTo>
                <a:lnTo>
                  <a:pt x="1152620" y="624948"/>
                </a:lnTo>
                <a:lnTo>
                  <a:pt x="1154534" y="577578"/>
                </a:lnTo>
                <a:lnTo>
                  <a:pt x="1152640" y="530184"/>
                </a:lnTo>
                <a:lnTo>
                  <a:pt x="1147017" y="483872"/>
                </a:lnTo>
                <a:lnTo>
                  <a:pt x="1137817" y="438779"/>
                </a:lnTo>
                <a:lnTo>
                  <a:pt x="1125185" y="395035"/>
                </a:lnTo>
                <a:lnTo>
                  <a:pt x="1109272" y="352790"/>
                </a:lnTo>
                <a:lnTo>
                  <a:pt x="1093630" y="319450"/>
                </a:lnTo>
                <a:close/>
              </a:path>
              <a:path w="1155065" h="1155700">
                <a:moveTo>
                  <a:pt x="762520" y="319450"/>
                </a:moveTo>
                <a:lnTo>
                  <a:pt x="392063" y="319450"/>
                </a:lnTo>
                <a:lnTo>
                  <a:pt x="577260" y="504876"/>
                </a:lnTo>
                <a:lnTo>
                  <a:pt x="762520" y="319450"/>
                </a:lnTo>
                <a:close/>
              </a:path>
            </a:pathLst>
          </a:custGeom>
          <a:solidFill>
            <a:srgbClr val="007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9806178" y="3781425"/>
            <a:ext cx="16052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marR="5080" indent="-30226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Dependency Failures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997342" y="2573074"/>
            <a:ext cx="1398905" cy="974725"/>
            <a:chOff x="2997342" y="2573074"/>
            <a:chExt cx="1398905" cy="974725"/>
          </a:xfrm>
        </p:grpSpPr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16662" y="3302305"/>
              <a:ext cx="212636" cy="24508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997339" y="2573083"/>
              <a:ext cx="1398905" cy="974725"/>
            </a:xfrm>
            <a:custGeom>
              <a:avLst/>
              <a:gdLst/>
              <a:ahLst/>
              <a:cxnLst/>
              <a:rect l="l" t="t" r="r" b="b"/>
              <a:pathLst>
                <a:path w="1398904" h="974725">
                  <a:moveTo>
                    <a:pt x="1124699" y="672515"/>
                  </a:moveTo>
                  <a:lnTo>
                    <a:pt x="942314" y="689940"/>
                  </a:lnTo>
                  <a:lnTo>
                    <a:pt x="942314" y="807034"/>
                  </a:lnTo>
                  <a:lnTo>
                    <a:pt x="945997" y="832637"/>
                  </a:lnTo>
                  <a:lnTo>
                    <a:pt x="956462" y="855751"/>
                  </a:lnTo>
                  <a:lnTo>
                    <a:pt x="972858" y="875093"/>
                  </a:lnTo>
                  <a:lnTo>
                    <a:pt x="994397" y="889368"/>
                  </a:lnTo>
                  <a:lnTo>
                    <a:pt x="984338" y="905535"/>
                  </a:lnTo>
                  <a:lnTo>
                    <a:pt x="972210" y="920089"/>
                  </a:lnTo>
                  <a:lnTo>
                    <a:pt x="958202" y="932840"/>
                  </a:lnTo>
                  <a:lnTo>
                    <a:pt x="942479" y="943584"/>
                  </a:lnTo>
                  <a:lnTo>
                    <a:pt x="937602" y="947877"/>
                  </a:lnTo>
                  <a:lnTo>
                    <a:pt x="934847" y="953528"/>
                  </a:lnTo>
                  <a:lnTo>
                    <a:pt x="934415" y="959789"/>
                  </a:lnTo>
                  <a:lnTo>
                    <a:pt x="936485" y="965949"/>
                  </a:lnTo>
                  <a:lnTo>
                    <a:pt x="939266" y="970788"/>
                  </a:lnTo>
                  <a:lnTo>
                    <a:pt x="944333" y="973886"/>
                  </a:lnTo>
                  <a:lnTo>
                    <a:pt x="956983" y="974318"/>
                  </a:lnTo>
                  <a:lnTo>
                    <a:pt x="999515" y="967549"/>
                  </a:lnTo>
                  <a:lnTo>
                    <a:pt x="1037043" y="948499"/>
                  </a:lnTo>
                  <a:lnTo>
                    <a:pt x="1067054" y="918984"/>
                  </a:lnTo>
                  <a:lnTo>
                    <a:pt x="1087018" y="880808"/>
                  </a:lnTo>
                  <a:lnTo>
                    <a:pt x="1102893" y="866165"/>
                  </a:lnTo>
                  <a:lnTo>
                    <a:pt x="1114729" y="848461"/>
                  </a:lnTo>
                  <a:lnTo>
                    <a:pt x="1122146" y="828484"/>
                  </a:lnTo>
                  <a:lnTo>
                    <a:pt x="1124699" y="807034"/>
                  </a:lnTo>
                  <a:lnTo>
                    <a:pt x="1124699" y="672515"/>
                  </a:lnTo>
                  <a:close/>
                </a:path>
                <a:path w="1398904" h="974725">
                  <a:moveTo>
                    <a:pt x="1398282" y="417271"/>
                  </a:moveTo>
                  <a:lnTo>
                    <a:pt x="1237297" y="432663"/>
                  </a:lnTo>
                  <a:lnTo>
                    <a:pt x="1200238" y="454533"/>
                  </a:lnTo>
                  <a:lnTo>
                    <a:pt x="1160462" y="470293"/>
                  </a:lnTo>
                  <a:lnTo>
                    <a:pt x="1118730" y="479717"/>
                  </a:lnTo>
                  <a:lnTo>
                    <a:pt x="1075791" y="482587"/>
                  </a:lnTo>
                  <a:lnTo>
                    <a:pt x="1030871" y="484606"/>
                  </a:lnTo>
                  <a:lnTo>
                    <a:pt x="986040" y="487883"/>
                  </a:lnTo>
                  <a:lnTo>
                    <a:pt x="941311" y="492429"/>
                  </a:lnTo>
                  <a:lnTo>
                    <a:pt x="896721" y="498246"/>
                  </a:lnTo>
                  <a:lnTo>
                    <a:pt x="896721" y="485571"/>
                  </a:lnTo>
                  <a:lnTo>
                    <a:pt x="896721" y="452234"/>
                  </a:lnTo>
                  <a:lnTo>
                    <a:pt x="941298" y="446544"/>
                  </a:lnTo>
                  <a:lnTo>
                    <a:pt x="986015" y="442112"/>
                  </a:lnTo>
                  <a:lnTo>
                    <a:pt x="1030833" y="438937"/>
                  </a:lnTo>
                  <a:lnTo>
                    <a:pt x="1075740" y="437019"/>
                  </a:lnTo>
                  <a:lnTo>
                    <a:pt x="1125829" y="432003"/>
                  </a:lnTo>
                  <a:lnTo>
                    <a:pt x="1171803" y="417512"/>
                  </a:lnTo>
                  <a:lnTo>
                    <a:pt x="1175639" y="415328"/>
                  </a:lnTo>
                  <a:lnTo>
                    <a:pt x="1212354" y="394385"/>
                  </a:lnTo>
                  <a:lnTo>
                    <a:pt x="1234922" y="373748"/>
                  </a:lnTo>
                  <a:lnTo>
                    <a:pt x="1246187" y="363448"/>
                  </a:lnTo>
                  <a:lnTo>
                    <a:pt x="1271968" y="325526"/>
                  </a:lnTo>
                  <a:lnTo>
                    <a:pt x="1288402" y="281482"/>
                  </a:lnTo>
                  <a:lnTo>
                    <a:pt x="1292771" y="244068"/>
                  </a:lnTo>
                  <a:lnTo>
                    <a:pt x="1294155" y="232270"/>
                  </a:lnTo>
                  <a:lnTo>
                    <a:pt x="1293406" y="224840"/>
                  </a:lnTo>
                  <a:lnTo>
                    <a:pt x="1292758" y="218719"/>
                  </a:lnTo>
                  <a:lnTo>
                    <a:pt x="1289532" y="188074"/>
                  </a:lnTo>
                  <a:lnTo>
                    <a:pt x="1276070" y="147040"/>
                  </a:lnTo>
                  <a:lnTo>
                    <a:pt x="1254455" y="109918"/>
                  </a:lnTo>
                  <a:lnTo>
                    <a:pt x="1244752" y="99123"/>
                  </a:lnTo>
                  <a:lnTo>
                    <a:pt x="1229067" y="81686"/>
                  </a:lnTo>
                  <a:lnTo>
                    <a:pt x="1229067" y="218719"/>
                  </a:lnTo>
                  <a:lnTo>
                    <a:pt x="1206055" y="205308"/>
                  </a:lnTo>
                  <a:lnTo>
                    <a:pt x="1171714" y="185280"/>
                  </a:lnTo>
                  <a:lnTo>
                    <a:pt x="1171714" y="224840"/>
                  </a:lnTo>
                  <a:lnTo>
                    <a:pt x="1170190" y="232270"/>
                  </a:lnTo>
                  <a:lnTo>
                    <a:pt x="1166037" y="238417"/>
                  </a:lnTo>
                  <a:lnTo>
                    <a:pt x="1159878" y="242557"/>
                  </a:lnTo>
                  <a:lnTo>
                    <a:pt x="1152359" y="244068"/>
                  </a:lnTo>
                  <a:lnTo>
                    <a:pt x="1144854" y="242557"/>
                  </a:lnTo>
                  <a:lnTo>
                    <a:pt x="1138694" y="238417"/>
                  </a:lnTo>
                  <a:lnTo>
                    <a:pt x="1134541" y="232270"/>
                  </a:lnTo>
                  <a:lnTo>
                    <a:pt x="1133017" y="224840"/>
                  </a:lnTo>
                  <a:lnTo>
                    <a:pt x="1134465" y="217373"/>
                  </a:lnTo>
                  <a:lnTo>
                    <a:pt x="1134503" y="217144"/>
                  </a:lnTo>
                  <a:lnTo>
                    <a:pt x="1138643" y="210997"/>
                  </a:lnTo>
                  <a:lnTo>
                    <a:pt x="1144790" y="206832"/>
                  </a:lnTo>
                  <a:lnTo>
                    <a:pt x="1152296" y="205308"/>
                  </a:lnTo>
                  <a:lnTo>
                    <a:pt x="1152423" y="205308"/>
                  </a:lnTo>
                  <a:lnTo>
                    <a:pt x="1159903" y="206832"/>
                  </a:lnTo>
                  <a:lnTo>
                    <a:pt x="1166037" y="210997"/>
                  </a:lnTo>
                  <a:lnTo>
                    <a:pt x="1170165" y="217144"/>
                  </a:lnTo>
                  <a:lnTo>
                    <a:pt x="1171714" y="224840"/>
                  </a:lnTo>
                  <a:lnTo>
                    <a:pt x="1171714" y="185280"/>
                  </a:lnTo>
                  <a:lnTo>
                    <a:pt x="1171346" y="185064"/>
                  </a:lnTo>
                  <a:lnTo>
                    <a:pt x="1155014" y="179501"/>
                  </a:lnTo>
                  <a:lnTo>
                    <a:pt x="1138389" y="180594"/>
                  </a:lnTo>
                  <a:lnTo>
                    <a:pt x="1123327" y="187909"/>
                  </a:lnTo>
                  <a:lnTo>
                    <a:pt x="1111923" y="200761"/>
                  </a:lnTo>
                  <a:lnTo>
                    <a:pt x="1106601" y="216408"/>
                  </a:lnTo>
                  <a:lnTo>
                    <a:pt x="1106360" y="217144"/>
                  </a:lnTo>
                  <a:lnTo>
                    <a:pt x="1107363" y="232270"/>
                  </a:lnTo>
                  <a:lnTo>
                    <a:pt x="1107452" y="233743"/>
                  </a:lnTo>
                  <a:lnTo>
                    <a:pt x="1114704" y="248754"/>
                  </a:lnTo>
                  <a:lnTo>
                    <a:pt x="1127607" y="260210"/>
                  </a:lnTo>
                  <a:lnTo>
                    <a:pt x="1207236" y="306717"/>
                  </a:lnTo>
                  <a:lnTo>
                    <a:pt x="1170012" y="340893"/>
                  </a:lnTo>
                  <a:lnTo>
                    <a:pt x="1126629" y="363308"/>
                  </a:lnTo>
                  <a:lnTo>
                    <a:pt x="1079614" y="373748"/>
                  </a:lnTo>
                  <a:lnTo>
                    <a:pt x="1031481" y="371970"/>
                  </a:lnTo>
                  <a:lnTo>
                    <a:pt x="984783" y="357746"/>
                  </a:lnTo>
                  <a:lnTo>
                    <a:pt x="942009" y="330847"/>
                  </a:lnTo>
                  <a:lnTo>
                    <a:pt x="916647" y="305206"/>
                  </a:lnTo>
                  <a:lnTo>
                    <a:pt x="993876" y="260210"/>
                  </a:lnTo>
                  <a:lnTo>
                    <a:pt x="1006932" y="248894"/>
                  </a:lnTo>
                  <a:lnTo>
                    <a:pt x="1009332" y="244068"/>
                  </a:lnTo>
                  <a:lnTo>
                    <a:pt x="1014361" y="233984"/>
                  </a:lnTo>
                  <a:lnTo>
                    <a:pt x="1015555" y="218719"/>
                  </a:lnTo>
                  <a:lnTo>
                    <a:pt x="990066" y="183464"/>
                  </a:lnTo>
                  <a:lnTo>
                    <a:pt x="990066" y="224840"/>
                  </a:lnTo>
                  <a:lnTo>
                    <a:pt x="988542" y="232270"/>
                  </a:lnTo>
                  <a:lnTo>
                    <a:pt x="984364" y="238417"/>
                  </a:lnTo>
                  <a:lnTo>
                    <a:pt x="978166" y="242557"/>
                  </a:lnTo>
                  <a:lnTo>
                    <a:pt x="970711" y="244055"/>
                  </a:lnTo>
                  <a:lnTo>
                    <a:pt x="963180" y="242557"/>
                  </a:lnTo>
                  <a:lnTo>
                    <a:pt x="957021" y="238417"/>
                  </a:lnTo>
                  <a:lnTo>
                    <a:pt x="952855" y="232270"/>
                  </a:lnTo>
                  <a:lnTo>
                    <a:pt x="951369" y="224840"/>
                  </a:lnTo>
                  <a:lnTo>
                    <a:pt x="952842" y="217373"/>
                  </a:lnTo>
                  <a:lnTo>
                    <a:pt x="952881" y="217144"/>
                  </a:lnTo>
                  <a:lnTo>
                    <a:pt x="953376" y="216408"/>
                  </a:lnTo>
                  <a:lnTo>
                    <a:pt x="957021" y="210997"/>
                  </a:lnTo>
                  <a:lnTo>
                    <a:pt x="963180" y="206832"/>
                  </a:lnTo>
                  <a:lnTo>
                    <a:pt x="970724" y="205308"/>
                  </a:lnTo>
                  <a:lnTo>
                    <a:pt x="978268" y="206832"/>
                  </a:lnTo>
                  <a:lnTo>
                    <a:pt x="984427" y="210997"/>
                  </a:lnTo>
                  <a:lnTo>
                    <a:pt x="988568" y="217144"/>
                  </a:lnTo>
                  <a:lnTo>
                    <a:pt x="988885" y="218719"/>
                  </a:lnTo>
                  <a:lnTo>
                    <a:pt x="990066" y="224840"/>
                  </a:lnTo>
                  <a:lnTo>
                    <a:pt x="990066" y="183464"/>
                  </a:lnTo>
                  <a:lnTo>
                    <a:pt x="984338" y="180594"/>
                  </a:lnTo>
                  <a:lnTo>
                    <a:pt x="985710" y="180594"/>
                  </a:lnTo>
                  <a:lnTo>
                    <a:pt x="967486" y="179171"/>
                  </a:lnTo>
                  <a:lnTo>
                    <a:pt x="951077" y="184531"/>
                  </a:lnTo>
                  <a:lnTo>
                    <a:pt x="950772" y="184696"/>
                  </a:lnTo>
                  <a:lnTo>
                    <a:pt x="896327" y="216408"/>
                  </a:lnTo>
                  <a:lnTo>
                    <a:pt x="910145" y="178739"/>
                  </a:lnTo>
                  <a:lnTo>
                    <a:pt x="935710" y="146469"/>
                  </a:lnTo>
                  <a:lnTo>
                    <a:pt x="971003" y="121310"/>
                  </a:lnTo>
                  <a:lnTo>
                    <a:pt x="1013942" y="104952"/>
                  </a:lnTo>
                  <a:lnTo>
                    <a:pt x="1062482" y="99123"/>
                  </a:lnTo>
                  <a:lnTo>
                    <a:pt x="1111605" y="105079"/>
                  </a:lnTo>
                  <a:lnTo>
                    <a:pt x="1154925" y="121793"/>
                  </a:lnTo>
                  <a:lnTo>
                    <a:pt x="1190371" y="147472"/>
                  </a:lnTo>
                  <a:lnTo>
                    <a:pt x="1215123" y="179501"/>
                  </a:lnTo>
                  <a:lnTo>
                    <a:pt x="1229067" y="218719"/>
                  </a:lnTo>
                  <a:lnTo>
                    <a:pt x="1229067" y="81686"/>
                  </a:lnTo>
                  <a:lnTo>
                    <a:pt x="1225372" y="77571"/>
                  </a:lnTo>
                  <a:lnTo>
                    <a:pt x="1198765" y="57772"/>
                  </a:lnTo>
                  <a:lnTo>
                    <a:pt x="1189507" y="50876"/>
                  </a:lnTo>
                  <a:lnTo>
                    <a:pt x="1147521" y="30734"/>
                  </a:lnTo>
                  <a:lnTo>
                    <a:pt x="1100112" y="17995"/>
                  </a:lnTo>
                  <a:lnTo>
                    <a:pt x="1047953" y="13550"/>
                  </a:lnTo>
                  <a:lnTo>
                    <a:pt x="988580" y="16002"/>
                  </a:lnTo>
                  <a:lnTo>
                    <a:pt x="943063" y="22326"/>
                  </a:lnTo>
                  <a:lnTo>
                    <a:pt x="905433" y="30962"/>
                  </a:lnTo>
                  <a:lnTo>
                    <a:pt x="869759" y="40373"/>
                  </a:lnTo>
                  <a:lnTo>
                    <a:pt x="830059" y="49009"/>
                  </a:lnTo>
                  <a:lnTo>
                    <a:pt x="780389" y="55321"/>
                  </a:lnTo>
                  <a:lnTo>
                    <a:pt x="714794" y="57772"/>
                  </a:lnTo>
                  <a:lnTo>
                    <a:pt x="714400" y="57746"/>
                  </a:lnTo>
                  <a:lnTo>
                    <a:pt x="714400" y="485571"/>
                  </a:lnTo>
                  <a:lnTo>
                    <a:pt x="714400" y="535000"/>
                  </a:lnTo>
                  <a:lnTo>
                    <a:pt x="674611" y="550545"/>
                  </a:lnTo>
                  <a:lnTo>
                    <a:pt x="630174" y="565861"/>
                  </a:lnTo>
                  <a:lnTo>
                    <a:pt x="583057" y="579081"/>
                  </a:lnTo>
                  <a:lnTo>
                    <a:pt x="535241" y="588365"/>
                  </a:lnTo>
                  <a:lnTo>
                    <a:pt x="488721" y="591870"/>
                  </a:lnTo>
                  <a:lnTo>
                    <a:pt x="442226" y="589356"/>
                  </a:lnTo>
                  <a:lnTo>
                    <a:pt x="395897" y="584911"/>
                  </a:lnTo>
                  <a:lnTo>
                    <a:pt x="349796" y="578548"/>
                  </a:lnTo>
                  <a:lnTo>
                    <a:pt x="303974" y="570268"/>
                  </a:lnTo>
                  <a:lnTo>
                    <a:pt x="303974" y="523709"/>
                  </a:lnTo>
                  <a:lnTo>
                    <a:pt x="349770" y="532282"/>
                  </a:lnTo>
                  <a:lnTo>
                    <a:pt x="395871" y="538899"/>
                  </a:lnTo>
                  <a:lnTo>
                    <a:pt x="442214" y="543560"/>
                  </a:lnTo>
                  <a:lnTo>
                    <a:pt x="488721" y="546239"/>
                  </a:lnTo>
                  <a:lnTo>
                    <a:pt x="534035" y="542493"/>
                  </a:lnTo>
                  <a:lnTo>
                    <a:pt x="581317" y="532574"/>
                  </a:lnTo>
                  <a:lnTo>
                    <a:pt x="628510" y="518452"/>
                  </a:lnTo>
                  <a:lnTo>
                    <a:pt x="673557" y="502132"/>
                  </a:lnTo>
                  <a:lnTo>
                    <a:pt x="714400" y="485571"/>
                  </a:lnTo>
                  <a:lnTo>
                    <a:pt x="714400" y="57746"/>
                  </a:lnTo>
                  <a:lnTo>
                    <a:pt x="672592" y="54559"/>
                  </a:lnTo>
                  <a:lnTo>
                    <a:pt x="635000" y="46291"/>
                  </a:lnTo>
                  <a:lnTo>
                    <a:pt x="558825" y="22669"/>
                  </a:lnTo>
                  <a:lnTo>
                    <a:pt x="512800" y="11366"/>
                  </a:lnTo>
                  <a:lnTo>
                    <a:pt x="456539" y="3098"/>
                  </a:lnTo>
                  <a:lnTo>
                    <a:pt x="388531" y="0"/>
                  </a:lnTo>
                  <a:lnTo>
                    <a:pt x="379133" y="0"/>
                  </a:lnTo>
                  <a:lnTo>
                    <a:pt x="317017" y="6578"/>
                  </a:lnTo>
                  <a:lnTo>
                    <a:pt x="275691" y="18897"/>
                  </a:lnTo>
                  <a:lnTo>
                    <a:pt x="234848" y="37693"/>
                  </a:lnTo>
                  <a:lnTo>
                    <a:pt x="195681" y="62344"/>
                  </a:lnTo>
                  <a:lnTo>
                    <a:pt x="159321" y="92151"/>
                  </a:lnTo>
                  <a:lnTo>
                    <a:pt x="126961" y="126492"/>
                  </a:lnTo>
                  <a:lnTo>
                    <a:pt x="99758" y="164680"/>
                  </a:lnTo>
                  <a:lnTo>
                    <a:pt x="78892" y="206082"/>
                  </a:lnTo>
                  <a:lnTo>
                    <a:pt x="65506" y="250012"/>
                  </a:lnTo>
                  <a:lnTo>
                    <a:pt x="60794" y="295833"/>
                  </a:lnTo>
                  <a:lnTo>
                    <a:pt x="60794" y="457276"/>
                  </a:lnTo>
                  <a:lnTo>
                    <a:pt x="121589" y="415328"/>
                  </a:lnTo>
                  <a:lnTo>
                    <a:pt x="121589" y="539394"/>
                  </a:lnTo>
                  <a:lnTo>
                    <a:pt x="0" y="551027"/>
                  </a:lnTo>
                  <a:lnTo>
                    <a:pt x="0" y="734352"/>
                  </a:lnTo>
                  <a:lnTo>
                    <a:pt x="121589" y="722718"/>
                  </a:lnTo>
                  <a:lnTo>
                    <a:pt x="121589" y="807034"/>
                  </a:lnTo>
                  <a:lnTo>
                    <a:pt x="125272" y="832637"/>
                  </a:lnTo>
                  <a:lnTo>
                    <a:pt x="135724" y="855751"/>
                  </a:lnTo>
                  <a:lnTo>
                    <a:pt x="152133" y="875093"/>
                  </a:lnTo>
                  <a:lnTo>
                    <a:pt x="173672" y="889368"/>
                  </a:lnTo>
                  <a:lnTo>
                    <a:pt x="163614" y="905535"/>
                  </a:lnTo>
                  <a:lnTo>
                    <a:pt x="151485" y="920089"/>
                  </a:lnTo>
                  <a:lnTo>
                    <a:pt x="137464" y="932840"/>
                  </a:lnTo>
                  <a:lnTo>
                    <a:pt x="121754" y="943584"/>
                  </a:lnTo>
                  <a:lnTo>
                    <a:pt x="116878" y="947877"/>
                  </a:lnTo>
                  <a:lnTo>
                    <a:pt x="114122" y="953528"/>
                  </a:lnTo>
                  <a:lnTo>
                    <a:pt x="113677" y="959789"/>
                  </a:lnTo>
                  <a:lnTo>
                    <a:pt x="115747" y="965949"/>
                  </a:lnTo>
                  <a:lnTo>
                    <a:pt x="118529" y="970788"/>
                  </a:lnTo>
                  <a:lnTo>
                    <a:pt x="123596" y="973886"/>
                  </a:lnTo>
                  <a:lnTo>
                    <a:pt x="133096" y="974318"/>
                  </a:lnTo>
                  <a:lnTo>
                    <a:pt x="136258" y="974318"/>
                  </a:lnTo>
                  <a:lnTo>
                    <a:pt x="178777" y="967549"/>
                  </a:lnTo>
                  <a:lnTo>
                    <a:pt x="216306" y="948499"/>
                  </a:lnTo>
                  <a:lnTo>
                    <a:pt x="246316" y="918984"/>
                  </a:lnTo>
                  <a:lnTo>
                    <a:pt x="266293" y="880808"/>
                  </a:lnTo>
                  <a:lnTo>
                    <a:pt x="282155" y="866165"/>
                  </a:lnTo>
                  <a:lnTo>
                    <a:pt x="294005" y="848461"/>
                  </a:lnTo>
                  <a:lnTo>
                    <a:pt x="301409" y="828484"/>
                  </a:lnTo>
                  <a:lnTo>
                    <a:pt x="303974" y="807034"/>
                  </a:lnTo>
                  <a:lnTo>
                    <a:pt x="303974" y="722718"/>
                  </a:lnTo>
                  <a:lnTo>
                    <a:pt x="303974" y="705281"/>
                  </a:lnTo>
                  <a:lnTo>
                    <a:pt x="714336" y="666013"/>
                  </a:lnTo>
                  <a:lnTo>
                    <a:pt x="714336" y="807034"/>
                  </a:lnTo>
                  <a:lnTo>
                    <a:pt x="718019" y="832637"/>
                  </a:lnTo>
                  <a:lnTo>
                    <a:pt x="728472" y="855751"/>
                  </a:lnTo>
                  <a:lnTo>
                    <a:pt x="744880" y="875093"/>
                  </a:lnTo>
                  <a:lnTo>
                    <a:pt x="766419" y="889368"/>
                  </a:lnTo>
                  <a:lnTo>
                    <a:pt x="756361" y="905535"/>
                  </a:lnTo>
                  <a:lnTo>
                    <a:pt x="744232" y="920089"/>
                  </a:lnTo>
                  <a:lnTo>
                    <a:pt x="730211" y="932840"/>
                  </a:lnTo>
                  <a:lnTo>
                    <a:pt x="714502" y="943584"/>
                  </a:lnTo>
                  <a:lnTo>
                    <a:pt x="709625" y="947877"/>
                  </a:lnTo>
                  <a:lnTo>
                    <a:pt x="706869" y="953528"/>
                  </a:lnTo>
                  <a:lnTo>
                    <a:pt x="706424" y="959789"/>
                  </a:lnTo>
                  <a:lnTo>
                    <a:pt x="708494" y="965949"/>
                  </a:lnTo>
                  <a:lnTo>
                    <a:pt x="711288" y="970788"/>
                  </a:lnTo>
                  <a:lnTo>
                    <a:pt x="716356" y="973886"/>
                  </a:lnTo>
                  <a:lnTo>
                    <a:pt x="725843" y="974318"/>
                  </a:lnTo>
                  <a:lnTo>
                    <a:pt x="729005" y="974318"/>
                  </a:lnTo>
                  <a:lnTo>
                    <a:pt x="771525" y="967549"/>
                  </a:lnTo>
                  <a:lnTo>
                    <a:pt x="809066" y="948499"/>
                  </a:lnTo>
                  <a:lnTo>
                    <a:pt x="839076" y="918984"/>
                  </a:lnTo>
                  <a:lnTo>
                    <a:pt x="859040" y="880808"/>
                  </a:lnTo>
                  <a:lnTo>
                    <a:pt x="874915" y="866165"/>
                  </a:lnTo>
                  <a:lnTo>
                    <a:pt x="886752" y="848461"/>
                  </a:lnTo>
                  <a:lnTo>
                    <a:pt x="894156" y="828484"/>
                  </a:lnTo>
                  <a:lnTo>
                    <a:pt x="896721" y="807034"/>
                  </a:lnTo>
                  <a:lnTo>
                    <a:pt x="896721" y="666013"/>
                  </a:lnTo>
                  <a:lnTo>
                    <a:pt x="896721" y="648563"/>
                  </a:lnTo>
                  <a:lnTo>
                    <a:pt x="1398282" y="600583"/>
                  </a:lnTo>
                  <a:lnTo>
                    <a:pt x="1398282" y="591870"/>
                  </a:lnTo>
                  <a:lnTo>
                    <a:pt x="1398282" y="498246"/>
                  </a:lnTo>
                  <a:lnTo>
                    <a:pt x="1398282" y="417271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71708" y="2810145"/>
              <a:ext cx="176850" cy="104831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3169157" y="3898772"/>
            <a:ext cx="10521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 marR="5080" indent="-2794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78D3"/>
                </a:solidFill>
                <a:latin typeface="Calibri"/>
                <a:cs typeface="Calibri"/>
              </a:rPr>
              <a:t>Request </a:t>
            </a:r>
            <a:r>
              <a:rPr sz="2400" b="1" spc="-10" dirty="0">
                <a:solidFill>
                  <a:srgbClr val="0078D3"/>
                </a:solidFill>
                <a:latin typeface="Calibri"/>
                <a:cs typeface="Calibri"/>
              </a:rPr>
              <a:t>Latency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405" dirty="0"/>
              <a:t>Keeping</a:t>
            </a:r>
            <a:r>
              <a:rPr sz="4400" spc="-40" dirty="0"/>
              <a:t> </a:t>
            </a:r>
            <a:r>
              <a:rPr sz="4400" spc="445" dirty="0"/>
              <a:t>the</a:t>
            </a:r>
            <a:r>
              <a:rPr sz="4400" spc="-25" dirty="0"/>
              <a:t> </a:t>
            </a:r>
            <a:r>
              <a:rPr sz="4400" spc="335" dirty="0"/>
              <a:t>System</a:t>
            </a:r>
            <a:r>
              <a:rPr sz="4400" spc="-50" dirty="0"/>
              <a:t> </a:t>
            </a:r>
            <a:r>
              <a:rPr sz="4400" spc="560" dirty="0"/>
              <a:t>on</a:t>
            </a:r>
            <a:r>
              <a:rPr sz="4400" spc="-25" dirty="0"/>
              <a:t> </a:t>
            </a:r>
            <a:r>
              <a:rPr sz="4400" spc="310" dirty="0"/>
              <a:t>Track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308100"/>
            <a:ext cx="10515600" cy="43525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651C8-EAAB-FE79-E212-DC6554596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56370"/>
            <a:ext cx="10515599" cy="923330"/>
          </a:xfrm>
        </p:spPr>
        <p:txBody>
          <a:bodyPr/>
          <a:lstStyle/>
          <a:p>
            <a:r>
              <a:rPr lang="en-US" dirty="0"/>
              <a:t>Design Blueprint</a:t>
            </a:r>
          </a:p>
        </p:txBody>
      </p:sp>
    </p:spTree>
    <p:extLst>
      <p:ext uri="{BB962C8B-B14F-4D97-AF65-F5344CB8AC3E}">
        <p14:creationId xmlns:p14="http://schemas.microsoft.com/office/powerpoint/2010/main" val="31817025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2100" y="1905063"/>
            <a:ext cx="6467475" cy="43511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225"/>
              </a:spcBef>
            </a:pPr>
            <a:r>
              <a:rPr sz="4400" spc="290" dirty="0"/>
              <a:t>Putting</a:t>
            </a:r>
            <a:r>
              <a:rPr sz="4400" spc="-25" dirty="0"/>
              <a:t> </a:t>
            </a:r>
            <a:r>
              <a:rPr sz="4400" spc="95" dirty="0"/>
              <a:t>It</a:t>
            </a:r>
            <a:r>
              <a:rPr sz="4400" spc="-40" dirty="0"/>
              <a:t> </a:t>
            </a:r>
            <a:r>
              <a:rPr sz="4400" spc="170" dirty="0"/>
              <a:t>All</a:t>
            </a:r>
            <a:r>
              <a:rPr sz="4400" spc="-20" dirty="0"/>
              <a:t> </a:t>
            </a:r>
            <a:r>
              <a:rPr sz="4400" spc="-125" dirty="0"/>
              <a:t>T</a:t>
            </a:r>
            <a:r>
              <a:rPr sz="4400" spc="355" dirty="0"/>
              <a:t>o</a:t>
            </a:r>
            <a:r>
              <a:rPr sz="4400" spc="330" dirty="0"/>
              <a:t>g</a:t>
            </a:r>
            <a:r>
              <a:rPr sz="4400" spc="395" dirty="0"/>
              <a:t>ether</a:t>
            </a:r>
            <a:endParaRPr sz="4400"/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200" dirty="0">
                <a:solidFill>
                  <a:srgbClr val="797979"/>
                </a:solidFill>
                <a:latin typeface="Calibri"/>
                <a:cs typeface="Calibri"/>
              </a:rPr>
              <a:t>Design</a:t>
            </a:r>
            <a:r>
              <a:rPr sz="2200" spc="-5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797979"/>
                </a:solidFill>
                <a:latin typeface="Calibri"/>
                <a:cs typeface="Calibri"/>
              </a:rPr>
              <a:t>Blueprint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716379"/>
            <a:ext cx="3406775" cy="2031364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55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002539"/>
                </a:solidFill>
                <a:latin typeface="Calibri"/>
                <a:cs typeface="Calibri"/>
              </a:rPr>
              <a:t>API</a:t>
            </a:r>
            <a:r>
              <a:rPr sz="20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2539"/>
                </a:solidFill>
                <a:latin typeface="Calibri"/>
                <a:cs typeface="Calibri"/>
              </a:rPr>
              <a:t>Layer</a:t>
            </a:r>
            <a:r>
              <a:rPr sz="20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2539"/>
                </a:solidFill>
                <a:latin typeface="Calibri"/>
                <a:cs typeface="Calibri"/>
              </a:rPr>
              <a:t>(Top)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002539"/>
                </a:solidFill>
                <a:latin typeface="Calibri"/>
                <a:cs typeface="Calibri"/>
              </a:rPr>
              <a:t>Messaging</a:t>
            </a:r>
            <a:r>
              <a:rPr sz="200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2539"/>
                </a:solidFill>
                <a:latin typeface="Calibri"/>
                <a:cs typeface="Calibri"/>
              </a:rPr>
              <a:t>Layer</a:t>
            </a:r>
            <a:r>
              <a:rPr sz="2000" spc="-8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2539"/>
                </a:solidFill>
                <a:latin typeface="Calibri"/>
                <a:cs typeface="Calibri"/>
              </a:rPr>
              <a:t>(Middle)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002539"/>
                </a:solidFill>
                <a:latin typeface="Calibri"/>
                <a:cs typeface="Calibri"/>
              </a:rPr>
              <a:t>Data</a:t>
            </a:r>
            <a:r>
              <a:rPr sz="2000" spc="-7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2539"/>
                </a:solidFill>
                <a:latin typeface="Calibri"/>
                <a:cs typeface="Calibri"/>
              </a:rPr>
              <a:t>Layer</a:t>
            </a:r>
            <a:r>
              <a:rPr sz="2000" spc="-9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2539"/>
                </a:solidFill>
                <a:latin typeface="Calibri"/>
                <a:cs typeface="Calibri"/>
              </a:rPr>
              <a:t>(Bottom)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002539"/>
                </a:solidFill>
                <a:latin typeface="Calibri"/>
                <a:cs typeface="Calibri"/>
              </a:rPr>
              <a:t>Observability</a:t>
            </a:r>
            <a:r>
              <a:rPr sz="20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2539"/>
                </a:solidFill>
                <a:latin typeface="Calibri"/>
                <a:cs typeface="Calibri"/>
              </a:rPr>
              <a:t>(Side</a:t>
            </a:r>
            <a:r>
              <a:rPr sz="200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2539"/>
                </a:solidFill>
                <a:latin typeface="Calibri"/>
                <a:cs typeface="Calibri"/>
              </a:rPr>
              <a:t>Panel)</a:t>
            </a:r>
            <a:endParaRPr sz="20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002539"/>
                </a:solidFill>
                <a:latin typeface="Calibri"/>
                <a:cs typeface="Calibri"/>
              </a:rPr>
              <a:t>Resilience</a:t>
            </a:r>
            <a:r>
              <a:rPr sz="200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2539"/>
                </a:solidFill>
                <a:latin typeface="Calibri"/>
                <a:cs typeface="Calibri"/>
              </a:rPr>
              <a:t>Features</a:t>
            </a:r>
            <a:r>
              <a:rPr sz="2000" spc="-9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002539"/>
                </a:solidFill>
                <a:latin typeface="Calibri"/>
                <a:cs typeface="Calibri"/>
              </a:rPr>
              <a:t>(Top</a:t>
            </a:r>
            <a:r>
              <a:rPr sz="200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2539"/>
                </a:solidFill>
                <a:latin typeface="Calibri"/>
                <a:cs typeface="Calibri"/>
              </a:rPr>
              <a:t>Right)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576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4400" spc="434" dirty="0"/>
              <a:t>Checklist</a:t>
            </a:r>
            <a:r>
              <a:rPr sz="4400" spc="-15" dirty="0"/>
              <a:t> </a:t>
            </a:r>
            <a:r>
              <a:rPr sz="4400" spc="355" dirty="0"/>
              <a:t>for</a:t>
            </a:r>
            <a:r>
              <a:rPr sz="4400" spc="-15" dirty="0"/>
              <a:t> </a:t>
            </a:r>
            <a:r>
              <a:rPr sz="4400" spc="290" dirty="0"/>
              <a:t>Resilient</a:t>
            </a:r>
            <a:r>
              <a:rPr sz="4400" spc="-40" dirty="0"/>
              <a:t> </a:t>
            </a:r>
            <a:r>
              <a:rPr sz="4400" spc="114" dirty="0"/>
              <a:t>APIs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6090"/>
            <a:ext cx="4852670" cy="232981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Implement</a:t>
            </a:r>
            <a:r>
              <a:rPr sz="2800" spc="-3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2539"/>
                </a:solidFill>
                <a:latin typeface="Calibri"/>
                <a:cs typeface="Calibri"/>
              </a:rPr>
              <a:t>multi-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region</a:t>
            </a:r>
            <a:r>
              <a:rPr sz="28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failover</a:t>
            </a:r>
            <a:endParaRPr sz="2800">
              <a:latin typeface="Calibri"/>
              <a:cs typeface="Calibri"/>
            </a:endParaRPr>
          </a:p>
          <a:p>
            <a:pPr marL="240029" marR="901700" indent="-227965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Use</a:t>
            </a:r>
            <a:r>
              <a:rPr sz="280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autocale</a:t>
            </a:r>
            <a:r>
              <a:rPr sz="2800" spc="-8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rules</a:t>
            </a:r>
            <a:r>
              <a:rPr sz="280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for</a:t>
            </a:r>
            <a:r>
              <a:rPr sz="2800" spc="-8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2539"/>
                </a:solidFill>
                <a:latin typeface="Calibri"/>
                <a:cs typeface="Calibri"/>
              </a:rPr>
              <a:t>API 	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workloads</a:t>
            </a:r>
            <a:endParaRPr sz="2800">
              <a:latin typeface="Calibri"/>
              <a:cs typeface="Calibri"/>
            </a:endParaRPr>
          </a:p>
          <a:p>
            <a:pPr marL="239395" marR="352425" indent="-227329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Buffer</a:t>
            </a:r>
            <a:r>
              <a:rPr sz="280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traffic</a:t>
            </a:r>
            <a:r>
              <a:rPr sz="280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with</a:t>
            </a:r>
            <a:r>
              <a:rPr sz="280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Service</a:t>
            </a:r>
            <a:r>
              <a:rPr sz="280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2539"/>
                </a:solidFill>
                <a:latin typeface="Calibri"/>
                <a:cs typeface="Calibri"/>
              </a:rPr>
              <a:t>Bus 	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queues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84189" y="1872437"/>
            <a:ext cx="4765675" cy="224345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100965" indent="-227329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Trigger</a:t>
            </a:r>
            <a:r>
              <a:rPr sz="2800" spc="-9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alerts</a:t>
            </a:r>
            <a:r>
              <a:rPr sz="2800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and</a:t>
            </a:r>
            <a:r>
              <a:rPr sz="28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scale</a:t>
            </a:r>
            <a:r>
              <a:rPr sz="28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actions 	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from</a:t>
            </a:r>
            <a:r>
              <a:rPr sz="2800" spc="-8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metrics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30" dirty="0">
                <a:solidFill>
                  <a:srgbClr val="002539"/>
                </a:solidFill>
                <a:latin typeface="Calibri"/>
                <a:cs typeface="Calibri"/>
              </a:rPr>
              <a:t>Trace</a:t>
            </a:r>
            <a:r>
              <a:rPr sz="280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requests</a:t>
            </a:r>
            <a:r>
              <a:rPr sz="2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2539"/>
                </a:solidFill>
                <a:latin typeface="Calibri"/>
                <a:cs typeface="Calibri"/>
              </a:rPr>
              <a:t>end-</a:t>
            </a:r>
            <a:r>
              <a:rPr sz="2800" spc="-30" dirty="0">
                <a:solidFill>
                  <a:srgbClr val="002539"/>
                </a:solidFill>
                <a:latin typeface="Calibri"/>
                <a:cs typeface="Calibri"/>
              </a:rPr>
              <a:t>to-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end</a:t>
            </a:r>
            <a:r>
              <a:rPr sz="2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2539"/>
                </a:solidFill>
                <a:latin typeface="Calibri"/>
                <a:cs typeface="Calibri"/>
              </a:rPr>
              <a:t>with 	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App</a:t>
            </a:r>
            <a:r>
              <a:rPr sz="28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Insights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Secure</a:t>
            </a:r>
            <a:r>
              <a:rPr sz="280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secrets</a:t>
            </a:r>
            <a:r>
              <a:rPr sz="2800" spc="-9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with</a:t>
            </a:r>
            <a:r>
              <a:rPr sz="2800" spc="-8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Key</a:t>
            </a:r>
            <a:r>
              <a:rPr sz="2800" spc="-10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Vault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4174616"/>
            <a:ext cx="10039985" cy="17322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Broadcast</a:t>
            </a:r>
            <a:r>
              <a:rPr sz="2800" spc="-9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events</a:t>
            </a:r>
            <a:r>
              <a:rPr sz="2800" spc="-7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with</a:t>
            </a:r>
            <a:r>
              <a:rPr sz="28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Service</a:t>
            </a:r>
            <a:r>
              <a:rPr sz="2800" spc="-6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2539"/>
                </a:solidFill>
                <a:latin typeface="Calibri"/>
                <a:cs typeface="Calibri"/>
              </a:rPr>
              <a:t>Bus</a:t>
            </a:r>
            <a:r>
              <a:rPr sz="2800" spc="-31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Arial"/>
                <a:cs typeface="Arial"/>
              </a:rPr>
              <a:t>•</a:t>
            </a:r>
            <a:r>
              <a:rPr sz="2800" spc="-50" dirty="0">
                <a:solidFill>
                  <a:srgbClr val="00253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Design</a:t>
            </a:r>
            <a:r>
              <a:rPr sz="2800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for</a:t>
            </a:r>
            <a:r>
              <a:rPr sz="2800" spc="-7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observability</a:t>
            </a:r>
            <a:r>
              <a:rPr sz="28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day</a:t>
            </a:r>
            <a:r>
              <a:rPr sz="28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2539"/>
                </a:solidFill>
                <a:latin typeface="Calibri"/>
                <a:cs typeface="Calibri"/>
              </a:rPr>
              <a:t>one 	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topics</a:t>
            </a:r>
            <a:endParaRPr sz="2800">
              <a:latin typeface="Calibri"/>
              <a:cs typeface="Calibri"/>
            </a:endParaRPr>
          </a:p>
          <a:p>
            <a:pPr marL="240029" marR="5102225" indent="-227965">
              <a:lnSpc>
                <a:spcPts val="3020"/>
              </a:lnSpc>
              <a:spcBef>
                <a:spcPts val="10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Monitor</a:t>
            </a:r>
            <a:r>
              <a:rPr sz="2800" spc="-9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2539"/>
                </a:solidFill>
                <a:latin typeface="Calibri"/>
                <a:cs typeface="Calibri"/>
              </a:rPr>
              <a:t>latency,</a:t>
            </a:r>
            <a:r>
              <a:rPr sz="2800" spc="-10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error</a:t>
            </a:r>
            <a:r>
              <a:rPr sz="2800" spc="-114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rates,</a:t>
            </a:r>
            <a:r>
              <a:rPr sz="2800" spc="-11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002539"/>
                </a:solidFill>
                <a:latin typeface="Calibri"/>
                <a:cs typeface="Calibri"/>
              </a:rPr>
              <a:t>and 	</a:t>
            </a:r>
            <a:r>
              <a:rPr sz="2800" dirty="0">
                <a:solidFill>
                  <a:srgbClr val="002539"/>
                </a:solidFill>
                <a:latin typeface="Calibri"/>
                <a:cs typeface="Calibri"/>
              </a:rPr>
              <a:t>queue</a:t>
            </a:r>
            <a:r>
              <a:rPr sz="28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2539"/>
                </a:solidFill>
                <a:latin typeface="Calibri"/>
                <a:cs typeface="Calibri"/>
              </a:rPr>
              <a:t>depth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2100" y="342900"/>
            <a:ext cx="5983224" cy="58419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3869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5"/>
              </a:spcBef>
            </a:pPr>
            <a:r>
              <a:rPr spc="125" dirty="0"/>
              <a:t>Q&amp;A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8768" y="1496313"/>
            <a:ext cx="3966845" cy="4596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9085" algn="l"/>
              </a:tabLst>
            </a:pP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Intro</a:t>
            </a:r>
            <a:r>
              <a:rPr sz="2600" spc="-6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&amp;</a:t>
            </a:r>
            <a:r>
              <a:rPr sz="2600" spc="-4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Problem</a:t>
            </a:r>
            <a:r>
              <a:rPr sz="2600" spc="-7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002539"/>
                </a:solidFill>
                <a:latin typeface="Calibri"/>
                <a:cs typeface="Calibri"/>
              </a:rPr>
              <a:t>Space</a:t>
            </a:r>
            <a:endParaRPr sz="2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885"/>
              </a:spcBef>
              <a:buFont typeface="Arial"/>
              <a:buChar char="•"/>
              <a:tabLst>
                <a:tab pos="299085" algn="l"/>
              </a:tabLst>
            </a:pP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Azure</a:t>
            </a:r>
            <a:r>
              <a:rPr sz="2600" spc="-9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spc="-30" dirty="0">
                <a:solidFill>
                  <a:srgbClr val="002539"/>
                </a:solidFill>
                <a:latin typeface="Calibri"/>
                <a:cs typeface="Calibri"/>
              </a:rPr>
              <a:t>Toolset</a:t>
            </a:r>
            <a:r>
              <a:rPr sz="260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2539"/>
                </a:solidFill>
                <a:latin typeface="Calibri"/>
                <a:cs typeface="Calibri"/>
              </a:rPr>
              <a:t>Overview</a:t>
            </a:r>
            <a:endParaRPr sz="2600">
              <a:latin typeface="Calibri"/>
              <a:cs typeface="Calibri"/>
            </a:endParaRPr>
          </a:p>
          <a:p>
            <a:pPr marL="299085" marR="57785" indent="-287020">
              <a:lnSpc>
                <a:spcPts val="2810"/>
              </a:lnSpc>
              <a:spcBef>
                <a:spcPts val="2250"/>
              </a:spcBef>
              <a:buFont typeface="Arial"/>
              <a:buChar char="•"/>
              <a:tabLst>
                <a:tab pos="299085" algn="l"/>
              </a:tabLst>
            </a:pP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High</a:t>
            </a:r>
            <a:r>
              <a:rPr sz="2600" spc="-2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2539"/>
                </a:solidFill>
                <a:latin typeface="Calibri"/>
                <a:cs typeface="Calibri"/>
              </a:rPr>
              <a:t>Availability</a:t>
            </a:r>
            <a:r>
              <a:rPr sz="2600" spc="-5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&amp;</a:t>
            </a:r>
            <a:r>
              <a:rPr sz="2600" spc="-2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2539"/>
                </a:solidFill>
                <a:latin typeface="Calibri"/>
                <a:cs typeface="Calibri"/>
              </a:rPr>
              <a:t>Disaster Recovery</a:t>
            </a:r>
            <a:endParaRPr sz="2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839"/>
              </a:spcBef>
              <a:buFont typeface="Arial"/>
              <a:buChar char="•"/>
              <a:tabLst>
                <a:tab pos="299085" algn="l"/>
              </a:tabLst>
            </a:pP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Resilience</a:t>
            </a:r>
            <a:r>
              <a:rPr sz="2600" spc="-9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2539"/>
                </a:solidFill>
                <a:latin typeface="Calibri"/>
                <a:cs typeface="Calibri"/>
              </a:rPr>
              <a:t>Strategies</a:t>
            </a:r>
            <a:endParaRPr sz="2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885"/>
              </a:spcBef>
              <a:buFont typeface="Arial"/>
              <a:buChar char="•"/>
              <a:tabLst>
                <a:tab pos="299085" algn="l"/>
              </a:tabLst>
            </a:pP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Monitoring</a:t>
            </a:r>
            <a:r>
              <a:rPr sz="2600" spc="-4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&amp;</a:t>
            </a:r>
            <a:r>
              <a:rPr sz="2600" spc="-5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2539"/>
                </a:solidFill>
                <a:latin typeface="Calibri"/>
                <a:cs typeface="Calibri"/>
              </a:rPr>
              <a:t>Observability</a:t>
            </a:r>
            <a:endParaRPr sz="2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895"/>
              </a:spcBef>
              <a:buFont typeface="Arial"/>
              <a:buChar char="•"/>
              <a:tabLst>
                <a:tab pos="299085" algn="l"/>
              </a:tabLst>
            </a:pP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Blueprint</a:t>
            </a:r>
            <a:r>
              <a:rPr sz="2600" spc="-8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02539"/>
                </a:solidFill>
                <a:latin typeface="Calibri"/>
                <a:cs typeface="Calibri"/>
              </a:rPr>
              <a:t>&amp;</a:t>
            </a:r>
            <a:r>
              <a:rPr sz="2600" spc="-7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2539"/>
                </a:solidFill>
                <a:latin typeface="Calibri"/>
                <a:cs typeface="Calibri"/>
              </a:rPr>
              <a:t>Wrap</a:t>
            </a:r>
            <a:r>
              <a:rPr sz="2600" spc="-7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002539"/>
                </a:solidFill>
                <a:latin typeface="Calibri"/>
                <a:cs typeface="Calibri"/>
              </a:rPr>
              <a:t>Up</a:t>
            </a:r>
            <a:endParaRPr sz="2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885"/>
              </a:spcBef>
              <a:buFont typeface="Arial"/>
              <a:buChar char="•"/>
              <a:tabLst>
                <a:tab pos="299085" algn="l"/>
              </a:tabLst>
            </a:pPr>
            <a:r>
              <a:rPr sz="2600" spc="-25" dirty="0">
                <a:solidFill>
                  <a:srgbClr val="002539"/>
                </a:solidFill>
                <a:latin typeface="Calibri"/>
                <a:cs typeface="Calibri"/>
              </a:rPr>
              <a:t>Q&amp;A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947" y="206120"/>
            <a:ext cx="55479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335" dirty="0"/>
              <a:t>Slides</a:t>
            </a:r>
            <a:r>
              <a:rPr sz="4400" spc="-40" dirty="0"/>
              <a:t> </a:t>
            </a:r>
            <a:r>
              <a:rPr sz="4400" dirty="0"/>
              <a:t>&amp;</a:t>
            </a:r>
            <a:r>
              <a:rPr sz="4400" spc="-25" dirty="0"/>
              <a:t> </a:t>
            </a:r>
            <a:r>
              <a:rPr sz="4400" spc="385" dirty="0"/>
              <a:t>Reach</a:t>
            </a:r>
            <a:r>
              <a:rPr sz="4400" spc="-20" dirty="0"/>
              <a:t> </a:t>
            </a:r>
            <a:r>
              <a:rPr sz="4400" spc="350" dirty="0"/>
              <a:t>Out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44092" y="1512812"/>
            <a:ext cx="5942330" cy="3402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07314">
              <a:lnSpc>
                <a:spcPct val="110900"/>
              </a:lnSpc>
              <a:spcBef>
                <a:spcPts val="90"/>
              </a:spcBef>
            </a:pPr>
            <a:r>
              <a:rPr sz="4000" spc="-10" dirty="0">
                <a:solidFill>
                  <a:srgbClr val="002539"/>
                </a:solidFill>
                <a:latin typeface="Calibri"/>
                <a:cs typeface="Calibri"/>
                <a:hlinkClick r:id="rId2"/>
              </a:rPr>
              <a:t>chadgreen@chadgreen.com</a:t>
            </a:r>
            <a:r>
              <a:rPr sz="4000" spc="-10" dirty="0">
                <a:solidFill>
                  <a:srgbClr val="002539"/>
                </a:solidFill>
                <a:latin typeface="Calibri"/>
                <a:cs typeface="Calibri"/>
              </a:rPr>
              <a:t> TaleLearnCode ChadGreen.com</a:t>
            </a:r>
            <a:endParaRPr sz="4000">
              <a:latin typeface="Calibri"/>
              <a:cs typeface="Calibri"/>
            </a:endParaRPr>
          </a:p>
          <a:p>
            <a:pPr marL="12700" marR="5080">
              <a:lnSpc>
                <a:spcPts val="5320"/>
              </a:lnSpc>
              <a:spcBef>
                <a:spcPts val="95"/>
              </a:spcBef>
            </a:pPr>
            <a:r>
              <a:rPr sz="4000" dirty="0">
                <a:solidFill>
                  <a:srgbClr val="002539"/>
                </a:solidFill>
                <a:latin typeface="Calibri"/>
                <a:cs typeface="Calibri"/>
              </a:rPr>
              <a:t>ChadGreen</a:t>
            </a:r>
            <a:r>
              <a:rPr sz="4000" spc="-110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002539"/>
                </a:solidFill>
                <a:latin typeface="Calibri"/>
                <a:cs typeface="Calibri"/>
              </a:rPr>
              <a:t>&amp;</a:t>
            </a:r>
            <a:r>
              <a:rPr sz="4000" spc="-95" dirty="0">
                <a:solidFill>
                  <a:srgbClr val="002539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002539"/>
                </a:solidFill>
                <a:latin typeface="Calibri"/>
                <a:cs typeface="Calibri"/>
              </a:rPr>
              <a:t>TaleLearnCode </a:t>
            </a:r>
            <a:r>
              <a:rPr sz="4000" spc="-10" dirty="0">
                <a:solidFill>
                  <a:srgbClr val="002539"/>
                </a:solidFill>
                <a:latin typeface="Calibri"/>
                <a:cs typeface="Calibri"/>
              </a:rPr>
              <a:t>ChadwickEGreen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5196" y="1776983"/>
            <a:ext cx="489978" cy="4504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1785" y="2435098"/>
            <a:ext cx="480059" cy="4800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1785" y="3011297"/>
            <a:ext cx="489978" cy="4899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1785" y="3727703"/>
            <a:ext cx="480059" cy="4800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4713" y="4365752"/>
            <a:ext cx="445008" cy="44500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2147" y="5171224"/>
            <a:ext cx="2289048" cy="9235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80250" y="1285875"/>
            <a:ext cx="4286250" cy="428625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Building </a:t>
            </a:r>
            <a:r>
              <a:rPr spc="-10" dirty="0"/>
              <a:t>Resilient</a:t>
            </a:r>
            <a:r>
              <a:rPr spc="-30" dirty="0"/>
              <a:t> </a:t>
            </a:r>
            <a:r>
              <a:rPr dirty="0"/>
              <a:t>and Scalable</a:t>
            </a:r>
            <a:r>
              <a:rPr spc="-15" dirty="0"/>
              <a:t> </a:t>
            </a:r>
            <a:r>
              <a:rPr dirty="0"/>
              <a:t>APIs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20" dirty="0"/>
              <a:t>Azure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253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793</TotalTime>
  <Words>1376</Words>
  <Application>Microsoft Office PowerPoint</Application>
  <PresentationFormat>Widescreen</PresentationFormat>
  <Paragraphs>421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Times New Roman</vt:lpstr>
      <vt:lpstr>Office Theme</vt:lpstr>
      <vt:lpstr>PowerPoint Presentation</vt:lpstr>
      <vt:lpstr>Agenda Building Resilient and Scalable APIs in Azure</vt:lpstr>
      <vt:lpstr>The Resilience Challenge Building Resilient and Scalable APIs in Azure</vt:lpstr>
      <vt:lpstr>Resilience Turnaround From Fragile to Fault-Tolerant: An API Resilience Transformation</vt:lpstr>
      <vt:lpstr>Azure Toolset Overview</vt:lpstr>
      <vt:lpstr>Azure Toolset Overview Primary Trio</vt:lpstr>
      <vt:lpstr>Azure Toolset Overview Primary Trio</vt:lpstr>
      <vt:lpstr>Azure Toolset Overview Primary Trio</vt:lpstr>
      <vt:lpstr>Azure Toolset Overview Primary Trio</vt:lpstr>
      <vt:lpstr>Azure Toolset Overview Primary Trio</vt:lpstr>
      <vt:lpstr>Azure Toolset Overview Primary Trio</vt:lpstr>
      <vt:lpstr>Azure Toolset Overview Primary Trio</vt:lpstr>
      <vt:lpstr>Azure Toolset Overview Primary Trio</vt:lpstr>
      <vt:lpstr>Azure Toolset Overview</vt:lpstr>
      <vt:lpstr>High Availability &amp; Disaster Recovery Design</vt:lpstr>
      <vt:lpstr>Framing the Discipline High Availability vs. Disaster Recovery</vt:lpstr>
      <vt:lpstr>Designing for Redundancy</vt:lpstr>
      <vt:lpstr>Deployment Strategies for Resilience Active-Active vs Active-Passive</vt:lpstr>
      <vt:lpstr>Keeping Data Durable &amp; Available Data Resilience &amp; Replication</vt:lpstr>
      <vt:lpstr>Operational Readiness Practice Resilience</vt:lpstr>
      <vt:lpstr>Trade-Offs &amp; Cost Lens Balancing Cost, Complexity, and Risk</vt:lpstr>
      <vt:lpstr>From Principles to Practice Recap &amp; Transition</vt:lpstr>
      <vt:lpstr>Resilience Strategies</vt:lpstr>
      <vt:lpstr>Retry Policies Smarter Recovery from Failures</vt:lpstr>
      <vt:lpstr>Circuit Breakers Failing Fast to Protect the System</vt:lpstr>
      <vt:lpstr>Throttling &amp; Rate Limiting Protecting Capacity</vt:lpstr>
      <vt:lpstr>Graceful Degradation Preserving the Core</vt:lpstr>
      <vt:lpstr>Recap</vt:lpstr>
      <vt:lpstr>Architecture Patterns</vt:lpstr>
      <vt:lpstr>Bulkhead Isolation Partitioning for Resilience</vt:lpstr>
      <vt:lpstr>Queue-Based Load Leveling Buffering for Stability</vt:lpstr>
      <vt:lpstr>Event Sourcing &amp; CQRS</vt:lpstr>
      <vt:lpstr>Multi-Region Active/Passive</vt:lpstr>
      <vt:lpstr>Multi-Region Active/Active</vt:lpstr>
      <vt:lpstr>Recap Architecture Patterns</vt:lpstr>
      <vt:lpstr>Monitoring &amp; Observability</vt:lpstr>
      <vt:lpstr>The Tools of Observability</vt:lpstr>
      <vt:lpstr>The Tools of Observability</vt:lpstr>
      <vt:lpstr>The Tools of Observability</vt:lpstr>
      <vt:lpstr>The Observability Loop</vt:lpstr>
      <vt:lpstr>The Observability Loop</vt:lpstr>
      <vt:lpstr>From Signals to Scaling</vt:lpstr>
      <vt:lpstr>From Signals to Scaling</vt:lpstr>
      <vt:lpstr>Keeping the System on Track</vt:lpstr>
      <vt:lpstr>Design Blueprint</vt:lpstr>
      <vt:lpstr>Putting It All Together Design Blueprint</vt:lpstr>
      <vt:lpstr>Checklist for Resilient APIs</vt:lpstr>
      <vt:lpstr>Q&amp;A</vt:lpstr>
      <vt:lpstr>Slides &amp; Reach 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Chad Green</dc:creator>
  <cp:lastModifiedBy>Chad Green</cp:lastModifiedBy>
  <cp:revision>1</cp:revision>
  <dcterms:created xsi:type="dcterms:W3CDTF">2025-10-19T13:18:50Z</dcterms:created>
  <dcterms:modified xsi:type="dcterms:W3CDTF">2025-10-20T03:04:22Z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for Microsoft 365</vt:lpwstr>
  </property>
</Properties>
</file>